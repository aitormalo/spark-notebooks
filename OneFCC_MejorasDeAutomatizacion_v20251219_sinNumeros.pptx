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7"/>
  </p:notesMasterIdLst>
  <p:sldIdLst>
    <p:sldId id="2146847227" r:id="rId5"/>
    <p:sldId id="2146847246" r:id="rId6"/>
    <p:sldId id="2146847245" r:id="rId7"/>
    <p:sldId id="2146847251" r:id="rId8"/>
    <p:sldId id="2146847252" r:id="rId9"/>
    <p:sldId id="2146847228" r:id="rId10"/>
    <p:sldId id="2146847235" r:id="rId11"/>
    <p:sldId id="2146847247" r:id="rId12"/>
    <p:sldId id="2146847234" r:id="rId13"/>
    <p:sldId id="2146847239" r:id="rId14"/>
    <p:sldId id="2146847240" r:id="rId15"/>
    <p:sldId id="2146847248" r:id="rId16"/>
    <p:sldId id="2146847242" r:id="rId17"/>
    <p:sldId id="2146847244" r:id="rId18"/>
    <p:sldId id="2146847249" r:id="rId19"/>
    <p:sldId id="2146847241" r:id="rId20"/>
    <p:sldId id="2146847243" r:id="rId21"/>
    <p:sldId id="2146847250" r:id="rId22"/>
    <p:sldId id="2146847231" r:id="rId23"/>
    <p:sldId id="2146847254" r:id="rId24"/>
    <p:sldId id="2146847255" r:id="rId25"/>
    <p:sldId id="2146847253" r:id="rId2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9F8E8BD-BBCD-40E0-9B1D-FCB209D88704}">
          <p14:sldIdLst>
            <p14:sldId id="2146847227"/>
            <p14:sldId id="2146847246"/>
          </p14:sldIdLst>
        </p14:section>
        <p14:section name="Introducción y Objetivos" id="{751ECA2A-9CCF-43E4-815A-86E71EDEAAC6}">
          <p14:sldIdLst>
            <p14:sldId id="2146847245"/>
            <p14:sldId id="2146847251"/>
            <p14:sldId id="2146847252"/>
            <p14:sldId id="2146847228"/>
            <p14:sldId id="2146847235"/>
          </p14:sldIdLst>
        </p14:section>
        <p14:section name="Plan de acción" id="{2D05AE1E-82EA-4C1A-96FD-FD9C255B3DBC}">
          <p14:sldIdLst>
            <p14:sldId id="2146847247"/>
            <p14:sldId id="2146847234"/>
            <p14:sldId id="2146847239"/>
            <p14:sldId id="2146847240"/>
          </p14:sldIdLst>
        </p14:section>
        <p14:section name="Modelo de gobierno" id="{BEFB1B4E-B0ED-488E-8C7C-2CB245932F3E}">
          <p14:sldIdLst>
            <p14:sldId id="2146847248"/>
            <p14:sldId id="2146847242"/>
            <p14:sldId id="2146847244"/>
          </p14:sldIdLst>
        </p14:section>
        <p14:section name="Alcance &amp; Presupuesto" id="{84D5F0A9-D232-4D2F-9B7A-5E251C7AC626}">
          <p14:sldIdLst>
            <p14:sldId id="2146847249"/>
            <p14:sldId id="2146847241"/>
            <p14:sldId id="2146847243"/>
          </p14:sldIdLst>
        </p14:section>
        <p14:section name="Cronograma y evolución" id="{ECA51452-F966-4F2C-9A0C-918A014E9D7E}">
          <p14:sldIdLst>
            <p14:sldId id="2146847250"/>
            <p14:sldId id="2146847231"/>
            <p14:sldId id="2146847254"/>
            <p14:sldId id="2146847255"/>
            <p14:sldId id="214684725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0F26"/>
    <a:srgbClr val="548235"/>
    <a:srgbClr val="000000"/>
    <a:srgbClr val="7030A0"/>
    <a:srgbClr val="0000FF"/>
    <a:srgbClr val="F3F3F3"/>
    <a:srgbClr val="F9F9F9"/>
    <a:srgbClr val="FDFCFE"/>
    <a:srgbClr val="F8F3FB"/>
    <a:srgbClr val="F3EB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91" autoAdjust="0"/>
    <p:restoredTop sz="96247" autoAdjust="0"/>
  </p:normalViewPr>
  <p:slideViewPr>
    <p:cSldViewPr snapToGrid="0">
      <p:cViewPr varScale="1">
        <p:scale>
          <a:sx n="107" d="100"/>
          <a:sy n="107" d="100"/>
        </p:scale>
        <p:origin x="810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pez Castillo Andres" userId="2e27fc3e-7c87-40db-a2d5-e84c9bef559c" providerId="ADAL" clId="{4DC4D5CB-579A-4623-A012-AA51A9F280AB}"/>
    <pc:docChg chg="undo redo custSel addSld delSld modSld sldOrd modMainMaster addSection delSection modSection">
      <pc:chgData name="Lopez Castillo Andres" userId="2e27fc3e-7c87-40db-a2d5-e84c9bef559c" providerId="ADAL" clId="{4DC4D5CB-579A-4623-A012-AA51A9F280AB}" dt="2025-12-23T11:59:27.065" v="28450" actId="478"/>
      <pc:docMkLst>
        <pc:docMk/>
      </pc:docMkLst>
      <pc:sldChg chg="new add del">
        <pc:chgData name="Lopez Castillo Andres" userId="2e27fc3e-7c87-40db-a2d5-e84c9bef559c" providerId="ADAL" clId="{4DC4D5CB-579A-4623-A012-AA51A9F280AB}" dt="2025-12-03T18:31:50.558" v="27" actId="680"/>
        <pc:sldMkLst>
          <pc:docMk/>
          <pc:sldMk cId="345043661" sldId="256"/>
        </pc:sldMkLst>
      </pc:sldChg>
      <pc:sldChg chg="addSp delSp new del mod">
        <pc:chgData name="Lopez Castillo Andres" userId="2e27fc3e-7c87-40db-a2d5-e84c9bef559c" providerId="ADAL" clId="{4DC4D5CB-579A-4623-A012-AA51A9F280AB}" dt="2025-12-03T18:31:50.373" v="26" actId="680"/>
        <pc:sldMkLst>
          <pc:docMk/>
          <pc:sldMk cId="2247282497" sldId="257"/>
        </pc:sldMkLst>
      </pc:sldChg>
      <pc:sldChg chg="addSp delSp modSp add del mod modTransition">
        <pc:chgData name="Lopez Castillo Andres" userId="2e27fc3e-7c87-40db-a2d5-e84c9bef559c" providerId="ADAL" clId="{4DC4D5CB-579A-4623-A012-AA51A9F280AB}" dt="2025-12-17T22:40:04.952" v="25067"/>
        <pc:sldMkLst>
          <pc:docMk/>
          <pc:sldMk cId="1849363967" sldId="2146847227"/>
        </pc:sldMkLst>
        <pc:spChg chg="mod">
          <ac:chgData name="Lopez Castillo Andres" userId="2e27fc3e-7c87-40db-a2d5-e84c9bef559c" providerId="ADAL" clId="{4DC4D5CB-579A-4623-A012-AA51A9F280AB}" dt="2025-12-04T20:29:51.326" v="12914" actId="790"/>
          <ac:spMkLst>
            <pc:docMk/>
            <pc:sldMk cId="1849363967" sldId="2146847227"/>
            <ac:spMk id="2" creationId="{00000000-0000-0000-0000-000000000000}"/>
          </ac:spMkLst>
        </pc:spChg>
      </pc:sldChg>
      <pc:sldChg chg="addSp delSp modSp new mod modTransition modNotesTx">
        <pc:chgData name="Lopez Castillo Andres" userId="2e27fc3e-7c87-40db-a2d5-e84c9bef559c" providerId="ADAL" clId="{4DC4D5CB-579A-4623-A012-AA51A9F280AB}" dt="2025-12-17T22:40:04.952" v="25067"/>
        <pc:sldMkLst>
          <pc:docMk/>
          <pc:sldMk cId="3398896564" sldId="2146847228"/>
        </pc:sldMkLst>
        <pc:spChg chg="mod">
          <ac:chgData name="Lopez Castillo Andres" userId="2e27fc3e-7c87-40db-a2d5-e84c9bef559c" providerId="ADAL" clId="{4DC4D5CB-579A-4623-A012-AA51A9F280AB}" dt="2025-12-03T19:00:32.390" v="947" actId="207"/>
          <ac:spMkLst>
            <pc:docMk/>
            <pc:sldMk cId="3398896564" sldId="2146847228"/>
            <ac:spMk id="6" creationId="{2621346D-7104-D396-B51A-8100675DC690}"/>
          </ac:spMkLst>
        </pc:spChg>
        <pc:spChg chg="mod">
          <ac:chgData name="Lopez Castillo Andres" userId="2e27fc3e-7c87-40db-a2d5-e84c9bef559c" providerId="ADAL" clId="{4DC4D5CB-579A-4623-A012-AA51A9F280AB}" dt="2025-12-04T20:29:51.326" v="12914" actId="790"/>
          <ac:spMkLst>
            <pc:docMk/>
            <pc:sldMk cId="3398896564" sldId="2146847228"/>
            <ac:spMk id="36" creationId="{05B3BBF9-6C94-38C7-E0C0-F764F7D4073D}"/>
          </ac:spMkLst>
        </pc:spChg>
        <pc:spChg chg="mod">
          <ac:chgData name="Lopez Castillo Andres" userId="2e27fc3e-7c87-40db-a2d5-e84c9bef559c" providerId="ADAL" clId="{4DC4D5CB-579A-4623-A012-AA51A9F280AB}" dt="2025-12-04T19:23:10.833" v="8792" actId="12788"/>
          <ac:spMkLst>
            <pc:docMk/>
            <pc:sldMk cId="3398896564" sldId="2146847228"/>
            <ac:spMk id="47" creationId="{8057AF53-D6C7-531E-1BD9-A27E1A0FDD51}"/>
          </ac:spMkLst>
        </pc:spChg>
        <pc:spChg chg="mod">
          <ac:chgData name="Lopez Castillo Andres" userId="2e27fc3e-7c87-40db-a2d5-e84c9bef559c" providerId="ADAL" clId="{4DC4D5CB-579A-4623-A012-AA51A9F280AB}" dt="2025-12-04T09:05:22.266" v="4415" actId="164"/>
          <ac:spMkLst>
            <pc:docMk/>
            <pc:sldMk cId="3398896564" sldId="2146847228"/>
            <ac:spMk id="52" creationId="{71F47198-33F0-25D3-E446-E4F69544F3A8}"/>
          </ac:spMkLst>
        </pc:spChg>
        <pc:spChg chg="mod">
          <ac:chgData name="Lopez Castillo Andres" userId="2e27fc3e-7c87-40db-a2d5-e84c9bef559c" providerId="ADAL" clId="{4DC4D5CB-579A-4623-A012-AA51A9F280AB}" dt="2025-12-04T09:05:22.266" v="4415" actId="164"/>
          <ac:spMkLst>
            <pc:docMk/>
            <pc:sldMk cId="3398896564" sldId="2146847228"/>
            <ac:spMk id="54" creationId="{5BF90CC6-BFA4-4407-C32A-B83B69F48A3B}"/>
          </ac:spMkLst>
        </pc:spChg>
        <pc:spChg chg="mod">
          <ac:chgData name="Lopez Castillo Andres" userId="2e27fc3e-7c87-40db-a2d5-e84c9bef559c" providerId="ADAL" clId="{4DC4D5CB-579A-4623-A012-AA51A9F280AB}" dt="2025-12-04T20:29:51.326" v="12914" actId="790"/>
          <ac:spMkLst>
            <pc:docMk/>
            <pc:sldMk cId="3398896564" sldId="2146847228"/>
            <ac:spMk id="63" creationId="{8F0E7450-9571-ED6C-232E-C09505DC4F02}"/>
          </ac:spMkLst>
        </pc:spChg>
        <pc:spChg chg="mod">
          <ac:chgData name="Lopez Castillo Andres" userId="2e27fc3e-7c87-40db-a2d5-e84c9bef559c" providerId="ADAL" clId="{4DC4D5CB-579A-4623-A012-AA51A9F280AB}" dt="2025-12-04T20:29:51.326" v="12914" actId="790"/>
          <ac:spMkLst>
            <pc:docMk/>
            <pc:sldMk cId="3398896564" sldId="2146847228"/>
            <ac:spMk id="66" creationId="{269FE19A-F40D-90DA-87F7-E43AF69D94EE}"/>
          </ac:spMkLst>
        </pc:spChg>
        <pc:spChg chg="mod">
          <ac:chgData name="Lopez Castillo Andres" userId="2e27fc3e-7c87-40db-a2d5-e84c9bef559c" providerId="ADAL" clId="{4DC4D5CB-579A-4623-A012-AA51A9F280AB}" dt="2025-12-04T19:23:10.833" v="8792" actId="12788"/>
          <ac:spMkLst>
            <pc:docMk/>
            <pc:sldMk cId="3398896564" sldId="2146847228"/>
            <ac:spMk id="72" creationId="{02B0830C-6B11-C515-FD40-A6882F9BE525}"/>
          </ac:spMkLst>
        </pc:spChg>
        <pc:spChg chg="mod">
          <ac:chgData name="Lopez Castillo Andres" userId="2e27fc3e-7c87-40db-a2d5-e84c9bef559c" providerId="ADAL" clId="{4DC4D5CB-579A-4623-A012-AA51A9F280AB}" dt="2025-12-04T20:29:51.326" v="12914" actId="790"/>
          <ac:spMkLst>
            <pc:docMk/>
            <pc:sldMk cId="3398896564" sldId="2146847228"/>
            <ac:spMk id="76" creationId="{DBF9FE1F-25DF-79F5-F6AD-E1D80F207566}"/>
          </ac:spMkLst>
        </pc:spChg>
        <pc:spChg chg="mod">
          <ac:chgData name="Lopez Castillo Andres" userId="2e27fc3e-7c87-40db-a2d5-e84c9bef559c" providerId="ADAL" clId="{4DC4D5CB-579A-4623-A012-AA51A9F280AB}" dt="2025-12-04T20:29:51.326" v="12914" actId="790"/>
          <ac:spMkLst>
            <pc:docMk/>
            <pc:sldMk cId="3398896564" sldId="2146847228"/>
            <ac:spMk id="78" creationId="{4E9D902C-9729-7C62-046B-74608292880C}"/>
          </ac:spMkLst>
        </pc:spChg>
        <pc:spChg chg="mod">
          <ac:chgData name="Lopez Castillo Andres" userId="2e27fc3e-7c87-40db-a2d5-e84c9bef559c" providerId="ADAL" clId="{4DC4D5CB-579A-4623-A012-AA51A9F280AB}" dt="2025-12-04T20:29:51.326" v="12914" actId="790"/>
          <ac:spMkLst>
            <pc:docMk/>
            <pc:sldMk cId="3398896564" sldId="2146847228"/>
            <ac:spMk id="81" creationId="{34DF8265-4A8A-C7CD-478E-8C82DE1ADE4D}"/>
          </ac:spMkLst>
        </pc:spChg>
        <pc:spChg chg="mod">
          <ac:chgData name="Lopez Castillo Andres" userId="2e27fc3e-7c87-40db-a2d5-e84c9bef559c" providerId="ADAL" clId="{4DC4D5CB-579A-4623-A012-AA51A9F280AB}" dt="2025-12-04T09:05:22.266" v="4415" actId="164"/>
          <ac:spMkLst>
            <pc:docMk/>
            <pc:sldMk cId="3398896564" sldId="2146847228"/>
            <ac:spMk id="94" creationId="{96106E05-70A7-D674-C604-9AA0FA46D001}"/>
          </ac:spMkLst>
        </pc:spChg>
        <pc:spChg chg="add mod">
          <ac:chgData name="Lopez Castillo Andres" userId="2e27fc3e-7c87-40db-a2d5-e84c9bef559c" providerId="ADAL" clId="{4DC4D5CB-579A-4623-A012-AA51A9F280AB}" dt="2025-12-04T20:29:51.326" v="12914" actId="790"/>
          <ac:spMkLst>
            <pc:docMk/>
            <pc:sldMk cId="3398896564" sldId="2146847228"/>
            <ac:spMk id="98" creationId="{1FF6D079-464E-FC10-A719-7687EC874A24}"/>
          </ac:spMkLst>
        </pc:spChg>
        <pc:spChg chg="mod">
          <ac:chgData name="Lopez Castillo Andres" userId="2e27fc3e-7c87-40db-a2d5-e84c9bef559c" providerId="ADAL" clId="{4DC4D5CB-579A-4623-A012-AA51A9F280AB}" dt="2025-12-04T09:05:22.266" v="4415" actId="164"/>
          <ac:spMkLst>
            <pc:docMk/>
            <pc:sldMk cId="3398896564" sldId="2146847228"/>
            <ac:spMk id="102" creationId="{12B5F793-B10C-32A1-EB6C-B1ACCE0805A4}"/>
          </ac:spMkLst>
        </pc:spChg>
        <pc:spChg chg="mod">
          <ac:chgData name="Lopez Castillo Andres" userId="2e27fc3e-7c87-40db-a2d5-e84c9bef559c" providerId="ADAL" clId="{4DC4D5CB-579A-4623-A012-AA51A9F280AB}" dt="2025-12-04T09:05:22.266" v="4415" actId="164"/>
          <ac:spMkLst>
            <pc:docMk/>
            <pc:sldMk cId="3398896564" sldId="2146847228"/>
            <ac:spMk id="110" creationId="{36AF924F-097E-C630-2878-F51DB61A635F}"/>
          </ac:spMkLst>
        </pc:spChg>
        <pc:spChg chg="mod">
          <ac:chgData name="Lopez Castillo Andres" userId="2e27fc3e-7c87-40db-a2d5-e84c9bef559c" providerId="ADAL" clId="{4DC4D5CB-579A-4623-A012-AA51A9F280AB}" dt="2025-12-04T19:23:10.833" v="8792" actId="12788"/>
          <ac:spMkLst>
            <pc:docMk/>
            <pc:sldMk cId="3398896564" sldId="2146847228"/>
            <ac:spMk id="114" creationId="{5265EAA6-53B4-194C-9EF8-821DF6706713}"/>
          </ac:spMkLst>
        </pc:spChg>
        <pc:spChg chg="mod">
          <ac:chgData name="Lopez Castillo Andres" userId="2e27fc3e-7c87-40db-a2d5-e84c9bef559c" providerId="ADAL" clId="{4DC4D5CB-579A-4623-A012-AA51A9F280AB}" dt="2025-12-04T20:29:51.326" v="12914" actId="790"/>
          <ac:spMkLst>
            <pc:docMk/>
            <pc:sldMk cId="3398896564" sldId="2146847228"/>
            <ac:spMk id="122" creationId="{DAF15054-0D86-D458-67BF-40B3EE6191E0}"/>
          </ac:spMkLst>
        </pc:spChg>
        <pc:spChg chg="mod">
          <ac:chgData name="Lopez Castillo Andres" userId="2e27fc3e-7c87-40db-a2d5-e84c9bef559c" providerId="ADAL" clId="{4DC4D5CB-579A-4623-A012-AA51A9F280AB}" dt="2025-12-04T19:23:10.833" v="8792" actId="12788"/>
          <ac:spMkLst>
            <pc:docMk/>
            <pc:sldMk cId="3398896564" sldId="2146847228"/>
            <ac:spMk id="123" creationId="{05883452-EFBA-0D77-8476-6669092FCF56}"/>
          </ac:spMkLst>
        </pc:spChg>
        <pc:spChg chg="mod">
          <ac:chgData name="Lopez Castillo Andres" userId="2e27fc3e-7c87-40db-a2d5-e84c9bef559c" providerId="ADAL" clId="{4DC4D5CB-579A-4623-A012-AA51A9F280AB}" dt="2025-12-04T09:05:22.266" v="4415" actId="164"/>
          <ac:spMkLst>
            <pc:docMk/>
            <pc:sldMk cId="3398896564" sldId="2146847228"/>
            <ac:spMk id="137" creationId="{79C9E7AE-9BF4-A9EA-4FB4-67EA5214D22E}"/>
          </ac:spMkLst>
        </pc:spChg>
        <pc:spChg chg="mod">
          <ac:chgData name="Lopez Castillo Andres" userId="2e27fc3e-7c87-40db-a2d5-e84c9bef559c" providerId="ADAL" clId="{4DC4D5CB-579A-4623-A012-AA51A9F280AB}" dt="2025-12-04T20:29:51.326" v="12914" actId="790"/>
          <ac:spMkLst>
            <pc:docMk/>
            <pc:sldMk cId="3398896564" sldId="2146847228"/>
            <ac:spMk id="140" creationId="{35D6BB1C-FF80-1708-9D4B-2C63A825D5D6}"/>
          </ac:spMkLst>
        </pc:spChg>
        <pc:spChg chg="mod">
          <ac:chgData name="Lopez Castillo Andres" userId="2e27fc3e-7c87-40db-a2d5-e84c9bef559c" providerId="ADAL" clId="{4DC4D5CB-579A-4623-A012-AA51A9F280AB}" dt="2025-12-04T19:23:10.833" v="8792" actId="12788"/>
          <ac:spMkLst>
            <pc:docMk/>
            <pc:sldMk cId="3398896564" sldId="2146847228"/>
            <ac:spMk id="142" creationId="{CDB42752-E85D-5D95-ACD1-8BF22DAC84DD}"/>
          </ac:spMkLst>
        </pc:spChg>
        <pc:spChg chg="mod">
          <ac:chgData name="Lopez Castillo Andres" userId="2e27fc3e-7c87-40db-a2d5-e84c9bef559c" providerId="ADAL" clId="{4DC4D5CB-579A-4623-A012-AA51A9F280AB}" dt="2025-12-04T19:23:10.833" v="8792" actId="12788"/>
          <ac:spMkLst>
            <pc:docMk/>
            <pc:sldMk cId="3398896564" sldId="2146847228"/>
            <ac:spMk id="143" creationId="{B489E48E-ACF2-13E6-D020-9E652B67F2EA}"/>
          </ac:spMkLst>
        </pc:spChg>
        <pc:spChg chg="mod">
          <ac:chgData name="Lopez Castillo Andres" userId="2e27fc3e-7c87-40db-a2d5-e84c9bef559c" providerId="ADAL" clId="{4DC4D5CB-579A-4623-A012-AA51A9F280AB}" dt="2025-12-04T09:05:22.266" v="4415" actId="164"/>
          <ac:spMkLst>
            <pc:docMk/>
            <pc:sldMk cId="3398896564" sldId="2146847228"/>
            <ac:spMk id="146" creationId="{DE20F23E-FE7E-EF3A-BB19-F2F962B3F0F5}"/>
          </ac:spMkLst>
        </pc:spChg>
        <pc:spChg chg="mod">
          <ac:chgData name="Lopez Castillo Andres" userId="2e27fc3e-7c87-40db-a2d5-e84c9bef559c" providerId="ADAL" clId="{4DC4D5CB-579A-4623-A012-AA51A9F280AB}" dt="2025-12-04T20:29:51.326" v="12914" actId="790"/>
          <ac:spMkLst>
            <pc:docMk/>
            <pc:sldMk cId="3398896564" sldId="2146847228"/>
            <ac:spMk id="150" creationId="{C88425E4-C952-9E58-2616-5E9DB78A49A4}"/>
          </ac:spMkLst>
        </pc:spChg>
        <pc:grpChg chg="mod">
          <ac:chgData name="Lopez Castillo Andres" userId="2e27fc3e-7c87-40db-a2d5-e84c9bef559c" providerId="ADAL" clId="{4DC4D5CB-579A-4623-A012-AA51A9F280AB}" dt="2025-12-04T09:29:30.610" v="4484" actId="1076"/>
          <ac:grpSpMkLst>
            <pc:docMk/>
            <pc:sldMk cId="3398896564" sldId="2146847228"/>
            <ac:grpSpMk id="29" creationId="{D49F287A-DEF5-7B43-6EBA-6E5E6C108570}"/>
          </ac:grpSpMkLst>
        </pc:grpChg>
        <pc:grpChg chg="mod">
          <ac:chgData name="Lopez Castillo Andres" userId="2e27fc3e-7c87-40db-a2d5-e84c9bef559c" providerId="ADAL" clId="{4DC4D5CB-579A-4623-A012-AA51A9F280AB}" dt="2025-12-04T09:29:30.610" v="4484" actId="1076"/>
          <ac:grpSpMkLst>
            <pc:docMk/>
            <pc:sldMk cId="3398896564" sldId="2146847228"/>
            <ac:grpSpMk id="32" creationId="{8A3E7F26-343C-3873-E496-630E158593C1}"/>
          </ac:grpSpMkLst>
        </pc:grpChg>
        <pc:grpChg chg="mod">
          <ac:chgData name="Lopez Castillo Andres" userId="2e27fc3e-7c87-40db-a2d5-e84c9bef559c" providerId="ADAL" clId="{4DC4D5CB-579A-4623-A012-AA51A9F280AB}" dt="2025-12-04T09:29:30.610" v="4484" actId="1076"/>
          <ac:grpSpMkLst>
            <pc:docMk/>
            <pc:sldMk cId="3398896564" sldId="2146847228"/>
            <ac:grpSpMk id="35" creationId="{92454DDA-59EE-A6EF-900B-AD9CE60710AE}"/>
          </ac:grpSpMkLst>
        </pc:grpChg>
        <pc:grpChg chg="mod">
          <ac:chgData name="Lopez Castillo Andres" userId="2e27fc3e-7c87-40db-a2d5-e84c9bef559c" providerId="ADAL" clId="{4DC4D5CB-579A-4623-A012-AA51A9F280AB}" dt="2025-12-04T09:29:40.400" v="4485" actId="1076"/>
          <ac:grpSpMkLst>
            <pc:docMk/>
            <pc:sldMk cId="3398896564" sldId="2146847228"/>
            <ac:grpSpMk id="38" creationId="{F6912A75-E328-59D4-CA99-D8DC84A9A7C1}"/>
          </ac:grpSpMkLst>
        </pc:grpChg>
        <pc:grpChg chg="mod">
          <ac:chgData name="Lopez Castillo Andres" userId="2e27fc3e-7c87-40db-a2d5-e84c9bef559c" providerId="ADAL" clId="{4DC4D5CB-579A-4623-A012-AA51A9F280AB}" dt="2025-12-04T09:29:40.400" v="4485" actId="1076"/>
          <ac:grpSpMkLst>
            <pc:docMk/>
            <pc:sldMk cId="3398896564" sldId="2146847228"/>
            <ac:grpSpMk id="41" creationId="{33A41209-2C25-58B1-1D55-D9FE492D1AF5}"/>
          </ac:grpSpMkLst>
        </pc:grpChg>
        <pc:grpChg chg="mod">
          <ac:chgData name="Lopez Castillo Andres" userId="2e27fc3e-7c87-40db-a2d5-e84c9bef559c" providerId="ADAL" clId="{4DC4D5CB-579A-4623-A012-AA51A9F280AB}" dt="2025-12-04T09:29:40.400" v="4485" actId="1076"/>
          <ac:grpSpMkLst>
            <pc:docMk/>
            <pc:sldMk cId="3398896564" sldId="2146847228"/>
            <ac:grpSpMk id="44" creationId="{67BAAC9F-A706-31DD-B94F-BA9997FFEE92}"/>
          </ac:grpSpMkLst>
        </pc:grpChg>
        <pc:grpChg chg="mod">
          <ac:chgData name="Lopez Castillo Andres" userId="2e27fc3e-7c87-40db-a2d5-e84c9bef559c" providerId="ADAL" clId="{4DC4D5CB-579A-4623-A012-AA51A9F280AB}" dt="2025-12-04T09:05:05.881" v="4413" actId="1076"/>
          <ac:grpSpMkLst>
            <pc:docMk/>
            <pc:sldMk cId="3398896564" sldId="2146847228"/>
            <ac:grpSpMk id="138" creationId="{85F2F006-A3D4-B684-9D2D-114240D0B76C}"/>
          </ac:grpSpMkLst>
        </pc:grpChg>
      </pc:sldChg>
      <pc:sldChg chg="addSp delSp modSp add del mod">
        <pc:chgData name="Lopez Castillo Andres" userId="2e27fc3e-7c87-40db-a2d5-e84c9bef559c" providerId="ADAL" clId="{4DC4D5CB-579A-4623-A012-AA51A9F280AB}" dt="2025-12-04T17:29:27.343" v="8591" actId="47"/>
        <pc:sldMkLst>
          <pc:docMk/>
          <pc:sldMk cId="592416033" sldId="2146847229"/>
        </pc:sldMkLst>
      </pc:sldChg>
      <pc:sldChg chg="addSp modSp add del mod">
        <pc:chgData name="Lopez Castillo Andres" userId="2e27fc3e-7c87-40db-a2d5-e84c9bef559c" providerId="ADAL" clId="{4DC4D5CB-579A-4623-A012-AA51A9F280AB}" dt="2025-12-04T20:21:52.187" v="12709" actId="47"/>
        <pc:sldMkLst>
          <pc:docMk/>
          <pc:sldMk cId="2025636418" sldId="2146847230"/>
        </pc:sldMkLst>
      </pc:sldChg>
      <pc:sldChg chg="addSp delSp modSp add mod modTransition modAnim">
        <pc:chgData name="Lopez Castillo Andres" userId="2e27fc3e-7c87-40db-a2d5-e84c9bef559c" providerId="ADAL" clId="{4DC4D5CB-579A-4623-A012-AA51A9F280AB}" dt="2025-12-17T23:17:16.085" v="26521" actId="478"/>
        <pc:sldMkLst>
          <pc:docMk/>
          <pc:sldMk cId="2409213678" sldId="2146847231"/>
        </pc:sldMkLst>
        <pc:spChg chg="mod">
          <ac:chgData name="Lopez Castillo Andres" userId="2e27fc3e-7c87-40db-a2d5-e84c9bef559c" providerId="ADAL" clId="{4DC4D5CB-579A-4623-A012-AA51A9F280AB}" dt="2025-12-04T20:29:51.326" v="12914" actId="790"/>
          <ac:spMkLst>
            <pc:docMk/>
            <pc:sldMk cId="2409213678" sldId="2146847231"/>
            <ac:spMk id="3" creationId="{F1E217D6-89B6-2BF1-0B05-A79BCC067016}"/>
          </ac:spMkLst>
        </pc:spChg>
        <pc:spChg chg="add mod">
          <ac:chgData name="Lopez Castillo Andres" userId="2e27fc3e-7c87-40db-a2d5-e84c9bef559c" providerId="ADAL" clId="{4DC4D5CB-579A-4623-A012-AA51A9F280AB}" dt="2025-12-05T07:31:36.193" v="13199" actId="554"/>
          <ac:spMkLst>
            <pc:docMk/>
            <pc:sldMk cId="2409213678" sldId="2146847231"/>
            <ac:spMk id="4" creationId="{9BFCA5E8-0FD8-B41B-B083-57EC5F8525BA}"/>
          </ac:spMkLst>
        </pc:spChg>
        <pc:spChg chg="mod">
          <ac:chgData name="Lopez Castillo Andres" userId="2e27fc3e-7c87-40db-a2d5-e84c9bef559c" providerId="ADAL" clId="{4DC4D5CB-579A-4623-A012-AA51A9F280AB}" dt="2025-12-05T07:31:36.193" v="13199" actId="554"/>
          <ac:spMkLst>
            <pc:docMk/>
            <pc:sldMk cId="2409213678" sldId="2146847231"/>
            <ac:spMk id="5" creationId="{459415EC-C535-AE44-B4ED-DB7D38A5E310}"/>
          </ac:spMkLst>
        </pc:spChg>
        <pc:spChg chg="mod">
          <ac:chgData name="Lopez Castillo Andres" userId="2e27fc3e-7c87-40db-a2d5-e84c9bef559c" providerId="ADAL" clId="{4DC4D5CB-579A-4623-A012-AA51A9F280AB}" dt="2025-12-05T07:31:19.703" v="13192" actId="1076"/>
          <ac:spMkLst>
            <pc:docMk/>
            <pc:sldMk cId="2409213678" sldId="2146847231"/>
            <ac:spMk id="6" creationId="{3C23C105-7140-5E2F-2A58-7518B80F464F}"/>
          </ac:spMkLst>
        </pc:spChg>
        <pc:spChg chg="mod">
          <ac:chgData name="Lopez Castillo Andres" userId="2e27fc3e-7c87-40db-a2d5-e84c9bef559c" providerId="ADAL" clId="{4DC4D5CB-579A-4623-A012-AA51A9F280AB}" dt="2025-12-05T07:31:36.193" v="13199" actId="554"/>
          <ac:spMkLst>
            <pc:docMk/>
            <pc:sldMk cId="2409213678" sldId="2146847231"/>
            <ac:spMk id="7" creationId="{01994E20-3CEC-C209-DD4A-15B7A2D4D3B0}"/>
          </ac:spMkLst>
        </pc:spChg>
        <pc:spChg chg="add mod">
          <ac:chgData name="Lopez Castillo Andres" userId="2e27fc3e-7c87-40db-a2d5-e84c9bef559c" providerId="ADAL" clId="{4DC4D5CB-579A-4623-A012-AA51A9F280AB}" dt="2025-12-05T07:36:52.226" v="13631" actId="552"/>
          <ac:spMkLst>
            <pc:docMk/>
            <pc:sldMk cId="2409213678" sldId="2146847231"/>
            <ac:spMk id="14" creationId="{A92272C0-BC71-6E2A-BE06-62020EA2169F}"/>
          </ac:spMkLst>
        </pc:spChg>
        <pc:spChg chg="add mod">
          <ac:chgData name="Lopez Castillo Andres" userId="2e27fc3e-7c87-40db-a2d5-e84c9bef559c" providerId="ADAL" clId="{4DC4D5CB-579A-4623-A012-AA51A9F280AB}" dt="2025-12-17T23:15:07.247" v="26453" actId="1076"/>
          <ac:spMkLst>
            <pc:docMk/>
            <pc:sldMk cId="2409213678" sldId="2146847231"/>
            <ac:spMk id="16" creationId="{540E500B-7FB8-0E7E-2068-F5F674755A15}"/>
          </ac:spMkLst>
        </pc:spChg>
        <pc:spChg chg="add mod">
          <ac:chgData name="Lopez Castillo Andres" userId="2e27fc3e-7c87-40db-a2d5-e84c9bef559c" providerId="ADAL" clId="{4DC4D5CB-579A-4623-A012-AA51A9F280AB}" dt="2025-12-17T23:16:21.627" v="26511" actId="208"/>
          <ac:spMkLst>
            <pc:docMk/>
            <pc:sldMk cId="2409213678" sldId="2146847231"/>
            <ac:spMk id="17" creationId="{6FA68016-F8BD-DE36-6DBB-BB58BF04A709}"/>
          </ac:spMkLst>
        </pc:spChg>
        <pc:spChg chg="add mod">
          <ac:chgData name="Lopez Castillo Andres" userId="2e27fc3e-7c87-40db-a2d5-e84c9bef559c" providerId="ADAL" clId="{4DC4D5CB-579A-4623-A012-AA51A9F280AB}" dt="2025-12-05T07:31:36.193" v="13199" actId="554"/>
          <ac:spMkLst>
            <pc:docMk/>
            <pc:sldMk cId="2409213678" sldId="2146847231"/>
            <ac:spMk id="19" creationId="{A92836C8-02C3-AD45-BBD0-A7713F88DFDB}"/>
          </ac:spMkLst>
        </pc:spChg>
        <pc:spChg chg="add mod">
          <ac:chgData name="Lopez Castillo Andres" userId="2e27fc3e-7c87-40db-a2d5-e84c9bef559c" providerId="ADAL" clId="{4DC4D5CB-579A-4623-A012-AA51A9F280AB}" dt="2025-12-17T23:16:10.545" v="26509" actId="20577"/>
          <ac:spMkLst>
            <pc:docMk/>
            <pc:sldMk cId="2409213678" sldId="2146847231"/>
            <ac:spMk id="20" creationId="{8425715E-8399-5688-78F0-0CA801C15FBF}"/>
          </ac:spMkLst>
        </pc:spChg>
        <pc:spChg chg="add mod">
          <ac:chgData name="Lopez Castillo Andres" userId="2e27fc3e-7c87-40db-a2d5-e84c9bef559c" providerId="ADAL" clId="{4DC4D5CB-579A-4623-A012-AA51A9F280AB}" dt="2025-12-05T07:31:36.193" v="13199" actId="554"/>
          <ac:spMkLst>
            <pc:docMk/>
            <pc:sldMk cId="2409213678" sldId="2146847231"/>
            <ac:spMk id="21" creationId="{6D70E170-9E5D-5BC0-F931-94A44E1BFFA1}"/>
          </ac:spMkLst>
        </pc:spChg>
        <pc:spChg chg="add mod">
          <ac:chgData name="Lopez Castillo Andres" userId="2e27fc3e-7c87-40db-a2d5-e84c9bef559c" providerId="ADAL" clId="{4DC4D5CB-579A-4623-A012-AA51A9F280AB}" dt="2025-12-05T07:31:36.193" v="13199" actId="554"/>
          <ac:spMkLst>
            <pc:docMk/>
            <pc:sldMk cId="2409213678" sldId="2146847231"/>
            <ac:spMk id="22" creationId="{2D78CED3-D32C-7F7E-5F12-0C304E404C34}"/>
          </ac:spMkLst>
        </pc:spChg>
        <pc:spChg chg="mod">
          <ac:chgData name="Lopez Castillo Andres" userId="2e27fc3e-7c87-40db-a2d5-e84c9bef559c" providerId="ADAL" clId="{4DC4D5CB-579A-4623-A012-AA51A9F280AB}" dt="2025-12-05T07:31:36.193" v="13199" actId="554"/>
          <ac:spMkLst>
            <pc:docMk/>
            <pc:sldMk cId="2409213678" sldId="2146847231"/>
            <ac:spMk id="23" creationId="{49B63151-CE64-333B-C2DE-C4FC6F93F1AC}"/>
          </ac:spMkLst>
        </pc:spChg>
        <pc:spChg chg="add mod">
          <ac:chgData name="Lopez Castillo Andres" userId="2e27fc3e-7c87-40db-a2d5-e84c9bef559c" providerId="ADAL" clId="{4DC4D5CB-579A-4623-A012-AA51A9F280AB}" dt="2025-12-17T23:16:01.230" v="26465" actId="1076"/>
          <ac:spMkLst>
            <pc:docMk/>
            <pc:sldMk cId="2409213678" sldId="2146847231"/>
            <ac:spMk id="24" creationId="{1B93C0BD-A1FA-157B-D4DA-14899CF7C664}"/>
          </ac:spMkLst>
        </pc:spChg>
        <pc:spChg chg="add mod">
          <ac:chgData name="Lopez Castillo Andres" userId="2e27fc3e-7c87-40db-a2d5-e84c9bef559c" providerId="ADAL" clId="{4DC4D5CB-579A-4623-A012-AA51A9F280AB}" dt="2025-12-17T23:16:01.230" v="26465" actId="1076"/>
          <ac:spMkLst>
            <pc:docMk/>
            <pc:sldMk cId="2409213678" sldId="2146847231"/>
            <ac:spMk id="25" creationId="{F9C7802E-CAC8-E3C1-9A82-E0EAB65F207B}"/>
          </ac:spMkLst>
        </pc:spChg>
        <pc:spChg chg="add mod">
          <ac:chgData name="Lopez Castillo Andres" userId="2e27fc3e-7c87-40db-a2d5-e84c9bef559c" providerId="ADAL" clId="{4DC4D5CB-579A-4623-A012-AA51A9F280AB}" dt="2025-12-17T23:16:28.929" v="26513" actId="1076"/>
          <ac:spMkLst>
            <pc:docMk/>
            <pc:sldMk cId="2409213678" sldId="2146847231"/>
            <ac:spMk id="26" creationId="{5B68FF4E-3E91-9AE6-74E9-09EA32C6766C}"/>
          </ac:spMkLst>
        </pc:spChg>
        <pc:spChg chg="add mod">
          <ac:chgData name="Lopez Castillo Andres" userId="2e27fc3e-7c87-40db-a2d5-e84c9bef559c" providerId="ADAL" clId="{4DC4D5CB-579A-4623-A012-AA51A9F280AB}" dt="2025-12-17T23:16:33.078" v="26515" actId="1076"/>
          <ac:spMkLst>
            <pc:docMk/>
            <pc:sldMk cId="2409213678" sldId="2146847231"/>
            <ac:spMk id="29" creationId="{BECA6294-E7D6-EC47-8E45-A3EEE048DA50}"/>
          </ac:spMkLst>
        </pc:spChg>
        <pc:spChg chg="add mod">
          <ac:chgData name="Lopez Castillo Andres" userId="2e27fc3e-7c87-40db-a2d5-e84c9bef559c" providerId="ADAL" clId="{4DC4D5CB-579A-4623-A012-AA51A9F280AB}" dt="2025-12-05T07:46:21.288" v="14448" actId="1035"/>
          <ac:spMkLst>
            <pc:docMk/>
            <pc:sldMk cId="2409213678" sldId="2146847231"/>
            <ac:spMk id="37" creationId="{C161E2C8-2EE7-488F-9F29-90E58A3EB309}"/>
          </ac:spMkLst>
        </pc:spChg>
        <pc:spChg chg="add mod">
          <ac:chgData name="Lopez Castillo Andres" userId="2e27fc3e-7c87-40db-a2d5-e84c9bef559c" providerId="ADAL" clId="{4DC4D5CB-579A-4623-A012-AA51A9F280AB}" dt="2025-12-05T07:46:39.062" v="14452" actId="465"/>
          <ac:spMkLst>
            <pc:docMk/>
            <pc:sldMk cId="2409213678" sldId="2146847231"/>
            <ac:spMk id="39" creationId="{92C58553-5608-21DF-57E4-9E41B6998B68}"/>
          </ac:spMkLst>
        </pc:spChg>
        <pc:spChg chg="add mod">
          <ac:chgData name="Lopez Castillo Andres" userId="2e27fc3e-7c87-40db-a2d5-e84c9bef559c" providerId="ADAL" clId="{4DC4D5CB-579A-4623-A012-AA51A9F280AB}" dt="2025-12-05T07:46:39.062" v="14452" actId="465"/>
          <ac:spMkLst>
            <pc:docMk/>
            <pc:sldMk cId="2409213678" sldId="2146847231"/>
            <ac:spMk id="43" creationId="{C3724FC6-CDAE-BF6A-90F4-DD1DF831610D}"/>
          </ac:spMkLst>
        </pc:spChg>
        <pc:spChg chg="add mod">
          <ac:chgData name="Lopez Castillo Andres" userId="2e27fc3e-7c87-40db-a2d5-e84c9bef559c" providerId="ADAL" clId="{4DC4D5CB-579A-4623-A012-AA51A9F280AB}" dt="2025-12-05T07:46:39.062" v="14452" actId="465"/>
          <ac:spMkLst>
            <pc:docMk/>
            <pc:sldMk cId="2409213678" sldId="2146847231"/>
            <ac:spMk id="48" creationId="{0600EA0E-44F4-2EFB-4698-9458BC05802D}"/>
          </ac:spMkLst>
        </pc:spChg>
        <pc:spChg chg="add mod">
          <ac:chgData name="Lopez Castillo Andres" userId="2e27fc3e-7c87-40db-a2d5-e84c9bef559c" providerId="ADAL" clId="{4DC4D5CB-579A-4623-A012-AA51A9F280AB}" dt="2025-12-05T07:46:39.062" v="14452" actId="465"/>
          <ac:spMkLst>
            <pc:docMk/>
            <pc:sldMk cId="2409213678" sldId="2146847231"/>
            <ac:spMk id="51" creationId="{CC462FF8-E88E-B27A-6DAF-CC9A1B7173C4}"/>
          </ac:spMkLst>
        </pc:spChg>
        <pc:spChg chg="add mod">
          <ac:chgData name="Lopez Castillo Andres" userId="2e27fc3e-7c87-40db-a2d5-e84c9bef559c" providerId="ADAL" clId="{4DC4D5CB-579A-4623-A012-AA51A9F280AB}" dt="2025-12-05T07:46:39.062" v="14452" actId="465"/>
          <ac:spMkLst>
            <pc:docMk/>
            <pc:sldMk cId="2409213678" sldId="2146847231"/>
            <ac:spMk id="54" creationId="{E067CB75-C971-B7BE-306B-B02F80FFF5DB}"/>
          </ac:spMkLst>
        </pc:spChg>
        <pc:spChg chg="add mod">
          <ac:chgData name="Lopez Castillo Andres" userId="2e27fc3e-7c87-40db-a2d5-e84c9bef559c" providerId="ADAL" clId="{4DC4D5CB-579A-4623-A012-AA51A9F280AB}" dt="2025-12-17T23:13:47.457" v="26321" actId="1035"/>
          <ac:spMkLst>
            <pc:docMk/>
            <pc:sldMk cId="2409213678" sldId="2146847231"/>
            <ac:spMk id="60" creationId="{9B870D09-1F67-7481-7479-A6788F683788}"/>
          </ac:spMkLst>
        </pc:spChg>
        <pc:spChg chg="add mod">
          <ac:chgData name="Lopez Castillo Andres" userId="2e27fc3e-7c87-40db-a2d5-e84c9bef559c" providerId="ADAL" clId="{4DC4D5CB-579A-4623-A012-AA51A9F280AB}" dt="2025-12-17T23:13:47.457" v="26321" actId="1035"/>
          <ac:spMkLst>
            <pc:docMk/>
            <pc:sldMk cId="2409213678" sldId="2146847231"/>
            <ac:spMk id="62" creationId="{131AEAD9-66C8-0B03-9700-0E03F79DC037}"/>
          </ac:spMkLst>
        </pc:spChg>
        <pc:spChg chg="add mod">
          <ac:chgData name="Lopez Castillo Andres" userId="2e27fc3e-7c87-40db-a2d5-e84c9bef559c" providerId="ADAL" clId="{4DC4D5CB-579A-4623-A012-AA51A9F280AB}" dt="2025-12-17T23:14:45.313" v="26436" actId="1038"/>
          <ac:spMkLst>
            <pc:docMk/>
            <pc:sldMk cId="2409213678" sldId="2146847231"/>
            <ac:spMk id="64" creationId="{73E3762C-4C4F-D5DB-3126-28A8FD92B7F3}"/>
          </ac:spMkLst>
        </pc:spChg>
        <pc:spChg chg="add mod">
          <ac:chgData name="Lopez Castillo Andres" userId="2e27fc3e-7c87-40db-a2d5-e84c9bef559c" providerId="ADAL" clId="{4DC4D5CB-579A-4623-A012-AA51A9F280AB}" dt="2025-12-17T23:14:31.935" v="26396" actId="1038"/>
          <ac:spMkLst>
            <pc:docMk/>
            <pc:sldMk cId="2409213678" sldId="2146847231"/>
            <ac:spMk id="65" creationId="{BAB299F7-872F-DAAF-3BDB-9C4275D9AE61}"/>
          </ac:spMkLst>
        </pc:spChg>
        <pc:spChg chg="add mod">
          <ac:chgData name="Lopez Castillo Andres" userId="2e27fc3e-7c87-40db-a2d5-e84c9bef559c" providerId="ADAL" clId="{4DC4D5CB-579A-4623-A012-AA51A9F280AB}" dt="2025-12-17T23:14:31.935" v="26396" actId="1038"/>
          <ac:spMkLst>
            <pc:docMk/>
            <pc:sldMk cId="2409213678" sldId="2146847231"/>
            <ac:spMk id="66" creationId="{CF970CD6-54F4-7679-1B9A-D4D07B82F2E9}"/>
          </ac:spMkLst>
        </pc:spChg>
        <pc:spChg chg="add mod">
          <ac:chgData name="Lopez Castillo Andres" userId="2e27fc3e-7c87-40db-a2d5-e84c9bef559c" providerId="ADAL" clId="{4DC4D5CB-579A-4623-A012-AA51A9F280AB}" dt="2025-12-05T13:51:02.752" v="16844" actId="1038"/>
          <ac:spMkLst>
            <pc:docMk/>
            <pc:sldMk cId="2409213678" sldId="2146847231"/>
            <ac:spMk id="67" creationId="{1FCF0B1C-4973-20BB-822B-7FB057CB02F0}"/>
          </ac:spMkLst>
        </pc:spChg>
        <pc:spChg chg="add mod">
          <ac:chgData name="Lopez Castillo Andres" userId="2e27fc3e-7c87-40db-a2d5-e84c9bef559c" providerId="ADAL" clId="{4DC4D5CB-579A-4623-A012-AA51A9F280AB}" dt="2025-12-17T23:14:55.238" v="26451" actId="1076"/>
          <ac:spMkLst>
            <pc:docMk/>
            <pc:sldMk cId="2409213678" sldId="2146847231"/>
            <ac:spMk id="68" creationId="{708DE030-87EF-6CB2-F473-64F7328DC61C}"/>
          </ac:spMkLst>
        </pc:spChg>
        <pc:spChg chg="add mod">
          <ac:chgData name="Lopez Castillo Andres" userId="2e27fc3e-7c87-40db-a2d5-e84c9bef559c" providerId="ADAL" clId="{4DC4D5CB-579A-4623-A012-AA51A9F280AB}" dt="2025-12-17T23:12:15.707" v="26274" actId="20577"/>
          <ac:spMkLst>
            <pc:docMk/>
            <pc:sldMk cId="2409213678" sldId="2146847231"/>
            <ac:spMk id="70" creationId="{D0B3B298-4719-574C-B6D3-72A867B6BC24}"/>
          </ac:spMkLst>
        </pc:spChg>
        <pc:spChg chg="add mod ord">
          <ac:chgData name="Lopez Castillo Andres" userId="2e27fc3e-7c87-40db-a2d5-e84c9bef559c" providerId="ADAL" clId="{4DC4D5CB-579A-4623-A012-AA51A9F280AB}" dt="2025-12-05T08:30:13.218" v="15204" actId="208"/>
          <ac:spMkLst>
            <pc:docMk/>
            <pc:sldMk cId="2409213678" sldId="2146847231"/>
            <ac:spMk id="88" creationId="{ADB1B8F1-A968-7E91-2699-4CD4277E7924}"/>
          </ac:spMkLst>
        </pc:spChg>
        <pc:spChg chg="add mod">
          <ac:chgData name="Lopez Castillo Andres" userId="2e27fc3e-7c87-40db-a2d5-e84c9bef559c" providerId="ADAL" clId="{4DC4D5CB-579A-4623-A012-AA51A9F280AB}" dt="2025-12-05T08:31:13.589" v="15255" actId="207"/>
          <ac:spMkLst>
            <pc:docMk/>
            <pc:sldMk cId="2409213678" sldId="2146847231"/>
            <ac:spMk id="89" creationId="{B5EC4788-1593-323E-C746-AEDC95EA63F0}"/>
          </ac:spMkLst>
        </pc:spChg>
        <pc:spChg chg="add mod">
          <ac:chgData name="Lopez Castillo Andres" userId="2e27fc3e-7c87-40db-a2d5-e84c9bef559c" providerId="ADAL" clId="{4DC4D5CB-579A-4623-A012-AA51A9F280AB}" dt="2025-12-17T23:14:45.313" v="26436" actId="1038"/>
          <ac:spMkLst>
            <pc:docMk/>
            <pc:sldMk cId="2409213678" sldId="2146847231"/>
            <ac:spMk id="90" creationId="{67B533B4-1E4D-A496-4350-35FF8DEF0C36}"/>
          </ac:spMkLst>
        </pc:spChg>
        <pc:cxnChg chg="add mod">
          <ac:chgData name="Lopez Castillo Andres" userId="2e27fc3e-7c87-40db-a2d5-e84c9bef559c" providerId="ADAL" clId="{4DC4D5CB-579A-4623-A012-AA51A9F280AB}" dt="2025-12-17T23:12:32.888" v="26276" actId="1076"/>
          <ac:cxnSpMkLst>
            <pc:docMk/>
            <pc:sldMk cId="2409213678" sldId="2146847231"/>
            <ac:cxnSpMk id="2" creationId="{E94E4EDA-FAE3-8C5C-2050-38500B863010}"/>
          </ac:cxnSpMkLst>
        </pc:cxnChg>
        <pc:cxnChg chg="mod">
          <ac:chgData name="Lopez Castillo Andres" userId="2e27fc3e-7c87-40db-a2d5-e84c9bef559c" providerId="ADAL" clId="{4DC4D5CB-579A-4623-A012-AA51A9F280AB}" dt="2025-12-05T07:33:01.099" v="13254" actId="1036"/>
          <ac:cxnSpMkLst>
            <pc:docMk/>
            <pc:sldMk cId="2409213678" sldId="2146847231"/>
            <ac:cxnSpMk id="9" creationId="{D9CAA155-7131-53FD-0425-08BB5E4DB9E3}"/>
          </ac:cxnSpMkLst>
        </pc:cxnChg>
        <pc:cxnChg chg="mod">
          <ac:chgData name="Lopez Castillo Andres" userId="2e27fc3e-7c87-40db-a2d5-e84c9bef559c" providerId="ADAL" clId="{4DC4D5CB-579A-4623-A012-AA51A9F280AB}" dt="2025-12-05T07:33:01.099" v="13254" actId="1036"/>
          <ac:cxnSpMkLst>
            <pc:docMk/>
            <pc:sldMk cId="2409213678" sldId="2146847231"/>
            <ac:cxnSpMk id="10" creationId="{6D0FC134-6D6A-8569-0D88-B2C92ADC8CA1}"/>
          </ac:cxnSpMkLst>
        </pc:cxnChg>
        <pc:cxnChg chg="mod">
          <ac:chgData name="Lopez Castillo Andres" userId="2e27fc3e-7c87-40db-a2d5-e84c9bef559c" providerId="ADAL" clId="{4DC4D5CB-579A-4623-A012-AA51A9F280AB}" dt="2025-12-05T07:33:01.099" v="13254" actId="1036"/>
          <ac:cxnSpMkLst>
            <pc:docMk/>
            <pc:sldMk cId="2409213678" sldId="2146847231"/>
            <ac:cxnSpMk id="11" creationId="{1A7B5647-B74E-C7BF-44AE-3FF7C064A8D8}"/>
          </ac:cxnSpMkLst>
        </pc:cxnChg>
        <pc:cxnChg chg="mod">
          <ac:chgData name="Lopez Castillo Andres" userId="2e27fc3e-7c87-40db-a2d5-e84c9bef559c" providerId="ADAL" clId="{4DC4D5CB-579A-4623-A012-AA51A9F280AB}" dt="2025-12-05T07:33:01.099" v="13254" actId="1036"/>
          <ac:cxnSpMkLst>
            <pc:docMk/>
            <pc:sldMk cId="2409213678" sldId="2146847231"/>
            <ac:cxnSpMk id="12" creationId="{DB186B12-3D1E-BEDB-3154-A076149BE3D3}"/>
          </ac:cxnSpMkLst>
        </pc:cxnChg>
        <pc:cxnChg chg="mod">
          <ac:chgData name="Lopez Castillo Andres" userId="2e27fc3e-7c87-40db-a2d5-e84c9bef559c" providerId="ADAL" clId="{4DC4D5CB-579A-4623-A012-AA51A9F280AB}" dt="2025-12-05T07:33:01.099" v="13254" actId="1036"/>
          <ac:cxnSpMkLst>
            <pc:docMk/>
            <pc:sldMk cId="2409213678" sldId="2146847231"/>
            <ac:cxnSpMk id="18" creationId="{C967CE35-69F1-4939-938E-A795E1AACB92}"/>
          </ac:cxnSpMkLst>
        </pc:cxnChg>
        <pc:cxnChg chg="mod">
          <ac:chgData name="Lopez Castillo Andres" userId="2e27fc3e-7c87-40db-a2d5-e84c9bef559c" providerId="ADAL" clId="{4DC4D5CB-579A-4623-A012-AA51A9F280AB}" dt="2025-12-05T07:33:01.099" v="13254" actId="1036"/>
          <ac:cxnSpMkLst>
            <pc:docMk/>
            <pc:sldMk cId="2409213678" sldId="2146847231"/>
            <ac:cxnSpMk id="27" creationId="{605AC0E6-2A06-B0CC-7105-93A07108FC2C}"/>
          </ac:cxnSpMkLst>
        </pc:cxnChg>
        <pc:cxnChg chg="mod">
          <ac:chgData name="Lopez Castillo Andres" userId="2e27fc3e-7c87-40db-a2d5-e84c9bef559c" providerId="ADAL" clId="{4DC4D5CB-579A-4623-A012-AA51A9F280AB}" dt="2025-12-05T07:33:01.099" v="13254" actId="1036"/>
          <ac:cxnSpMkLst>
            <pc:docMk/>
            <pc:sldMk cId="2409213678" sldId="2146847231"/>
            <ac:cxnSpMk id="28" creationId="{466F1ACB-360C-B9A5-DCB4-4E2D477350CC}"/>
          </ac:cxnSpMkLst>
        </pc:cxnChg>
        <pc:cxnChg chg="add mod ord">
          <ac:chgData name="Lopez Castillo Andres" userId="2e27fc3e-7c87-40db-a2d5-e84c9bef559c" providerId="ADAL" clId="{4DC4D5CB-579A-4623-A012-AA51A9F280AB}" dt="2025-12-05T07:46:47.889" v="14470" actId="1035"/>
          <ac:cxnSpMkLst>
            <pc:docMk/>
            <pc:sldMk cId="2409213678" sldId="2146847231"/>
            <ac:cxnSpMk id="38" creationId="{7D7B00E7-3838-9D7E-4F8E-883BF89236D3}"/>
          </ac:cxnSpMkLst>
        </pc:cxnChg>
        <pc:cxnChg chg="add mod ord">
          <ac:chgData name="Lopez Castillo Andres" userId="2e27fc3e-7c87-40db-a2d5-e84c9bef559c" providerId="ADAL" clId="{4DC4D5CB-579A-4623-A012-AA51A9F280AB}" dt="2025-12-05T07:47:13.182" v="14480" actId="465"/>
          <ac:cxnSpMkLst>
            <pc:docMk/>
            <pc:sldMk cId="2409213678" sldId="2146847231"/>
            <ac:cxnSpMk id="41" creationId="{CF48ED08-7711-C379-778D-E4C12C187C14}"/>
          </ac:cxnSpMkLst>
        </pc:cxnChg>
        <pc:cxnChg chg="add mod">
          <ac:chgData name="Lopez Castillo Andres" userId="2e27fc3e-7c87-40db-a2d5-e84c9bef559c" providerId="ADAL" clId="{4DC4D5CB-579A-4623-A012-AA51A9F280AB}" dt="2025-12-05T07:47:13.182" v="14480" actId="465"/>
          <ac:cxnSpMkLst>
            <pc:docMk/>
            <pc:sldMk cId="2409213678" sldId="2146847231"/>
            <ac:cxnSpMk id="42" creationId="{04B0B5ED-BE2C-1370-9CA4-0E3BBE17D70A}"/>
          </ac:cxnSpMkLst>
        </pc:cxnChg>
        <pc:cxnChg chg="add mod ord">
          <ac:chgData name="Lopez Castillo Andres" userId="2e27fc3e-7c87-40db-a2d5-e84c9bef559c" providerId="ADAL" clId="{4DC4D5CB-579A-4623-A012-AA51A9F280AB}" dt="2025-12-17T23:13:00.728" v="26296" actId="14100"/>
          <ac:cxnSpMkLst>
            <pc:docMk/>
            <pc:sldMk cId="2409213678" sldId="2146847231"/>
            <ac:cxnSpMk id="44" creationId="{EBBB8334-F4AC-720E-B35A-E72425944EAB}"/>
          </ac:cxnSpMkLst>
        </pc:cxnChg>
        <pc:cxnChg chg="add mod">
          <ac:chgData name="Lopez Castillo Andres" userId="2e27fc3e-7c87-40db-a2d5-e84c9bef559c" providerId="ADAL" clId="{4DC4D5CB-579A-4623-A012-AA51A9F280AB}" dt="2025-12-05T07:47:13.182" v="14480" actId="465"/>
          <ac:cxnSpMkLst>
            <pc:docMk/>
            <pc:sldMk cId="2409213678" sldId="2146847231"/>
            <ac:cxnSpMk id="47" creationId="{6C85FA82-52A0-75C1-9D5D-3EF2ABD8B5CE}"/>
          </ac:cxnSpMkLst>
        </pc:cxnChg>
        <pc:cxnChg chg="add mod ord">
          <ac:chgData name="Lopez Castillo Andres" userId="2e27fc3e-7c87-40db-a2d5-e84c9bef559c" providerId="ADAL" clId="{4DC4D5CB-579A-4623-A012-AA51A9F280AB}" dt="2025-12-17T23:16:50.901" v="26516" actId="14100"/>
          <ac:cxnSpMkLst>
            <pc:docMk/>
            <pc:sldMk cId="2409213678" sldId="2146847231"/>
            <ac:cxnSpMk id="49" creationId="{25B3E084-A715-9D88-B6BA-8774657CA236}"/>
          </ac:cxnSpMkLst>
        </pc:cxnChg>
        <pc:cxnChg chg="add mod">
          <ac:chgData name="Lopez Castillo Andres" userId="2e27fc3e-7c87-40db-a2d5-e84c9bef559c" providerId="ADAL" clId="{4DC4D5CB-579A-4623-A012-AA51A9F280AB}" dt="2025-12-05T07:47:13.182" v="14480" actId="465"/>
          <ac:cxnSpMkLst>
            <pc:docMk/>
            <pc:sldMk cId="2409213678" sldId="2146847231"/>
            <ac:cxnSpMk id="50" creationId="{C1F438AA-0F19-6F32-9349-FE03A46AB586}"/>
          </ac:cxnSpMkLst>
        </pc:cxnChg>
        <pc:cxnChg chg="add mod ord">
          <ac:chgData name="Lopez Castillo Andres" userId="2e27fc3e-7c87-40db-a2d5-e84c9bef559c" providerId="ADAL" clId="{4DC4D5CB-579A-4623-A012-AA51A9F280AB}" dt="2025-12-17T23:16:59.751" v="26517" actId="14100"/>
          <ac:cxnSpMkLst>
            <pc:docMk/>
            <pc:sldMk cId="2409213678" sldId="2146847231"/>
            <ac:cxnSpMk id="52" creationId="{098AFCFC-8B65-4A98-1173-24CBAEA5D99A}"/>
          </ac:cxnSpMkLst>
        </pc:cxnChg>
        <pc:cxnChg chg="add mod">
          <ac:chgData name="Lopez Castillo Andres" userId="2e27fc3e-7c87-40db-a2d5-e84c9bef559c" providerId="ADAL" clId="{4DC4D5CB-579A-4623-A012-AA51A9F280AB}" dt="2025-12-05T07:47:13.182" v="14480" actId="465"/>
          <ac:cxnSpMkLst>
            <pc:docMk/>
            <pc:sldMk cId="2409213678" sldId="2146847231"/>
            <ac:cxnSpMk id="53" creationId="{3ED9305E-D507-C85F-F9E8-677690B768DF}"/>
          </ac:cxnSpMkLst>
        </pc:cxnChg>
        <pc:cxnChg chg="add mod ord">
          <ac:chgData name="Lopez Castillo Andres" userId="2e27fc3e-7c87-40db-a2d5-e84c9bef559c" providerId="ADAL" clId="{4DC4D5CB-579A-4623-A012-AA51A9F280AB}" dt="2025-12-17T23:17:09.076" v="26520" actId="14100"/>
          <ac:cxnSpMkLst>
            <pc:docMk/>
            <pc:sldMk cId="2409213678" sldId="2146847231"/>
            <ac:cxnSpMk id="55" creationId="{725BCAFE-4672-1169-A3F0-A6F22FED851C}"/>
          </ac:cxnSpMkLst>
        </pc:cxnChg>
        <pc:cxnChg chg="add mod">
          <ac:chgData name="Lopez Castillo Andres" userId="2e27fc3e-7c87-40db-a2d5-e84c9bef559c" providerId="ADAL" clId="{4DC4D5CB-579A-4623-A012-AA51A9F280AB}" dt="2025-12-05T07:47:13.182" v="14480" actId="465"/>
          <ac:cxnSpMkLst>
            <pc:docMk/>
            <pc:sldMk cId="2409213678" sldId="2146847231"/>
            <ac:cxnSpMk id="56" creationId="{E395D194-A73C-6E5C-FBE4-243FDE021463}"/>
          </ac:cxnSpMkLst>
        </pc:cxnChg>
        <pc:cxnChg chg="add mod ord">
          <ac:chgData name="Lopez Castillo Andres" userId="2e27fc3e-7c87-40db-a2d5-e84c9bef559c" providerId="ADAL" clId="{4DC4D5CB-579A-4623-A012-AA51A9F280AB}" dt="2025-12-17T23:14:45.313" v="26436" actId="1038"/>
          <ac:cxnSpMkLst>
            <pc:docMk/>
            <pc:sldMk cId="2409213678" sldId="2146847231"/>
            <ac:cxnSpMk id="58" creationId="{37AC545E-AA2D-EBE6-018F-FA9B41A56F41}"/>
          </ac:cxnSpMkLst>
        </pc:cxnChg>
        <pc:cxnChg chg="add mod">
          <ac:chgData name="Lopez Castillo Andres" userId="2e27fc3e-7c87-40db-a2d5-e84c9bef559c" providerId="ADAL" clId="{4DC4D5CB-579A-4623-A012-AA51A9F280AB}" dt="2025-12-05T07:47:13.182" v="14480" actId="465"/>
          <ac:cxnSpMkLst>
            <pc:docMk/>
            <pc:sldMk cId="2409213678" sldId="2146847231"/>
            <ac:cxnSpMk id="59" creationId="{12569EAA-E720-8C16-29C4-A0D2FEE809BC}"/>
          </ac:cxnSpMkLst>
        </pc:cxnChg>
        <pc:cxnChg chg="add mod ord">
          <ac:chgData name="Lopez Castillo Andres" userId="2e27fc3e-7c87-40db-a2d5-e84c9bef559c" providerId="ADAL" clId="{4DC4D5CB-579A-4623-A012-AA51A9F280AB}" dt="2025-12-17T23:14:45.313" v="26436" actId="1038"/>
          <ac:cxnSpMkLst>
            <pc:docMk/>
            <pc:sldMk cId="2409213678" sldId="2146847231"/>
            <ac:cxnSpMk id="61" creationId="{38A52B51-D4E0-E5F6-3FA8-EA81C17AD4A7}"/>
          </ac:cxnSpMkLst>
        </pc:cxnChg>
      </pc:sldChg>
      <pc:sldChg chg="addSp delSp modSp add del mod">
        <pc:chgData name="Lopez Castillo Andres" userId="2e27fc3e-7c87-40db-a2d5-e84c9bef559c" providerId="ADAL" clId="{4DC4D5CB-579A-4623-A012-AA51A9F280AB}" dt="2025-12-04T14:10:03.261" v="6129" actId="47"/>
        <pc:sldMkLst>
          <pc:docMk/>
          <pc:sldMk cId="3531538751" sldId="2146847232"/>
        </pc:sldMkLst>
      </pc:sldChg>
      <pc:sldChg chg="modSp add del mod">
        <pc:chgData name="Lopez Castillo Andres" userId="2e27fc3e-7c87-40db-a2d5-e84c9bef559c" providerId="ADAL" clId="{4DC4D5CB-579A-4623-A012-AA51A9F280AB}" dt="2025-12-04T17:29:30.269" v="8593" actId="47"/>
        <pc:sldMkLst>
          <pc:docMk/>
          <pc:sldMk cId="1322492099" sldId="2146847233"/>
        </pc:sldMkLst>
      </pc:sldChg>
      <pc:sldChg chg="addSp delSp modSp add mod ord modTransition">
        <pc:chgData name="Lopez Castillo Andres" userId="2e27fc3e-7c87-40db-a2d5-e84c9bef559c" providerId="ADAL" clId="{4DC4D5CB-579A-4623-A012-AA51A9F280AB}" dt="2025-12-17T23:24:53.066" v="26552" actId="20577"/>
        <pc:sldMkLst>
          <pc:docMk/>
          <pc:sldMk cId="2001615704" sldId="2146847234"/>
        </pc:sldMkLst>
        <pc:spChg chg="mod">
          <ac:chgData name="Lopez Castillo Andres" userId="2e27fc3e-7c87-40db-a2d5-e84c9bef559c" providerId="ADAL" clId="{4DC4D5CB-579A-4623-A012-AA51A9F280AB}" dt="2025-12-04T20:29:51.326" v="12914" actId="790"/>
          <ac:spMkLst>
            <pc:docMk/>
            <pc:sldMk cId="2001615704" sldId="2146847234"/>
            <ac:spMk id="3" creationId="{F1FF1982-2CAB-D826-640A-0E6BF615D430}"/>
          </ac:spMkLst>
        </pc:spChg>
        <pc:spChg chg="mod">
          <ac:chgData name="Lopez Castillo Andres" userId="2e27fc3e-7c87-40db-a2d5-e84c9bef559c" providerId="ADAL" clId="{4DC4D5CB-579A-4623-A012-AA51A9F280AB}" dt="2025-12-17T23:24:53.066" v="26552" actId="20577"/>
          <ac:spMkLst>
            <pc:docMk/>
            <pc:sldMk cId="2001615704" sldId="2146847234"/>
            <ac:spMk id="6" creationId="{9B3F86AB-B894-C808-9B9A-E3323D948C64}"/>
          </ac:spMkLst>
        </pc:spChg>
        <pc:spChg chg="add mod">
          <ac:chgData name="Lopez Castillo Andres" userId="2e27fc3e-7c87-40db-a2d5-e84c9bef559c" providerId="ADAL" clId="{4DC4D5CB-579A-4623-A012-AA51A9F280AB}" dt="2025-12-05T13:46:33.581" v="16575" actId="1036"/>
          <ac:spMkLst>
            <pc:docMk/>
            <pc:sldMk cId="2001615704" sldId="2146847234"/>
            <ac:spMk id="11" creationId="{F909CA6C-0CC7-9CFD-38C5-FE1738D392A6}"/>
          </ac:spMkLst>
        </pc:spChg>
        <pc:spChg chg="add mod">
          <ac:chgData name="Lopez Castillo Andres" userId="2e27fc3e-7c87-40db-a2d5-e84c9bef559c" providerId="ADAL" clId="{4DC4D5CB-579A-4623-A012-AA51A9F280AB}" dt="2025-12-10T15:04:38.768" v="16873" actId="113"/>
          <ac:spMkLst>
            <pc:docMk/>
            <pc:sldMk cId="2001615704" sldId="2146847234"/>
            <ac:spMk id="27" creationId="{A2673E59-FF1B-2C2B-A855-CE5FCD453EF0}"/>
          </ac:spMkLst>
        </pc:spChg>
        <pc:spChg chg="add mod">
          <ac:chgData name="Lopez Castillo Andres" userId="2e27fc3e-7c87-40db-a2d5-e84c9bef559c" providerId="ADAL" clId="{4DC4D5CB-579A-4623-A012-AA51A9F280AB}" dt="2025-12-05T13:46:05.193" v="16518" actId="207"/>
          <ac:spMkLst>
            <pc:docMk/>
            <pc:sldMk cId="2001615704" sldId="2146847234"/>
            <ac:spMk id="28" creationId="{B8DDC27F-F253-80DC-F04E-671401EDAF36}"/>
          </ac:spMkLst>
        </pc:spChg>
        <pc:spChg chg="add mod">
          <ac:chgData name="Lopez Castillo Andres" userId="2e27fc3e-7c87-40db-a2d5-e84c9bef559c" providerId="ADAL" clId="{4DC4D5CB-579A-4623-A012-AA51A9F280AB}" dt="2025-12-05T13:23:51.777" v="16517" actId="14100"/>
          <ac:spMkLst>
            <pc:docMk/>
            <pc:sldMk cId="2001615704" sldId="2146847234"/>
            <ac:spMk id="52" creationId="{2392F205-1C00-FFA7-BC02-B139ED895BF2}"/>
          </ac:spMkLst>
        </pc:spChg>
        <pc:spChg chg="add mod">
          <ac:chgData name="Lopez Castillo Andres" userId="2e27fc3e-7c87-40db-a2d5-e84c9bef559c" providerId="ADAL" clId="{4DC4D5CB-579A-4623-A012-AA51A9F280AB}" dt="2025-12-05T13:46:05.193" v="16518" actId="207"/>
          <ac:spMkLst>
            <pc:docMk/>
            <pc:sldMk cId="2001615704" sldId="2146847234"/>
            <ac:spMk id="53" creationId="{B27FBF32-CC59-97E5-41EE-77DE4E97305C}"/>
          </ac:spMkLst>
        </pc:spChg>
        <pc:spChg chg="add mod">
          <ac:chgData name="Lopez Castillo Andres" userId="2e27fc3e-7c87-40db-a2d5-e84c9bef559c" providerId="ADAL" clId="{4DC4D5CB-579A-4623-A012-AA51A9F280AB}" dt="2025-12-05T13:46:51.615" v="16617" actId="1038"/>
          <ac:spMkLst>
            <pc:docMk/>
            <pc:sldMk cId="2001615704" sldId="2146847234"/>
            <ac:spMk id="54" creationId="{5D7BB637-48C0-0AFD-B8E6-291626F202CA}"/>
          </ac:spMkLst>
        </pc:spChg>
        <pc:grpChg chg="add mod">
          <ac:chgData name="Lopez Castillo Andres" userId="2e27fc3e-7c87-40db-a2d5-e84c9bef559c" providerId="ADAL" clId="{4DC4D5CB-579A-4623-A012-AA51A9F280AB}" dt="2025-12-05T07:26:34.854" v="12970" actId="1076"/>
          <ac:grpSpMkLst>
            <pc:docMk/>
            <pc:sldMk cId="2001615704" sldId="2146847234"/>
            <ac:grpSpMk id="26" creationId="{508D33D8-30E0-022D-CFB5-0C3CC40DBAC0}"/>
          </ac:grpSpMkLst>
        </pc:grpChg>
        <pc:grpChg chg="add mod">
          <ac:chgData name="Lopez Castillo Andres" userId="2e27fc3e-7c87-40db-a2d5-e84c9bef559c" providerId="ADAL" clId="{4DC4D5CB-579A-4623-A012-AA51A9F280AB}" dt="2025-12-05T13:46:51.615" v="16617" actId="1038"/>
          <ac:grpSpMkLst>
            <pc:docMk/>
            <pc:sldMk cId="2001615704" sldId="2146847234"/>
            <ac:grpSpMk id="37" creationId="{ADB553C7-71C6-695C-28F8-A4ACCB5BDA94}"/>
          </ac:grpSpMkLst>
        </pc:grpChg>
        <pc:grpChg chg="add mod">
          <ac:chgData name="Lopez Castillo Andres" userId="2e27fc3e-7c87-40db-a2d5-e84c9bef559c" providerId="ADAL" clId="{4DC4D5CB-579A-4623-A012-AA51A9F280AB}" dt="2025-12-05T13:46:33.581" v="16575" actId="1036"/>
          <ac:grpSpMkLst>
            <pc:docMk/>
            <pc:sldMk cId="2001615704" sldId="2146847234"/>
            <ac:grpSpMk id="38" creationId="{CFC76EDB-9AFC-4573-0956-443465EE51EC}"/>
          </ac:grpSpMkLst>
        </pc:grpChg>
        <pc:grpChg chg="add mod">
          <ac:chgData name="Lopez Castillo Andres" userId="2e27fc3e-7c87-40db-a2d5-e84c9bef559c" providerId="ADAL" clId="{4DC4D5CB-579A-4623-A012-AA51A9F280AB}" dt="2025-12-05T13:46:51.615" v="16617" actId="1038"/>
          <ac:grpSpMkLst>
            <pc:docMk/>
            <pc:sldMk cId="2001615704" sldId="2146847234"/>
            <ac:grpSpMk id="40" creationId="{3EDA6EF2-D639-71B1-CC35-70AEADF1E0D3}"/>
          </ac:grpSpMkLst>
        </pc:grpChg>
        <pc:grpChg chg="add mod">
          <ac:chgData name="Lopez Castillo Andres" userId="2e27fc3e-7c87-40db-a2d5-e84c9bef559c" providerId="ADAL" clId="{4DC4D5CB-579A-4623-A012-AA51A9F280AB}" dt="2025-12-05T13:16:10.174" v="16355" actId="14100"/>
          <ac:grpSpMkLst>
            <pc:docMk/>
            <pc:sldMk cId="2001615704" sldId="2146847234"/>
            <ac:grpSpMk id="49" creationId="{11E4777D-8D2A-16A0-D092-3CAD08752AF7}"/>
          </ac:grpSpMkLst>
        </pc:grpChg>
        <pc:picChg chg="add mod">
          <ac:chgData name="Lopez Castillo Andres" userId="2e27fc3e-7c87-40db-a2d5-e84c9bef559c" providerId="ADAL" clId="{4DC4D5CB-579A-4623-A012-AA51A9F280AB}" dt="2025-12-05T13:46:33.581" v="16575" actId="1036"/>
          <ac:picMkLst>
            <pc:docMk/>
            <pc:sldMk cId="2001615704" sldId="2146847234"/>
            <ac:picMk id="9" creationId="{B545DD9E-EDE5-A5A0-FFD6-C3FB4A3264B1}"/>
          </ac:picMkLst>
        </pc:picChg>
        <pc:picChg chg="add mod">
          <ac:chgData name="Lopez Castillo Andres" userId="2e27fc3e-7c87-40db-a2d5-e84c9bef559c" providerId="ADAL" clId="{4DC4D5CB-579A-4623-A012-AA51A9F280AB}" dt="2025-12-05T13:46:33.581" v="16575" actId="1036"/>
          <ac:picMkLst>
            <pc:docMk/>
            <pc:sldMk cId="2001615704" sldId="2146847234"/>
            <ac:picMk id="10" creationId="{9750F413-CF51-2911-065E-0B5DC44F577D}"/>
          </ac:picMkLst>
        </pc:picChg>
        <pc:picChg chg="add mod">
          <ac:chgData name="Lopez Castillo Andres" userId="2e27fc3e-7c87-40db-a2d5-e84c9bef559c" providerId="ADAL" clId="{4DC4D5CB-579A-4623-A012-AA51A9F280AB}" dt="2025-12-05T13:46:33.581" v="16575" actId="1036"/>
          <ac:picMkLst>
            <pc:docMk/>
            <pc:sldMk cId="2001615704" sldId="2146847234"/>
            <ac:picMk id="14" creationId="{1DB52370-0539-5C23-B422-0D18750B9FCD}"/>
          </ac:picMkLst>
        </pc:picChg>
        <pc:picChg chg="add mod modCrop">
          <ac:chgData name="Lopez Castillo Andres" userId="2e27fc3e-7c87-40db-a2d5-e84c9bef559c" providerId="ADAL" clId="{4DC4D5CB-579A-4623-A012-AA51A9F280AB}" dt="2025-12-05T13:46:33.581" v="16575" actId="1036"/>
          <ac:picMkLst>
            <pc:docMk/>
            <pc:sldMk cId="2001615704" sldId="2146847234"/>
            <ac:picMk id="15" creationId="{C4CA3B0D-5E8C-B9A2-27C1-62197DE40CAB}"/>
          </ac:picMkLst>
        </pc:picChg>
        <pc:picChg chg="add mod modCrop">
          <ac:chgData name="Lopez Castillo Andres" userId="2e27fc3e-7c87-40db-a2d5-e84c9bef559c" providerId="ADAL" clId="{4DC4D5CB-579A-4623-A012-AA51A9F280AB}" dt="2025-12-05T13:46:33.581" v="16575" actId="1036"/>
          <ac:picMkLst>
            <pc:docMk/>
            <pc:sldMk cId="2001615704" sldId="2146847234"/>
            <ac:picMk id="19" creationId="{809B88CA-8B9F-A6CC-8DC1-6B0600A04B06}"/>
          </ac:picMkLst>
        </pc:picChg>
        <pc:picChg chg="add mod">
          <ac:chgData name="Lopez Castillo Andres" userId="2e27fc3e-7c87-40db-a2d5-e84c9bef559c" providerId="ADAL" clId="{4DC4D5CB-579A-4623-A012-AA51A9F280AB}" dt="2025-12-05T13:46:51.615" v="16617" actId="1038"/>
          <ac:picMkLst>
            <pc:docMk/>
            <pc:sldMk cId="2001615704" sldId="2146847234"/>
            <ac:picMk id="24" creationId="{4B55AEBE-4BEA-1D6D-BEE4-E8EDE6D8DE45}"/>
          </ac:picMkLst>
        </pc:picChg>
        <pc:picChg chg="add mod">
          <ac:chgData name="Lopez Castillo Andres" userId="2e27fc3e-7c87-40db-a2d5-e84c9bef559c" providerId="ADAL" clId="{4DC4D5CB-579A-4623-A012-AA51A9F280AB}" dt="2025-12-05T13:46:51.615" v="16617" actId="1038"/>
          <ac:picMkLst>
            <pc:docMk/>
            <pc:sldMk cId="2001615704" sldId="2146847234"/>
            <ac:picMk id="32" creationId="{C59E5E18-9BBE-A8D1-D870-3A2C6340C9C9}"/>
          </ac:picMkLst>
        </pc:picChg>
        <pc:picChg chg="add mod">
          <ac:chgData name="Lopez Castillo Andres" userId="2e27fc3e-7c87-40db-a2d5-e84c9bef559c" providerId="ADAL" clId="{4DC4D5CB-579A-4623-A012-AA51A9F280AB}" dt="2025-12-05T13:46:51.615" v="16617" actId="1038"/>
          <ac:picMkLst>
            <pc:docMk/>
            <pc:sldMk cId="2001615704" sldId="2146847234"/>
            <ac:picMk id="55" creationId="{92D062AB-D9A2-6F86-9F23-86BB72AF2B7A}"/>
          </ac:picMkLst>
        </pc:picChg>
        <pc:picChg chg="add mod">
          <ac:chgData name="Lopez Castillo Andres" userId="2e27fc3e-7c87-40db-a2d5-e84c9bef559c" providerId="ADAL" clId="{4DC4D5CB-579A-4623-A012-AA51A9F280AB}" dt="2025-12-05T13:46:51.615" v="16617" actId="1038"/>
          <ac:picMkLst>
            <pc:docMk/>
            <pc:sldMk cId="2001615704" sldId="2146847234"/>
            <ac:picMk id="2054" creationId="{AB966A07-2D52-7B28-4A7F-F3BEBD7865A8}"/>
          </ac:picMkLst>
        </pc:picChg>
        <pc:picChg chg="add mod">
          <ac:chgData name="Lopez Castillo Andres" userId="2e27fc3e-7c87-40db-a2d5-e84c9bef559c" providerId="ADAL" clId="{4DC4D5CB-579A-4623-A012-AA51A9F280AB}" dt="2025-12-05T13:46:51.615" v="16617" actId="1038"/>
          <ac:picMkLst>
            <pc:docMk/>
            <pc:sldMk cId="2001615704" sldId="2146847234"/>
            <ac:picMk id="2056" creationId="{7C7B91EB-FFE3-2CF7-1113-BA1BA571E267}"/>
          </ac:picMkLst>
        </pc:picChg>
        <pc:picChg chg="add mod">
          <ac:chgData name="Lopez Castillo Andres" userId="2e27fc3e-7c87-40db-a2d5-e84c9bef559c" providerId="ADAL" clId="{4DC4D5CB-579A-4623-A012-AA51A9F280AB}" dt="2025-12-05T13:46:51.615" v="16617" actId="1038"/>
          <ac:picMkLst>
            <pc:docMk/>
            <pc:sldMk cId="2001615704" sldId="2146847234"/>
            <ac:picMk id="2058" creationId="{29425439-3994-AC89-9F4D-D0A67411FC6A}"/>
          </ac:picMkLst>
        </pc:picChg>
        <pc:cxnChg chg="add mod">
          <ac:chgData name="Lopez Castillo Andres" userId="2e27fc3e-7c87-40db-a2d5-e84c9bef559c" providerId="ADAL" clId="{4DC4D5CB-579A-4623-A012-AA51A9F280AB}" dt="2025-12-05T13:46:33.581" v="16575" actId="1036"/>
          <ac:cxnSpMkLst>
            <pc:docMk/>
            <pc:sldMk cId="2001615704" sldId="2146847234"/>
            <ac:cxnSpMk id="16" creationId="{8CBAFB78-B4B9-A394-D993-B5E1D3057F83}"/>
          </ac:cxnSpMkLst>
        </pc:cxnChg>
        <pc:cxnChg chg="add mod">
          <ac:chgData name="Lopez Castillo Andres" userId="2e27fc3e-7c87-40db-a2d5-e84c9bef559c" providerId="ADAL" clId="{4DC4D5CB-579A-4623-A012-AA51A9F280AB}" dt="2025-12-05T13:46:33.581" v="16575" actId="1036"/>
          <ac:cxnSpMkLst>
            <pc:docMk/>
            <pc:sldMk cId="2001615704" sldId="2146847234"/>
            <ac:cxnSpMk id="22" creationId="{3E60A27F-462C-4B0D-0C61-06315D040C25}"/>
          </ac:cxnSpMkLst>
        </pc:cxnChg>
        <pc:cxnChg chg="add mod">
          <ac:chgData name="Lopez Castillo Andres" userId="2e27fc3e-7c87-40db-a2d5-e84c9bef559c" providerId="ADAL" clId="{4DC4D5CB-579A-4623-A012-AA51A9F280AB}" dt="2025-12-04T20:04:48.104" v="10678" actId="12789"/>
          <ac:cxnSpMkLst>
            <pc:docMk/>
            <pc:sldMk cId="2001615704" sldId="2146847234"/>
            <ac:cxnSpMk id="25" creationId="{ABE1F904-CF36-D5C1-CD13-66FFAD7C68C9}"/>
          </ac:cxnSpMkLst>
        </pc:cxnChg>
        <pc:cxnChg chg="add mod">
          <ac:chgData name="Lopez Castillo Andres" userId="2e27fc3e-7c87-40db-a2d5-e84c9bef559c" providerId="ADAL" clId="{4DC4D5CB-579A-4623-A012-AA51A9F280AB}" dt="2025-12-05T07:27:00.510" v="12973" actId="208"/>
          <ac:cxnSpMkLst>
            <pc:docMk/>
            <pc:sldMk cId="2001615704" sldId="2146847234"/>
            <ac:cxnSpMk id="29" creationId="{C8CE8345-1D2A-9EE2-30B2-58E7713DA3C5}"/>
          </ac:cxnSpMkLst>
        </pc:cxnChg>
        <pc:cxnChg chg="add mod">
          <ac:chgData name="Lopez Castillo Andres" userId="2e27fc3e-7c87-40db-a2d5-e84c9bef559c" providerId="ADAL" clId="{4DC4D5CB-579A-4623-A012-AA51A9F280AB}" dt="2025-12-05T07:27:00.510" v="12973" actId="208"/>
          <ac:cxnSpMkLst>
            <pc:docMk/>
            <pc:sldMk cId="2001615704" sldId="2146847234"/>
            <ac:cxnSpMk id="30" creationId="{309ADF77-C5DA-B9ED-D48C-844D54F8B30A}"/>
          </ac:cxnSpMkLst>
        </pc:cxnChg>
        <pc:cxnChg chg="add mod">
          <ac:chgData name="Lopez Castillo Andres" userId="2e27fc3e-7c87-40db-a2d5-e84c9bef559c" providerId="ADAL" clId="{4DC4D5CB-579A-4623-A012-AA51A9F280AB}" dt="2025-12-05T13:21:07.246" v="16444" actId="12788"/>
          <ac:cxnSpMkLst>
            <pc:docMk/>
            <pc:sldMk cId="2001615704" sldId="2146847234"/>
            <ac:cxnSpMk id="36" creationId="{297B0CEA-37DD-9E22-18DD-29AD02D551B7}"/>
          </ac:cxnSpMkLst>
        </pc:cxnChg>
        <pc:cxnChg chg="add mod">
          <ac:chgData name="Lopez Castillo Andres" userId="2e27fc3e-7c87-40db-a2d5-e84c9bef559c" providerId="ADAL" clId="{4DC4D5CB-579A-4623-A012-AA51A9F280AB}" dt="2025-12-05T13:21:07.246" v="16444" actId="12788"/>
          <ac:cxnSpMkLst>
            <pc:docMk/>
            <pc:sldMk cId="2001615704" sldId="2146847234"/>
            <ac:cxnSpMk id="39" creationId="{091C37AB-8DEC-688F-A770-0DD96203C36E}"/>
          </ac:cxnSpMkLst>
        </pc:cxnChg>
        <pc:cxnChg chg="add mod">
          <ac:chgData name="Lopez Castillo Andres" userId="2e27fc3e-7c87-40db-a2d5-e84c9bef559c" providerId="ADAL" clId="{4DC4D5CB-579A-4623-A012-AA51A9F280AB}" dt="2025-12-05T13:46:22.241" v="16529" actId="1038"/>
          <ac:cxnSpMkLst>
            <pc:docMk/>
            <pc:sldMk cId="2001615704" sldId="2146847234"/>
            <ac:cxnSpMk id="43" creationId="{B3CEA039-DB86-A1DE-2C68-15AE99D37A9D}"/>
          </ac:cxnSpMkLst>
        </pc:cxnChg>
        <pc:cxnChg chg="mod">
          <ac:chgData name="Lopez Castillo Andres" userId="2e27fc3e-7c87-40db-a2d5-e84c9bef559c" providerId="ADAL" clId="{4DC4D5CB-579A-4623-A012-AA51A9F280AB}" dt="2025-12-05T13:16:17.341" v="16387" actId="14100"/>
          <ac:cxnSpMkLst>
            <pc:docMk/>
            <pc:sldMk cId="2001615704" sldId="2146847234"/>
            <ac:cxnSpMk id="50" creationId="{99EF5CC2-1DED-1490-F52A-22CECE9D3EB6}"/>
          </ac:cxnSpMkLst>
        </pc:cxnChg>
        <pc:cxnChg chg="mod">
          <ac:chgData name="Lopez Castillo Andres" userId="2e27fc3e-7c87-40db-a2d5-e84c9bef559c" providerId="ADAL" clId="{4DC4D5CB-579A-4623-A012-AA51A9F280AB}" dt="2025-12-05T07:27:17.949" v="12978" actId="208"/>
          <ac:cxnSpMkLst>
            <pc:docMk/>
            <pc:sldMk cId="2001615704" sldId="2146847234"/>
            <ac:cxnSpMk id="51" creationId="{80A29EEB-BD10-FC8A-80E2-E6DC92400DE5}"/>
          </ac:cxnSpMkLst>
        </pc:cxnChg>
        <pc:cxnChg chg="add mod">
          <ac:chgData name="Lopez Castillo Andres" userId="2e27fc3e-7c87-40db-a2d5-e84c9bef559c" providerId="ADAL" clId="{4DC4D5CB-579A-4623-A012-AA51A9F280AB}" dt="2025-12-05T13:46:51.615" v="16617" actId="1038"/>
          <ac:cxnSpMkLst>
            <pc:docMk/>
            <pc:sldMk cId="2001615704" sldId="2146847234"/>
            <ac:cxnSpMk id="56" creationId="{F851FEC5-85A6-F2E3-2708-4AFC49162118}"/>
          </ac:cxnSpMkLst>
        </pc:cxnChg>
      </pc:sldChg>
      <pc:sldChg chg="addSp delSp modSp add mod modTransition modNotesTx">
        <pc:chgData name="Lopez Castillo Andres" userId="2e27fc3e-7c87-40db-a2d5-e84c9bef559c" providerId="ADAL" clId="{4DC4D5CB-579A-4623-A012-AA51A9F280AB}" dt="2025-12-17T23:26:36.089" v="26564" actId="6549"/>
        <pc:sldMkLst>
          <pc:docMk/>
          <pc:sldMk cId="1453022245" sldId="2146847235"/>
        </pc:sldMkLst>
        <pc:spChg chg="mod">
          <ac:chgData name="Lopez Castillo Andres" userId="2e27fc3e-7c87-40db-a2d5-e84c9bef559c" providerId="ADAL" clId="{4DC4D5CB-579A-4623-A012-AA51A9F280AB}" dt="2025-12-04T15:04:41.379" v="6775" actId="1076"/>
          <ac:spMkLst>
            <pc:docMk/>
            <pc:sldMk cId="1453022245" sldId="2146847235"/>
            <ac:spMk id="3" creationId="{CB649075-F48B-3498-20D9-F5EC0786BD51}"/>
          </ac:spMkLst>
        </pc:spChg>
        <pc:spChg chg="mod">
          <ac:chgData name="Lopez Castillo Andres" userId="2e27fc3e-7c87-40db-a2d5-e84c9bef559c" providerId="ADAL" clId="{4DC4D5CB-579A-4623-A012-AA51A9F280AB}" dt="2025-12-04T09:30:01.060" v="4488"/>
          <ac:spMkLst>
            <pc:docMk/>
            <pc:sldMk cId="1453022245" sldId="2146847235"/>
            <ac:spMk id="5" creationId="{A61A26D2-29A7-CECC-A12A-99BEF5903079}"/>
          </ac:spMkLst>
        </pc:spChg>
        <pc:spChg chg="mod">
          <ac:chgData name="Lopez Castillo Andres" userId="2e27fc3e-7c87-40db-a2d5-e84c9bef559c" providerId="ADAL" clId="{4DC4D5CB-579A-4623-A012-AA51A9F280AB}" dt="2025-12-04T09:29:09.626" v="4483" actId="20577"/>
          <ac:spMkLst>
            <pc:docMk/>
            <pc:sldMk cId="1453022245" sldId="2146847235"/>
            <ac:spMk id="6" creationId="{12EAF6E5-F16B-60D0-5B74-ECD30AC234A3}"/>
          </ac:spMkLst>
        </pc:spChg>
        <pc:spChg chg="mod">
          <ac:chgData name="Lopez Castillo Andres" userId="2e27fc3e-7c87-40db-a2d5-e84c9bef559c" providerId="ADAL" clId="{4DC4D5CB-579A-4623-A012-AA51A9F280AB}" dt="2025-12-04T09:30:01.060" v="4488"/>
          <ac:spMkLst>
            <pc:docMk/>
            <pc:sldMk cId="1453022245" sldId="2146847235"/>
            <ac:spMk id="9" creationId="{44CCC974-ED18-7324-ADFD-5420C3000ED6}"/>
          </ac:spMkLst>
        </pc:spChg>
        <pc:spChg chg="mod">
          <ac:chgData name="Lopez Castillo Andres" userId="2e27fc3e-7c87-40db-a2d5-e84c9bef559c" providerId="ADAL" clId="{4DC4D5CB-579A-4623-A012-AA51A9F280AB}" dt="2025-12-04T20:29:51.326" v="12914" actId="790"/>
          <ac:spMkLst>
            <pc:docMk/>
            <pc:sldMk cId="1453022245" sldId="2146847235"/>
            <ac:spMk id="11" creationId="{712183B4-D16F-0FB0-E7FE-B4006AA69E03}"/>
          </ac:spMkLst>
        </pc:spChg>
        <pc:spChg chg="mod">
          <ac:chgData name="Lopez Castillo Andres" userId="2e27fc3e-7c87-40db-a2d5-e84c9bef559c" providerId="ADAL" clId="{4DC4D5CB-579A-4623-A012-AA51A9F280AB}" dt="2025-12-04T09:30:01.060" v="4488"/>
          <ac:spMkLst>
            <pc:docMk/>
            <pc:sldMk cId="1453022245" sldId="2146847235"/>
            <ac:spMk id="12" creationId="{19183FFD-3D27-38F4-9700-D2BA8C011CE1}"/>
          </ac:spMkLst>
        </pc:spChg>
        <pc:spChg chg="mod">
          <ac:chgData name="Lopez Castillo Andres" userId="2e27fc3e-7c87-40db-a2d5-e84c9bef559c" providerId="ADAL" clId="{4DC4D5CB-579A-4623-A012-AA51A9F280AB}" dt="2025-12-04T09:30:01.060" v="4488"/>
          <ac:spMkLst>
            <pc:docMk/>
            <pc:sldMk cId="1453022245" sldId="2146847235"/>
            <ac:spMk id="15" creationId="{9701867B-24D0-3A50-7B88-EFC6D1EF20EF}"/>
          </ac:spMkLst>
        </pc:spChg>
        <pc:spChg chg="mod">
          <ac:chgData name="Lopez Castillo Andres" userId="2e27fc3e-7c87-40db-a2d5-e84c9bef559c" providerId="ADAL" clId="{4DC4D5CB-579A-4623-A012-AA51A9F280AB}" dt="2025-12-04T09:30:01.060" v="4488"/>
          <ac:spMkLst>
            <pc:docMk/>
            <pc:sldMk cId="1453022245" sldId="2146847235"/>
            <ac:spMk id="18" creationId="{E988591B-A6FD-B713-5C89-CE2D699E9EC6}"/>
          </ac:spMkLst>
        </pc:spChg>
        <pc:spChg chg="mod">
          <ac:chgData name="Lopez Castillo Andres" userId="2e27fc3e-7c87-40db-a2d5-e84c9bef559c" providerId="ADAL" clId="{4DC4D5CB-579A-4623-A012-AA51A9F280AB}" dt="2025-12-04T09:30:01.060" v="4488"/>
          <ac:spMkLst>
            <pc:docMk/>
            <pc:sldMk cId="1453022245" sldId="2146847235"/>
            <ac:spMk id="21" creationId="{86C91E25-B41D-73B6-5497-2C53E9EA7E60}"/>
          </ac:spMkLst>
        </pc:spChg>
        <pc:spChg chg="add mod topLvl">
          <ac:chgData name="Lopez Castillo Andres" userId="2e27fc3e-7c87-40db-a2d5-e84c9bef559c" providerId="ADAL" clId="{4DC4D5CB-579A-4623-A012-AA51A9F280AB}" dt="2025-12-04T19:22:25.373" v="8715" actId="1035"/>
          <ac:spMkLst>
            <pc:docMk/>
            <pc:sldMk cId="1453022245" sldId="2146847235"/>
            <ac:spMk id="26" creationId="{27C8DED9-0703-ED54-2AB1-35BA68ABEAD7}"/>
          </ac:spMkLst>
        </pc:spChg>
        <pc:spChg chg="add mod">
          <ac:chgData name="Lopez Castillo Andres" userId="2e27fc3e-7c87-40db-a2d5-e84c9bef559c" providerId="ADAL" clId="{4DC4D5CB-579A-4623-A012-AA51A9F280AB}" dt="2025-12-05T13:06:50.159" v="16045" actId="208"/>
          <ac:spMkLst>
            <pc:docMk/>
            <pc:sldMk cId="1453022245" sldId="2146847235"/>
            <ac:spMk id="39" creationId="{C932FF46-E90C-7550-A332-18B0AA0195F0}"/>
          </ac:spMkLst>
        </pc:spChg>
        <pc:spChg chg="add mod">
          <ac:chgData name="Lopez Castillo Andres" userId="2e27fc3e-7c87-40db-a2d5-e84c9bef559c" providerId="ADAL" clId="{4DC4D5CB-579A-4623-A012-AA51A9F280AB}" dt="2025-12-05T13:08:36.368" v="16054" actId="408"/>
          <ac:spMkLst>
            <pc:docMk/>
            <pc:sldMk cId="1453022245" sldId="2146847235"/>
            <ac:spMk id="42" creationId="{FD95014D-4A81-F7C3-1629-8F397058AEFE}"/>
          </ac:spMkLst>
        </pc:spChg>
        <pc:spChg chg="mod">
          <ac:chgData name="Lopez Castillo Andres" userId="2e27fc3e-7c87-40db-a2d5-e84c9bef559c" providerId="ADAL" clId="{4DC4D5CB-579A-4623-A012-AA51A9F280AB}" dt="2025-12-05T13:03:14.297" v="15893" actId="1036"/>
          <ac:spMkLst>
            <pc:docMk/>
            <pc:sldMk cId="1453022245" sldId="2146847235"/>
            <ac:spMk id="47" creationId="{FBD4E1ED-592D-DC09-C411-2EDD3B9B6C11}"/>
          </ac:spMkLst>
        </pc:spChg>
        <pc:spChg chg="mod">
          <ac:chgData name="Lopez Castillo Andres" userId="2e27fc3e-7c87-40db-a2d5-e84c9bef559c" providerId="ADAL" clId="{4DC4D5CB-579A-4623-A012-AA51A9F280AB}" dt="2025-12-05T13:03:14.297" v="15893" actId="1036"/>
          <ac:spMkLst>
            <pc:docMk/>
            <pc:sldMk cId="1453022245" sldId="2146847235"/>
            <ac:spMk id="52" creationId="{2E3DCE20-FCC4-1901-51B0-9078DF630F36}"/>
          </ac:spMkLst>
        </pc:spChg>
        <pc:spChg chg="mod">
          <ac:chgData name="Lopez Castillo Andres" userId="2e27fc3e-7c87-40db-a2d5-e84c9bef559c" providerId="ADAL" clId="{4DC4D5CB-579A-4623-A012-AA51A9F280AB}" dt="2025-12-04T19:22:29.958" v="8727" actId="1035"/>
          <ac:spMkLst>
            <pc:docMk/>
            <pc:sldMk cId="1453022245" sldId="2146847235"/>
            <ac:spMk id="63" creationId="{F014FB1D-40D3-52A4-E254-7744DF96C1CF}"/>
          </ac:spMkLst>
        </pc:spChg>
        <pc:spChg chg="mod">
          <ac:chgData name="Lopez Castillo Andres" userId="2e27fc3e-7c87-40db-a2d5-e84c9bef559c" providerId="ADAL" clId="{4DC4D5CB-579A-4623-A012-AA51A9F280AB}" dt="2025-12-05T13:03:20.676" v="15920" actId="1036"/>
          <ac:spMkLst>
            <pc:docMk/>
            <pc:sldMk cId="1453022245" sldId="2146847235"/>
            <ac:spMk id="67" creationId="{5412C0F3-612D-1EF7-0EB5-7DC5F616C8C4}"/>
          </ac:spMkLst>
        </pc:spChg>
        <pc:spChg chg="mod">
          <ac:chgData name="Lopez Castillo Andres" userId="2e27fc3e-7c87-40db-a2d5-e84c9bef559c" providerId="ADAL" clId="{4DC4D5CB-579A-4623-A012-AA51A9F280AB}" dt="2025-12-05T13:03:20.676" v="15920" actId="1036"/>
          <ac:spMkLst>
            <pc:docMk/>
            <pc:sldMk cId="1453022245" sldId="2146847235"/>
            <ac:spMk id="69" creationId="{F7D6798B-1557-3025-5078-E06964C988D2}"/>
          </ac:spMkLst>
        </pc:spChg>
        <pc:spChg chg="mod">
          <ac:chgData name="Lopez Castillo Andres" userId="2e27fc3e-7c87-40db-a2d5-e84c9bef559c" providerId="ADAL" clId="{4DC4D5CB-579A-4623-A012-AA51A9F280AB}" dt="2025-12-04T19:22:29.958" v="8727" actId="1035"/>
          <ac:spMkLst>
            <pc:docMk/>
            <pc:sldMk cId="1453022245" sldId="2146847235"/>
            <ac:spMk id="72" creationId="{201F763D-75DE-011C-40B5-8486E9CF6212}"/>
          </ac:spMkLst>
        </pc:spChg>
        <pc:spChg chg="mod">
          <ac:chgData name="Lopez Castillo Andres" userId="2e27fc3e-7c87-40db-a2d5-e84c9bef559c" providerId="ADAL" clId="{4DC4D5CB-579A-4623-A012-AA51A9F280AB}" dt="2025-12-05T13:03:20.676" v="15920" actId="1036"/>
          <ac:spMkLst>
            <pc:docMk/>
            <pc:sldMk cId="1453022245" sldId="2146847235"/>
            <ac:spMk id="76" creationId="{183D2F27-CB97-8D7E-3691-126402D1B587}"/>
          </ac:spMkLst>
        </pc:spChg>
        <pc:spChg chg="mod">
          <ac:chgData name="Lopez Castillo Andres" userId="2e27fc3e-7c87-40db-a2d5-e84c9bef559c" providerId="ADAL" clId="{4DC4D5CB-579A-4623-A012-AA51A9F280AB}" dt="2025-12-04T19:22:29.958" v="8727" actId="1035"/>
          <ac:spMkLst>
            <pc:docMk/>
            <pc:sldMk cId="1453022245" sldId="2146847235"/>
            <ac:spMk id="79" creationId="{389E0047-4848-C950-C8DB-40EE316C2599}"/>
          </ac:spMkLst>
        </pc:spChg>
        <pc:spChg chg="mod">
          <ac:chgData name="Lopez Castillo Andres" userId="2e27fc3e-7c87-40db-a2d5-e84c9bef559c" providerId="ADAL" clId="{4DC4D5CB-579A-4623-A012-AA51A9F280AB}" dt="2025-12-05T13:03:20.676" v="15920" actId="1036"/>
          <ac:spMkLst>
            <pc:docMk/>
            <pc:sldMk cId="1453022245" sldId="2146847235"/>
            <ac:spMk id="81" creationId="{6E39E10A-6D28-EC50-9F10-17DA0EC8104D}"/>
          </ac:spMkLst>
        </pc:spChg>
        <pc:spChg chg="mod">
          <ac:chgData name="Lopez Castillo Andres" userId="2e27fc3e-7c87-40db-a2d5-e84c9bef559c" providerId="ADAL" clId="{4DC4D5CB-579A-4623-A012-AA51A9F280AB}" dt="2025-12-04T20:29:51.326" v="12914" actId="790"/>
          <ac:spMkLst>
            <pc:docMk/>
            <pc:sldMk cId="1453022245" sldId="2146847235"/>
            <ac:spMk id="88" creationId="{B08784BD-079A-BE19-0DF4-CF46CC744E88}"/>
          </ac:spMkLst>
        </pc:spChg>
        <pc:spChg chg="mod">
          <ac:chgData name="Lopez Castillo Andres" userId="2e27fc3e-7c87-40db-a2d5-e84c9bef559c" providerId="ADAL" clId="{4DC4D5CB-579A-4623-A012-AA51A9F280AB}" dt="2025-12-04T20:29:51.326" v="12914" actId="790"/>
          <ac:spMkLst>
            <pc:docMk/>
            <pc:sldMk cId="1453022245" sldId="2146847235"/>
            <ac:spMk id="98" creationId="{2380C84B-803E-0A8C-1E89-18E6EE6800EB}"/>
          </ac:spMkLst>
        </pc:spChg>
        <pc:spChg chg="mod">
          <ac:chgData name="Lopez Castillo Andres" userId="2e27fc3e-7c87-40db-a2d5-e84c9bef559c" providerId="ADAL" clId="{4DC4D5CB-579A-4623-A012-AA51A9F280AB}" dt="2025-12-05T13:03:20.676" v="15920" actId="1036"/>
          <ac:spMkLst>
            <pc:docMk/>
            <pc:sldMk cId="1453022245" sldId="2146847235"/>
            <ac:spMk id="102" creationId="{240FA8F8-AF0B-6242-55A9-9010DD21E92F}"/>
          </ac:spMkLst>
        </pc:spChg>
        <pc:spChg chg="mod">
          <ac:chgData name="Lopez Castillo Andres" userId="2e27fc3e-7c87-40db-a2d5-e84c9bef559c" providerId="ADAL" clId="{4DC4D5CB-579A-4623-A012-AA51A9F280AB}" dt="2025-12-05T13:03:14.297" v="15893" actId="1036"/>
          <ac:spMkLst>
            <pc:docMk/>
            <pc:sldMk cId="1453022245" sldId="2146847235"/>
            <ac:spMk id="108" creationId="{37849673-B7BF-1BCA-E780-A8F6A9CD8846}"/>
          </ac:spMkLst>
        </pc:spChg>
        <pc:spChg chg="mod">
          <ac:chgData name="Lopez Castillo Andres" userId="2e27fc3e-7c87-40db-a2d5-e84c9bef559c" providerId="ADAL" clId="{4DC4D5CB-579A-4623-A012-AA51A9F280AB}" dt="2025-12-05T13:03:14.297" v="15893" actId="1036"/>
          <ac:spMkLst>
            <pc:docMk/>
            <pc:sldMk cId="1453022245" sldId="2146847235"/>
            <ac:spMk id="110" creationId="{08865996-5114-6816-0336-FFDC6E609DA0}"/>
          </ac:spMkLst>
        </pc:spChg>
        <pc:spChg chg="mod">
          <ac:chgData name="Lopez Castillo Andres" userId="2e27fc3e-7c87-40db-a2d5-e84c9bef559c" providerId="ADAL" clId="{4DC4D5CB-579A-4623-A012-AA51A9F280AB}" dt="2025-12-05T13:03:14.297" v="15893" actId="1036"/>
          <ac:spMkLst>
            <pc:docMk/>
            <pc:sldMk cId="1453022245" sldId="2146847235"/>
            <ac:spMk id="114" creationId="{916D4009-0877-C213-7CB3-50C23CBC67AE}"/>
          </ac:spMkLst>
        </pc:spChg>
        <pc:spChg chg="mod">
          <ac:chgData name="Lopez Castillo Andres" userId="2e27fc3e-7c87-40db-a2d5-e84c9bef559c" providerId="ADAL" clId="{4DC4D5CB-579A-4623-A012-AA51A9F280AB}" dt="2025-12-05T13:03:20.676" v="15920" actId="1036"/>
          <ac:spMkLst>
            <pc:docMk/>
            <pc:sldMk cId="1453022245" sldId="2146847235"/>
            <ac:spMk id="115" creationId="{F4545445-301C-6EA9-11FA-A13D46A24A1B}"/>
          </ac:spMkLst>
        </pc:spChg>
        <pc:spChg chg="mod">
          <ac:chgData name="Lopez Castillo Andres" userId="2e27fc3e-7c87-40db-a2d5-e84c9bef559c" providerId="ADAL" clId="{4DC4D5CB-579A-4623-A012-AA51A9F280AB}" dt="2025-12-04T19:22:29.958" v="8727" actId="1035"/>
          <ac:spMkLst>
            <pc:docMk/>
            <pc:sldMk cId="1453022245" sldId="2146847235"/>
            <ac:spMk id="118" creationId="{F0CE6898-3FC8-B9A4-2F6D-AA2D82793D86}"/>
          </ac:spMkLst>
        </pc:spChg>
        <pc:spChg chg="mod">
          <ac:chgData name="Lopez Castillo Andres" userId="2e27fc3e-7c87-40db-a2d5-e84c9bef559c" providerId="ADAL" clId="{4DC4D5CB-579A-4623-A012-AA51A9F280AB}" dt="2025-12-05T13:03:20.676" v="15920" actId="1036"/>
          <ac:spMkLst>
            <pc:docMk/>
            <pc:sldMk cId="1453022245" sldId="2146847235"/>
            <ac:spMk id="124" creationId="{49B7CA5E-8837-F619-E17D-0ECCA5C68564}"/>
          </ac:spMkLst>
        </pc:spChg>
        <pc:spChg chg="mod">
          <ac:chgData name="Lopez Castillo Andres" userId="2e27fc3e-7c87-40db-a2d5-e84c9bef559c" providerId="ADAL" clId="{4DC4D5CB-579A-4623-A012-AA51A9F280AB}" dt="2025-12-05T13:03:20.676" v="15920" actId="1036"/>
          <ac:spMkLst>
            <pc:docMk/>
            <pc:sldMk cId="1453022245" sldId="2146847235"/>
            <ac:spMk id="127" creationId="{939BDFE7-3407-08CB-2B00-3E00C6A88BBE}"/>
          </ac:spMkLst>
        </pc:spChg>
        <pc:spChg chg="mod">
          <ac:chgData name="Lopez Castillo Andres" userId="2e27fc3e-7c87-40db-a2d5-e84c9bef559c" providerId="ADAL" clId="{4DC4D5CB-579A-4623-A012-AA51A9F280AB}" dt="2025-12-05T13:03:20.676" v="15920" actId="1036"/>
          <ac:spMkLst>
            <pc:docMk/>
            <pc:sldMk cId="1453022245" sldId="2146847235"/>
            <ac:spMk id="128" creationId="{264680D4-B063-602D-8ABC-26999B02AA12}"/>
          </ac:spMkLst>
        </pc:spChg>
        <pc:spChg chg="mod">
          <ac:chgData name="Lopez Castillo Andres" userId="2e27fc3e-7c87-40db-a2d5-e84c9bef559c" providerId="ADAL" clId="{4DC4D5CB-579A-4623-A012-AA51A9F280AB}" dt="2025-12-05T13:03:20.676" v="15920" actId="1036"/>
          <ac:spMkLst>
            <pc:docMk/>
            <pc:sldMk cId="1453022245" sldId="2146847235"/>
            <ac:spMk id="130" creationId="{1649DDF6-010A-F745-EB84-7F39AA7DF3AA}"/>
          </ac:spMkLst>
        </pc:spChg>
        <pc:spChg chg="mod">
          <ac:chgData name="Lopez Castillo Andres" userId="2e27fc3e-7c87-40db-a2d5-e84c9bef559c" providerId="ADAL" clId="{4DC4D5CB-579A-4623-A012-AA51A9F280AB}" dt="2025-12-05T13:03:14.297" v="15893" actId="1036"/>
          <ac:spMkLst>
            <pc:docMk/>
            <pc:sldMk cId="1453022245" sldId="2146847235"/>
            <ac:spMk id="133" creationId="{D8304BCE-BE4B-B4FC-207D-2174D1E781E1}"/>
          </ac:spMkLst>
        </pc:spChg>
        <pc:spChg chg="mod">
          <ac:chgData name="Lopez Castillo Andres" userId="2e27fc3e-7c87-40db-a2d5-e84c9bef559c" providerId="ADAL" clId="{4DC4D5CB-579A-4623-A012-AA51A9F280AB}" dt="2025-12-04T20:29:51.326" v="12914" actId="790"/>
          <ac:spMkLst>
            <pc:docMk/>
            <pc:sldMk cId="1453022245" sldId="2146847235"/>
            <ac:spMk id="134" creationId="{46E51891-F251-62EF-A9E8-88BDDDF8AFDC}"/>
          </ac:spMkLst>
        </pc:spChg>
        <pc:spChg chg="mod">
          <ac:chgData name="Lopez Castillo Andres" userId="2e27fc3e-7c87-40db-a2d5-e84c9bef559c" providerId="ADAL" clId="{4DC4D5CB-579A-4623-A012-AA51A9F280AB}" dt="2025-12-04T20:29:51.326" v="12914" actId="790"/>
          <ac:spMkLst>
            <pc:docMk/>
            <pc:sldMk cId="1453022245" sldId="2146847235"/>
            <ac:spMk id="137" creationId="{D5576495-A5A0-F9B1-AB7B-E83666299BB3}"/>
          </ac:spMkLst>
        </pc:spChg>
        <pc:spChg chg="mod">
          <ac:chgData name="Lopez Castillo Andres" userId="2e27fc3e-7c87-40db-a2d5-e84c9bef559c" providerId="ADAL" clId="{4DC4D5CB-579A-4623-A012-AA51A9F280AB}" dt="2025-12-04T20:29:51.326" v="12914" actId="790"/>
          <ac:spMkLst>
            <pc:docMk/>
            <pc:sldMk cId="1453022245" sldId="2146847235"/>
            <ac:spMk id="139" creationId="{DDDC0C50-EDFF-09FA-8608-3BAC6E54ECA3}"/>
          </ac:spMkLst>
        </pc:spChg>
        <pc:spChg chg="mod">
          <ac:chgData name="Lopez Castillo Andres" userId="2e27fc3e-7c87-40db-a2d5-e84c9bef559c" providerId="ADAL" clId="{4DC4D5CB-579A-4623-A012-AA51A9F280AB}" dt="2025-12-05T13:03:14.297" v="15893" actId="1036"/>
          <ac:spMkLst>
            <pc:docMk/>
            <pc:sldMk cId="1453022245" sldId="2146847235"/>
            <ac:spMk id="146" creationId="{86A6E701-0724-497B-2CFC-5546A6F60663}"/>
          </ac:spMkLst>
        </pc:spChg>
        <pc:spChg chg="mod">
          <ac:chgData name="Lopez Castillo Andres" userId="2e27fc3e-7c87-40db-a2d5-e84c9bef559c" providerId="ADAL" clId="{4DC4D5CB-579A-4623-A012-AA51A9F280AB}" dt="2025-12-04T20:29:51.326" v="12914" actId="790"/>
          <ac:spMkLst>
            <pc:docMk/>
            <pc:sldMk cId="1453022245" sldId="2146847235"/>
            <ac:spMk id="150" creationId="{02B8A737-C68F-20A0-CCCA-2E93CDB5D3DF}"/>
          </ac:spMkLst>
        </pc:spChg>
        <pc:spChg chg="mod">
          <ac:chgData name="Lopez Castillo Andres" userId="2e27fc3e-7c87-40db-a2d5-e84c9bef559c" providerId="ADAL" clId="{4DC4D5CB-579A-4623-A012-AA51A9F280AB}" dt="2025-12-04T20:29:51.326" v="12914" actId="790"/>
          <ac:spMkLst>
            <pc:docMk/>
            <pc:sldMk cId="1453022245" sldId="2146847235"/>
            <ac:spMk id="152" creationId="{84431E76-351A-0F34-BF37-CF4B52BE2392}"/>
          </ac:spMkLst>
        </pc:spChg>
        <pc:spChg chg="add mod">
          <ac:chgData name="Lopez Castillo Andres" userId="2e27fc3e-7c87-40db-a2d5-e84c9bef559c" providerId="ADAL" clId="{4DC4D5CB-579A-4623-A012-AA51A9F280AB}" dt="2025-12-04T20:26:53.023" v="12735" actId="6549"/>
          <ac:spMkLst>
            <pc:docMk/>
            <pc:sldMk cId="1453022245" sldId="2146847235"/>
            <ac:spMk id="174" creationId="{71A0200F-5AF0-C3CF-CDAA-9AB5EFFC4FD3}"/>
          </ac:spMkLst>
        </pc:spChg>
        <pc:spChg chg="add mod">
          <ac:chgData name="Lopez Castillo Andres" userId="2e27fc3e-7c87-40db-a2d5-e84c9bef559c" providerId="ADAL" clId="{4DC4D5CB-579A-4623-A012-AA51A9F280AB}" dt="2025-12-05T13:03:14.297" v="15893" actId="1036"/>
          <ac:spMkLst>
            <pc:docMk/>
            <pc:sldMk cId="1453022245" sldId="2146847235"/>
            <ac:spMk id="184" creationId="{DF359537-22F7-04D6-5566-F38F74860276}"/>
          </ac:spMkLst>
        </pc:spChg>
        <pc:spChg chg="add mod">
          <ac:chgData name="Lopez Castillo Andres" userId="2e27fc3e-7c87-40db-a2d5-e84c9bef559c" providerId="ADAL" clId="{4DC4D5CB-579A-4623-A012-AA51A9F280AB}" dt="2025-12-05T13:03:04.450" v="15880" actId="1076"/>
          <ac:spMkLst>
            <pc:docMk/>
            <pc:sldMk cId="1453022245" sldId="2146847235"/>
            <ac:spMk id="206" creationId="{053B8577-B3C0-1108-43D3-9FB7FDF1F54D}"/>
          </ac:spMkLst>
        </pc:spChg>
        <pc:spChg chg="mod">
          <ac:chgData name="Lopez Castillo Andres" userId="2e27fc3e-7c87-40db-a2d5-e84c9bef559c" providerId="ADAL" clId="{4DC4D5CB-579A-4623-A012-AA51A9F280AB}" dt="2025-12-04T15:59:58.447" v="7206" actId="113"/>
          <ac:spMkLst>
            <pc:docMk/>
            <pc:sldMk cId="1453022245" sldId="2146847235"/>
            <ac:spMk id="228" creationId="{C0A3DDA7-B559-A8BA-0FDD-3320484C7213}"/>
          </ac:spMkLst>
        </pc:spChg>
        <pc:grpChg chg="mod">
          <ac:chgData name="Lopez Castillo Andres" userId="2e27fc3e-7c87-40db-a2d5-e84c9bef559c" providerId="ADAL" clId="{4DC4D5CB-579A-4623-A012-AA51A9F280AB}" dt="2025-12-05T13:02:29.181" v="15854" actId="1036"/>
          <ac:grpSpMkLst>
            <pc:docMk/>
            <pc:sldMk cId="1453022245" sldId="2146847235"/>
            <ac:grpSpMk id="2" creationId="{B73FAE0B-09F2-5A3F-47FF-80DD28104D7E}"/>
          </ac:grpSpMkLst>
        </pc:grpChg>
        <pc:grpChg chg="mod">
          <ac:chgData name="Lopez Castillo Andres" userId="2e27fc3e-7c87-40db-a2d5-e84c9bef559c" providerId="ADAL" clId="{4DC4D5CB-579A-4623-A012-AA51A9F280AB}" dt="2025-12-05T13:02:29.181" v="15854" actId="1036"/>
          <ac:grpSpMkLst>
            <pc:docMk/>
            <pc:sldMk cId="1453022245" sldId="2146847235"/>
            <ac:grpSpMk id="7" creationId="{A2762298-AD7F-1498-F715-04E316CE486E}"/>
          </ac:grpSpMkLst>
        </pc:grpChg>
        <pc:grpChg chg="mod">
          <ac:chgData name="Lopez Castillo Andres" userId="2e27fc3e-7c87-40db-a2d5-e84c9bef559c" providerId="ADAL" clId="{4DC4D5CB-579A-4623-A012-AA51A9F280AB}" dt="2025-12-05T13:02:29.181" v="15854" actId="1036"/>
          <ac:grpSpMkLst>
            <pc:docMk/>
            <pc:sldMk cId="1453022245" sldId="2146847235"/>
            <ac:grpSpMk id="10" creationId="{1CDE68F5-68C4-76DC-E4EF-286647C0AB13}"/>
          </ac:grpSpMkLst>
        </pc:grpChg>
        <pc:grpChg chg="add mod">
          <ac:chgData name="Lopez Castillo Andres" userId="2e27fc3e-7c87-40db-a2d5-e84c9bef559c" providerId="ADAL" clId="{4DC4D5CB-579A-4623-A012-AA51A9F280AB}" dt="2025-12-05T13:02:29.181" v="15854" actId="1036"/>
          <ac:grpSpMkLst>
            <pc:docMk/>
            <pc:sldMk cId="1453022245" sldId="2146847235"/>
            <ac:grpSpMk id="13" creationId="{ED64A6CD-DEB7-0F33-62A1-7250EF25DACF}"/>
          </ac:grpSpMkLst>
        </pc:grpChg>
        <pc:grpChg chg="add mod">
          <ac:chgData name="Lopez Castillo Andres" userId="2e27fc3e-7c87-40db-a2d5-e84c9bef559c" providerId="ADAL" clId="{4DC4D5CB-579A-4623-A012-AA51A9F280AB}" dt="2025-12-05T13:02:29.181" v="15854" actId="1036"/>
          <ac:grpSpMkLst>
            <pc:docMk/>
            <pc:sldMk cId="1453022245" sldId="2146847235"/>
            <ac:grpSpMk id="16" creationId="{646C5C58-48B5-DA18-4A63-D38A93AA691C}"/>
          </ac:grpSpMkLst>
        </pc:grpChg>
        <pc:grpChg chg="add mod">
          <ac:chgData name="Lopez Castillo Andres" userId="2e27fc3e-7c87-40db-a2d5-e84c9bef559c" providerId="ADAL" clId="{4DC4D5CB-579A-4623-A012-AA51A9F280AB}" dt="2025-12-05T13:02:29.181" v="15854" actId="1036"/>
          <ac:grpSpMkLst>
            <pc:docMk/>
            <pc:sldMk cId="1453022245" sldId="2146847235"/>
            <ac:grpSpMk id="19" creationId="{76BEED93-03F7-DA88-5C88-B01D9836E61B}"/>
          </ac:grpSpMkLst>
        </pc:grpChg>
        <pc:grpChg chg="mod">
          <ac:chgData name="Lopez Castillo Andres" userId="2e27fc3e-7c87-40db-a2d5-e84c9bef559c" providerId="ADAL" clId="{4DC4D5CB-579A-4623-A012-AA51A9F280AB}" dt="2025-12-04T19:20:22.264" v="8622" actId="404"/>
          <ac:grpSpMkLst>
            <pc:docMk/>
            <pc:sldMk cId="1453022245" sldId="2146847235"/>
            <ac:grpSpMk id="211" creationId="{A014EF8A-C8A0-EF26-6196-DAB744694994}"/>
          </ac:grpSpMkLst>
        </pc:grpChg>
        <pc:grpChg chg="add mod">
          <ac:chgData name="Lopez Castillo Andres" userId="2e27fc3e-7c87-40db-a2d5-e84c9bef559c" providerId="ADAL" clId="{4DC4D5CB-579A-4623-A012-AA51A9F280AB}" dt="2025-12-05T13:02:29.181" v="15854" actId="1036"/>
          <ac:grpSpMkLst>
            <pc:docMk/>
            <pc:sldMk cId="1453022245" sldId="2146847235"/>
            <ac:grpSpMk id="226" creationId="{51F6E812-9441-49EC-C031-4D89F8F301B3}"/>
          </ac:grpSpMkLst>
        </pc:grpChg>
        <pc:picChg chg="add mod topLvl">
          <ac:chgData name="Lopez Castillo Andres" userId="2e27fc3e-7c87-40db-a2d5-e84c9bef559c" providerId="ADAL" clId="{4DC4D5CB-579A-4623-A012-AA51A9F280AB}" dt="2025-12-05T08:28:18.375" v="15200" actId="1037"/>
          <ac:picMkLst>
            <pc:docMk/>
            <pc:sldMk cId="1453022245" sldId="2146847235"/>
            <ac:picMk id="25" creationId="{4E1ED857-3179-41D0-941A-85AD86F7A996}"/>
          </ac:picMkLst>
        </pc:picChg>
        <pc:picChg chg="add mod">
          <ac:chgData name="Lopez Castillo Andres" userId="2e27fc3e-7c87-40db-a2d5-e84c9bef559c" providerId="ADAL" clId="{4DC4D5CB-579A-4623-A012-AA51A9F280AB}" dt="2025-12-05T13:08:36.368" v="16054" actId="408"/>
          <ac:picMkLst>
            <pc:docMk/>
            <pc:sldMk cId="1453022245" sldId="2146847235"/>
            <ac:picMk id="30" creationId="{014ED086-2166-E196-F4EE-05103A8C46E7}"/>
          </ac:picMkLst>
        </pc:picChg>
        <pc:picChg chg="add mod">
          <ac:chgData name="Lopez Castillo Andres" userId="2e27fc3e-7c87-40db-a2d5-e84c9bef559c" providerId="ADAL" clId="{4DC4D5CB-579A-4623-A012-AA51A9F280AB}" dt="2025-12-05T13:06:36.301" v="16042" actId="1037"/>
          <ac:picMkLst>
            <pc:docMk/>
            <pc:sldMk cId="1453022245" sldId="2146847235"/>
            <ac:picMk id="32" creationId="{0EE0FC37-478E-7491-B023-03AE7113DC9D}"/>
          </ac:picMkLst>
        </pc:picChg>
        <pc:picChg chg="add mod">
          <ac:chgData name="Lopez Castillo Andres" userId="2e27fc3e-7c87-40db-a2d5-e84c9bef559c" providerId="ADAL" clId="{4DC4D5CB-579A-4623-A012-AA51A9F280AB}" dt="2025-12-05T13:06:36.301" v="16042" actId="1037"/>
          <ac:picMkLst>
            <pc:docMk/>
            <pc:sldMk cId="1453022245" sldId="2146847235"/>
            <ac:picMk id="34" creationId="{3E305FBD-5ECA-64D8-1B76-448AD19B1233}"/>
          </ac:picMkLst>
        </pc:picChg>
        <pc:picChg chg="add mod">
          <ac:chgData name="Lopez Castillo Andres" userId="2e27fc3e-7c87-40db-a2d5-e84c9bef559c" providerId="ADAL" clId="{4DC4D5CB-579A-4623-A012-AA51A9F280AB}" dt="2025-12-04T19:21:53.648" v="8643" actId="1076"/>
          <ac:picMkLst>
            <pc:docMk/>
            <pc:sldMk cId="1453022245" sldId="2146847235"/>
            <ac:picMk id="173" creationId="{35C95C4B-FE1D-B0D6-51F2-AA7647427DF4}"/>
          </ac:picMkLst>
        </pc:picChg>
        <pc:picChg chg="add mod">
          <ac:chgData name="Lopez Castillo Andres" userId="2e27fc3e-7c87-40db-a2d5-e84c9bef559c" providerId="ADAL" clId="{4DC4D5CB-579A-4623-A012-AA51A9F280AB}" dt="2025-12-04T19:22:41.143" v="8753" actId="1035"/>
          <ac:picMkLst>
            <pc:docMk/>
            <pc:sldMk cId="1453022245" sldId="2146847235"/>
            <ac:picMk id="183" creationId="{89F03FF2-9E17-ED27-5C11-A24C82A70D41}"/>
          </ac:picMkLst>
        </pc:picChg>
        <pc:picChg chg="add mod">
          <ac:chgData name="Lopez Castillo Andres" userId="2e27fc3e-7c87-40db-a2d5-e84c9bef559c" providerId="ADAL" clId="{4DC4D5CB-579A-4623-A012-AA51A9F280AB}" dt="2025-12-05T13:03:04.450" v="15880" actId="1076"/>
          <ac:picMkLst>
            <pc:docMk/>
            <pc:sldMk cId="1453022245" sldId="2146847235"/>
            <ac:picMk id="208" creationId="{4B356BD3-D6C4-6BC6-9888-186B2820E812}"/>
          </ac:picMkLst>
        </pc:picChg>
        <pc:picChg chg="add mod">
          <ac:chgData name="Lopez Castillo Andres" userId="2e27fc3e-7c87-40db-a2d5-e84c9bef559c" providerId="ADAL" clId="{4DC4D5CB-579A-4623-A012-AA51A9F280AB}" dt="2025-12-05T13:03:04.450" v="15880" actId="1076"/>
          <ac:picMkLst>
            <pc:docMk/>
            <pc:sldMk cId="1453022245" sldId="2146847235"/>
            <ac:picMk id="213" creationId="{C55B7336-FF01-B953-2915-B64216B04121}"/>
          </ac:picMkLst>
        </pc:picChg>
        <pc:picChg chg="add mod">
          <ac:chgData name="Lopez Castillo Andres" userId="2e27fc3e-7c87-40db-a2d5-e84c9bef559c" providerId="ADAL" clId="{4DC4D5CB-579A-4623-A012-AA51A9F280AB}" dt="2025-12-05T13:03:04.450" v="15880" actId="1076"/>
          <ac:picMkLst>
            <pc:docMk/>
            <pc:sldMk cId="1453022245" sldId="2146847235"/>
            <ac:picMk id="218" creationId="{46F68EF2-6766-921E-0D50-028C4E6AA0B8}"/>
          </ac:picMkLst>
        </pc:picChg>
        <pc:picChg chg="add mod">
          <ac:chgData name="Lopez Castillo Andres" userId="2e27fc3e-7c87-40db-a2d5-e84c9bef559c" providerId="ADAL" clId="{4DC4D5CB-579A-4623-A012-AA51A9F280AB}" dt="2025-12-05T13:03:04.450" v="15880" actId="1076"/>
          <ac:picMkLst>
            <pc:docMk/>
            <pc:sldMk cId="1453022245" sldId="2146847235"/>
            <ac:picMk id="220" creationId="{0CF4C013-542F-F050-0D83-DDA93AD8FABB}"/>
          </ac:picMkLst>
        </pc:picChg>
        <pc:picChg chg="add mod">
          <ac:chgData name="Lopez Castillo Andres" userId="2e27fc3e-7c87-40db-a2d5-e84c9bef559c" providerId="ADAL" clId="{4DC4D5CB-579A-4623-A012-AA51A9F280AB}" dt="2025-12-05T13:03:04.450" v="15880" actId="1076"/>
          <ac:picMkLst>
            <pc:docMk/>
            <pc:sldMk cId="1453022245" sldId="2146847235"/>
            <ac:picMk id="1028" creationId="{3B92CF90-1E3E-7C75-97C7-F2700FCF5ACD}"/>
          </ac:picMkLst>
        </pc:picChg>
        <pc:cxnChg chg="add mod">
          <ac:chgData name="Lopez Castillo Andres" userId="2e27fc3e-7c87-40db-a2d5-e84c9bef559c" providerId="ADAL" clId="{4DC4D5CB-579A-4623-A012-AA51A9F280AB}" dt="2025-12-05T08:28:18.375" v="15200" actId="1037"/>
          <ac:cxnSpMkLst>
            <pc:docMk/>
            <pc:sldMk cId="1453022245" sldId="2146847235"/>
            <ac:cxnSpMk id="158" creationId="{DEDAA2BE-5BE5-EFC2-ED5F-728688F99357}"/>
          </ac:cxnSpMkLst>
        </pc:cxnChg>
        <pc:cxnChg chg="add mod">
          <ac:chgData name="Lopez Castillo Andres" userId="2e27fc3e-7c87-40db-a2d5-e84c9bef559c" providerId="ADAL" clId="{4DC4D5CB-579A-4623-A012-AA51A9F280AB}" dt="2025-12-04T19:25:37.640" v="8972" actId="33986"/>
          <ac:cxnSpMkLst>
            <pc:docMk/>
            <pc:sldMk cId="1453022245" sldId="2146847235"/>
            <ac:cxnSpMk id="175" creationId="{23274F9F-5B43-76D1-66F6-6CA24BC293E8}"/>
          </ac:cxnSpMkLst>
        </pc:cxnChg>
        <pc:cxnChg chg="add mod">
          <ac:chgData name="Lopez Castillo Andres" userId="2e27fc3e-7c87-40db-a2d5-e84c9bef559c" providerId="ADAL" clId="{4DC4D5CB-579A-4623-A012-AA51A9F280AB}" dt="2025-12-04T19:22:41.143" v="8753" actId="1035"/>
          <ac:cxnSpMkLst>
            <pc:docMk/>
            <pc:sldMk cId="1453022245" sldId="2146847235"/>
            <ac:cxnSpMk id="185" creationId="{844B5AF9-EF0E-73F5-7B5A-627D637AC85E}"/>
          </ac:cxnSpMkLst>
        </pc:cxnChg>
        <pc:cxnChg chg="add mod">
          <ac:chgData name="Lopez Castillo Andres" userId="2e27fc3e-7c87-40db-a2d5-e84c9bef559c" providerId="ADAL" clId="{4DC4D5CB-579A-4623-A012-AA51A9F280AB}" dt="2025-12-05T13:03:04.450" v="15880" actId="1076"/>
          <ac:cxnSpMkLst>
            <pc:docMk/>
            <pc:sldMk cId="1453022245" sldId="2146847235"/>
            <ac:cxnSpMk id="209" creationId="{9FC980AF-4B48-6A19-2CC2-93ADAB861FA0}"/>
          </ac:cxnSpMkLst>
        </pc:cxnChg>
        <pc:cxnChg chg="add mod">
          <ac:chgData name="Lopez Castillo Andres" userId="2e27fc3e-7c87-40db-a2d5-e84c9bef559c" providerId="ADAL" clId="{4DC4D5CB-579A-4623-A012-AA51A9F280AB}" dt="2025-12-05T13:03:04.450" v="15880" actId="1076"/>
          <ac:cxnSpMkLst>
            <pc:docMk/>
            <pc:sldMk cId="1453022245" sldId="2146847235"/>
            <ac:cxnSpMk id="219" creationId="{A53D8808-04CC-556A-04E6-3DBD1063082A}"/>
          </ac:cxnSpMkLst>
        </pc:cxnChg>
        <pc:cxnChg chg="mod">
          <ac:chgData name="Lopez Castillo Andres" userId="2e27fc3e-7c87-40db-a2d5-e84c9bef559c" providerId="ADAL" clId="{4DC4D5CB-579A-4623-A012-AA51A9F280AB}" dt="2025-12-04T16:00:02.956" v="7207" actId="208"/>
          <ac:cxnSpMkLst>
            <pc:docMk/>
            <pc:sldMk cId="1453022245" sldId="2146847235"/>
            <ac:cxnSpMk id="227" creationId="{43E4F2EC-E2A9-C284-BADB-80DFD13552CA}"/>
          </ac:cxnSpMkLst>
        </pc:cxnChg>
      </pc:sldChg>
      <pc:sldChg chg="addSp delSp modSp add del mod">
        <pc:chgData name="Lopez Castillo Andres" userId="2e27fc3e-7c87-40db-a2d5-e84c9bef559c" providerId="ADAL" clId="{4DC4D5CB-579A-4623-A012-AA51A9F280AB}" dt="2025-12-04T17:29:31.346" v="8594" actId="47"/>
        <pc:sldMkLst>
          <pc:docMk/>
          <pc:sldMk cId="1945466928" sldId="2146847236"/>
        </pc:sldMkLst>
      </pc:sldChg>
      <pc:sldChg chg="addSp delSp modSp add del mod">
        <pc:chgData name="Lopez Castillo Andres" userId="2e27fc3e-7c87-40db-a2d5-e84c9bef559c" providerId="ADAL" clId="{4DC4D5CB-579A-4623-A012-AA51A9F280AB}" dt="2025-12-04T17:29:29.340" v="8592" actId="47"/>
        <pc:sldMkLst>
          <pc:docMk/>
          <pc:sldMk cId="4210874772" sldId="2146847237"/>
        </pc:sldMkLst>
      </pc:sldChg>
      <pc:sldChg chg="addSp delSp modSp add del mod">
        <pc:chgData name="Lopez Castillo Andres" userId="2e27fc3e-7c87-40db-a2d5-e84c9bef559c" providerId="ADAL" clId="{4DC4D5CB-579A-4623-A012-AA51A9F280AB}" dt="2025-12-04T17:29:23.861" v="8590" actId="47"/>
        <pc:sldMkLst>
          <pc:docMk/>
          <pc:sldMk cId="871482158" sldId="2146847238"/>
        </pc:sldMkLst>
      </pc:sldChg>
      <pc:sldChg chg="addSp delSp modSp add mod ord modTransition">
        <pc:chgData name="Lopez Castillo Andres" userId="2e27fc3e-7c87-40db-a2d5-e84c9bef559c" providerId="ADAL" clId="{4DC4D5CB-579A-4623-A012-AA51A9F280AB}" dt="2025-12-17T23:25:05.237" v="26562" actId="20577"/>
        <pc:sldMkLst>
          <pc:docMk/>
          <pc:sldMk cId="2771064051" sldId="2146847239"/>
        </pc:sldMkLst>
        <pc:spChg chg="mod">
          <ac:chgData name="Lopez Castillo Andres" userId="2e27fc3e-7c87-40db-a2d5-e84c9bef559c" providerId="ADAL" clId="{4DC4D5CB-579A-4623-A012-AA51A9F280AB}" dt="2025-12-17T23:25:05.237" v="26562" actId="20577"/>
          <ac:spMkLst>
            <pc:docMk/>
            <pc:sldMk cId="2771064051" sldId="2146847239"/>
            <ac:spMk id="6" creationId="{643C9333-8877-FEFD-6E94-41E1CDBDC894}"/>
          </ac:spMkLst>
        </pc:spChg>
        <pc:spChg chg="add mod">
          <ac:chgData name="Lopez Castillo Andres" userId="2e27fc3e-7c87-40db-a2d5-e84c9bef559c" providerId="ADAL" clId="{4DC4D5CB-579A-4623-A012-AA51A9F280AB}" dt="2025-12-16T17:26:00.458" v="18528" actId="207"/>
          <ac:spMkLst>
            <pc:docMk/>
            <pc:sldMk cId="2771064051" sldId="2146847239"/>
            <ac:spMk id="42" creationId="{BEE41B40-4F12-D9F7-DD75-8E71A7764BD2}"/>
          </ac:spMkLst>
        </pc:spChg>
        <pc:spChg chg="mod">
          <ac:chgData name="Lopez Castillo Andres" userId="2e27fc3e-7c87-40db-a2d5-e84c9bef559c" providerId="ADAL" clId="{4DC4D5CB-579A-4623-A012-AA51A9F280AB}" dt="2025-12-16T17:25:55.474" v="18527" actId="208"/>
          <ac:spMkLst>
            <pc:docMk/>
            <pc:sldMk cId="2771064051" sldId="2146847239"/>
            <ac:spMk id="43" creationId="{F016C50F-6633-C148-591A-7B173CA0A982}"/>
          </ac:spMkLst>
        </pc:spChg>
        <pc:spChg chg="mod">
          <ac:chgData name="Lopez Castillo Andres" userId="2e27fc3e-7c87-40db-a2d5-e84c9bef559c" providerId="ADAL" clId="{4DC4D5CB-579A-4623-A012-AA51A9F280AB}" dt="2025-12-04T20:30:36.022" v="12968" actId="20577"/>
          <ac:spMkLst>
            <pc:docMk/>
            <pc:sldMk cId="2771064051" sldId="2146847239"/>
            <ac:spMk id="44" creationId="{CF8FABB0-CA78-E50C-8171-CA42D30BC99C}"/>
          </ac:spMkLst>
        </pc:spChg>
        <pc:spChg chg="mod">
          <ac:chgData name="Lopez Castillo Andres" userId="2e27fc3e-7c87-40db-a2d5-e84c9bef559c" providerId="ADAL" clId="{4DC4D5CB-579A-4623-A012-AA51A9F280AB}" dt="2025-12-04T19:29:55.237" v="9006" actId="207"/>
          <ac:spMkLst>
            <pc:docMk/>
            <pc:sldMk cId="2771064051" sldId="2146847239"/>
            <ac:spMk id="45" creationId="{6376E79F-E24A-162C-D3CE-B42A97DA47DE}"/>
          </ac:spMkLst>
        </pc:spChg>
        <pc:spChg chg="add mod">
          <ac:chgData name="Lopez Castillo Andres" userId="2e27fc3e-7c87-40db-a2d5-e84c9bef559c" providerId="ADAL" clId="{4DC4D5CB-579A-4623-A012-AA51A9F280AB}" dt="2025-12-04T20:29:51.326" v="12914" actId="790"/>
          <ac:spMkLst>
            <pc:docMk/>
            <pc:sldMk cId="2771064051" sldId="2146847239"/>
            <ac:spMk id="46" creationId="{4054921A-DC4B-BE97-1661-D44657C57ED2}"/>
          </ac:spMkLst>
        </pc:spChg>
        <pc:spChg chg="add mod">
          <ac:chgData name="Lopez Castillo Andres" userId="2e27fc3e-7c87-40db-a2d5-e84c9bef559c" providerId="ADAL" clId="{4DC4D5CB-579A-4623-A012-AA51A9F280AB}" dt="2025-12-04T20:29:51.326" v="12914" actId="790"/>
          <ac:spMkLst>
            <pc:docMk/>
            <pc:sldMk cId="2771064051" sldId="2146847239"/>
            <ac:spMk id="47" creationId="{6E502015-BB50-F4D0-DA71-CE797B4F7975}"/>
          </ac:spMkLst>
        </pc:spChg>
        <pc:spChg chg="mod">
          <ac:chgData name="Lopez Castillo Andres" userId="2e27fc3e-7c87-40db-a2d5-e84c9bef559c" providerId="ADAL" clId="{4DC4D5CB-579A-4623-A012-AA51A9F280AB}" dt="2025-12-04T20:22:33.154" v="12732" actId="207"/>
          <ac:spMkLst>
            <pc:docMk/>
            <pc:sldMk cId="2771064051" sldId="2146847239"/>
            <ac:spMk id="48" creationId="{2CF3ADC9-44F8-7CBD-B27A-A517C255AA43}"/>
          </ac:spMkLst>
        </pc:spChg>
        <pc:spChg chg="mod">
          <ac:chgData name="Lopez Castillo Andres" userId="2e27fc3e-7c87-40db-a2d5-e84c9bef559c" providerId="ADAL" clId="{4DC4D5CB-579A-4623-A012-AA51A9F280AB}" dt="2025-12-04T20:29:18.237" v="12911" actId="207"/>
          <ac:spMkLst>
            <pc:docMk/>
            <pc:sldMk cId="2771064051" sldId="2146847239"/>
            <ac:spMk id="49" creationId="{D4A60612-C18A-2AB5-E169-A94D0BD413AF}"/>
          </ac:spMkLst>
        </pc:spChg>
        <pc:spChg chg="mod">
          <ac:chgData name="Lopez Castillo Andres" userId="2e27fc3e-7c87-40db-a2d5-e84c9bef559c" providerId="ADAL" clId="{4DC4D5CB-579A-4623-A012-AA51A9F280AB}" dt="2025-12-04T20:22:28.624" v="12731" actId="207"/>
          <ac:spMkLst>
            <pc:docMk/>
            <pc:sldMk cId="2771064051" sldId="2146847239"/>
            <ac:spMk id="50" creationId="{8FB5FDC8-54A2-1F87-AB2A-CE718C81C11B}"/>
          </ac:spMkLst>
        </pc:spChg>
        <pc:spChg chg="mod">
          <ac:chgData name="Lopez Castillo Andres" userId="2e27fc3e-7c87-40db-a2d5-e84c9bef559c" providerId="ADAL" clId="{4DC4D5CB-579A-4623-A012-AA51A9F280AB}" dt="2025-12-04T20:29:07.969" v="12907" actId="207"/>
          <ac:spMkLst>
            <pc:docMk/>
            <pc:sldMk cId="2771064051" sldId="2146847239"/>
            <ac:spMk id="51" creationId="{45515039-4B43-03E2-17AD-CD8BCEC0A997}"/>
          </ac:spMkLst>
        </pc:spChg>
        <pc:spChg chg="add mod">
          <ac:chgData name="Lopez Castillo Andres" userId="2e27fc3e-7c87-40db-a2d5-e84c9bef559c" providerId="ADAL" clId="{4DC4D5CB-579A-4623-A012-AA51A9F280AB}" dt="2025-12-04T20:29:51.326" v="12914" actId="790"/>
          <ac:spMkLst>
            <pc:docMk/>
            <pc:sldMk cId="2771064051" sldId="2146847239"/>
            <ac:spMk id="75" creationId="{8EF53D24-DC17-F10E-95EB-B30F5BCD1DC9}"/>
          </ac:spMkLst>
        </pc:spChg>
        <pc:spChg chg="add mod">
          <ac:chgData name="Lopez Castillo Andres" userId="2e27fc3e-7c87-40db-a2d5-e84c9bef559c" providerId="ADAL" clId="{4DC4D5CB-579A-4623-A012-AA51A9F280AB}" dt="2025-12-04T20:29:51.326" v="12914" actId="790"/>
          <ac:spMkLst>
            <pc:docMk/>
            <pc:sldMk cId="2771064051" sldId="2146847239"/>
            <ac:spMk id="80" creationId="{FFDA8537-E9BB-701B-504F-97AEAFD4C63C}"/>
          </ac:spMkLst>
        </pc:spChg>
        <pc:spChg chg="add mod">
          <ac:chgData name="Lopez Castillo Andres" userId="2e27fc3e-7c87-40db-a2d5-e84c9bef559c" providerId="ADAL" clId="{4DC4D5CB-579A-4623-A012-AA51A9F280AB}" dt="2025-12-04T20:29:51.326" v="12914" actId="790"/>
          <ac:spMkLst>
            <pc:docMk/>
            <pc:sldMk cId="2771064051" sldId="2146847239"/>
            <ac:spMk id="82" creationId="{82BCB6F5-DD9B-B585-785F-49047381769C}"/>
          </ac:spMkLst>
        </pc:spChg>
        <pc:spChg chg="add mod">
          <ac:chgData name="Lopez Castillo Andres" userId="2e27fc3e-7c87-40db-a2d5-e84c9bef559c" providerId="ADAL" clId="{4DC4D5CB-579A-4623-A012-AA51A9F280AB}" dt="2025-12-04T20:29:51.326" v="12914" actId="790"/>
          <ac:spMkLst>
            <pc:docMk/>
            <pc:sldMk cId="2771064051" sldId="2146847239"/>
            <ac:spMk id="83" creationId="{CDA5AFB5-9698-E6B4-529D-28FB85D7C3F6}"/>
          </ac:spMkLst>
        </pc:spChg>
        <pc:spChg chg="add mod">
          <ac:chgData name="Lopez Castillo Andres" userId="2e27fc3e-7c87-40db-a2d5-e84c9bef559c" providerId="ADAL" clId="{4DC4D5CB-579A-4623-A012-AA51A9F280AB}" dt="2025-12-04T20:29:51.326" v="12914" actId="790"/>
          <ac:spMkLst>
            <pc:docMk/>
            <pc:sldMk cId="2771064051" sldId="2146847239"/>
            <ac:spMk id="89" creationId="{07FDD06D-2C4A-F97A-55CD-8540C7941B17}"/>
          </ac:spMkLst>
        </pc:spChg>
        <pc:spChg chg="add mod">
          <ac:chgData name="Lopez Castillo Andres" userId="2e27fc3e-7c87-40db-a2d5-e84c9bef559c" providerId="ADAL" clId="{4DC4D5CB-579A-4623-A012-AA51A9F280AB}" dt="2025-12-04T20:29:51.326" v="12914" actId="790"/>
          <ac:spMkLst>
            <pc:docMk/>
            <pc:sldMk cId="2771064051" sldId="2146847239"/>
            <ac:spMk id="90" creationId="{72EACBEB-B3E5-FB7B-BECC-B5FAB7695C6A}"/>
          </ac:spMkLst>
        </pc:spChg>
        <pc:spChg chg="mod">
          <ac:chgData name="Lopez Castillo Andres" userId="2e27fc3e-7c87-40db-a2d5-e84c9bef559c" providerId="ADAL" clId="{4DC4D5CB-579A-4623-A012-AA51A9F280AB}" dt="2025-12-04T19:26:29.522" v="8985" actId="14100"/>
          <ac:spMkLst>
            <pc:docMk/>
            <pc:sldMk cId="2771064051" sldId="2146847239"/>
            <ac:spMk id="99" creationId="{C9230D06-3731-BD61-E240-D59371730209}"/>
          </ac:spMkLst>
        </pc:spChg>
        <pc:spChg chg="add mod">
          <ac:chgData name="Lopez Castillo Andres" userId="2e27fc3e-7c87-40db-a2d5-e84c9bef559c" providerId="ADAL" clId="{4DC4D5CB-579A-4623-A012-AA51A9F280AB}" dt="2025-12-04T20:29:51.326" v="12914" actId="790"/>
          <ac:spMkLst>
            <pc:docMk/>
            <pc:sldMk cId="2771064051" sldId="2146847239"/>
            <ac:spMk id="107" creationId="{FF493648-E6C4-C22D-45C3-E77FEF1AB499}"/>
          </ac:spMkLst>
        </pc:spChg>
        <pc:grpChg chg="mod">
          <ac:chgData name="Lopez Castillo Andres" userId="2e27fc3e-7c87-40db-a2d5-e84c9bef559c" providerId="ADAL" clId="{4DC4D5CB-579A-4623-A012-AA51A9F280AB}" dt="2025-12-04T19:24:27.456" v="8913" actId="465"/>
          <ac:grpSpMkLst>
            <pc:docMk/>
            <pc:sldMk cId="2771064051" sldId="2146847239"/>
            <ac:grpSpMk id="8" creationId="{8228B030-F84F-436E-844A-F7F5CCAE19FF}"/>
          </ac:grpSpMkLst>
        </pc:grpChg>
        <pc:grpChg chg="mod">
          <ac:chgData name="Lopez Castillo Andres" userId="2e27fc3e-7c87-40db-a2d5-e84c9bef559c" providerId="ADAL" clId="{4DC4D5CB-579A-4623-A012-AA51A9F280AB}" dt="2025-12-04T19:24:27.456" v="8913" actId="465"/>
          <ac:grpSpMkLst>
            <pc:docMk/>
            <pc:sldMk cId="2771064051" sldId="2146847239"/>
            <ac:grpSpMk id="9" creationId="{E167BF8C-60EF-1C10-CB02-19423A989065}"/>
          </ac:grpSpMkLst>
        </pc:grpChg>
        <pc:grpChg chg="mod">
          <ac:chgData name="Lopez Castillo Andres" userId="2e27fc3e-7c87-40db-a2d5-e84c9bef559c" providerId="ADAL" clId="{4DC4D5CB-579A-4623-A012-AA51A9F280AB}" dt="2025-12-04T19:24:27.456" v="8913" actId="465"/>
          <ac:grpSpMkLst>
            <pc:docMk/>
            <pc:sldMk cId="2771064051" sldId="2146847239"/>
            <ac:grpSpMk id="10" creationId="{FDE2A7CD-215D-0B61-25F1-F2E75BC2B34F}"/>
          </ac:grpSpMkLst>
        </pc:grpChg>
        <pc:grpChg chg="mod">
          <ac:chgData name="Lopez Castillo Andres" userId="2e27fc3e-7c87-40db-a2d5-e84c9bef559c" providerId="ADAL" clId="{4DC4D5CB-579A-4623-A012-AA51A9F280AB}" dt="2025-12-04T19:24:13.330" v="8912" actId="1036"/>
          <ac:grpSpMkLst>
            <pc:docMk/>
            <pc:sldMk cId="2771064051" sldId="2146847239"/>
            <ac:grpSpMk id="11" creationId="{EEFDF4EC-EB44-8CA0-9B0C-22B3A85AC157}"/>
          </ac:grpSpMkLst>
        </pc:grpChg>
      </pc:sldChg>
      <pc:sldChg chg="addSp delSp modSp new mod modTransition">
        <pc:chgData name="Lopez Castillo Andres" userId="2e27fc3e-7c87-40db-a2d5-e84c9bef559c" providerId="ADAL" clId="{4DC4D5CB-579A-4623-A012-AA51A9F280AB}" dt="2025-12-17T23:25:09.771" v="26563"/>
        <pc:sldMkLst>
          <pc:docMk/>
          <pc:sldMk cId="260994749" sldId="2146847240"/>
        </pc:sldMkLst>
        <pc:spChg chg="mod">
          <ac:chgData name="Lopez Castillo Andres" userId="2e27fc3e-7c87-40db-a2d5-e84c9bef559c" providerId="ADAL" clId="{4DC4D5CB-579A-4623-A012-AA51A9F280AB}" dt="2025-12-17T23:25:09.771" v="26563"/>
          <ac:spMkLst>
            <pc:docMk/>
            <pc:sldMk cId="260994749" sldId="2146847240"/>
            <ac:spMk id="6" creationId="{F67D8A8E-3F94-E372-F147-85A910033B04}"/>
          </ac:spMkLst>
        </pc:spChg>
        <pc:spChg chg="add mod">
          <ac:chgData name="Lopez Castillo Andres" userId="2e27fc3e-7c87-40db-a2d5-e84c9bef559c" providerId="ADAL" clId="{4DC4D5CB-579A-4623-A012-AA51A9F280AB}" dt="2025-12-04T20:29:51.326" v="12914" actId="790"/>
          <ac:spMkLst>
            <pc:docMk/>
            <pc:sldMk cId="260994749" sldId="2146847240"/>
            <ac:spMk id="7" creationId="{A3D9AD92-BF87-5D82-9C9D-E2D5AE289331}"/>
          </ac:spMkLst>
        </pc:spChg>
        <pc:spChg chg="mod">
          <ac:chgData name="Lopez Castillo Andres" userId="2e27fc3e-7c87-40db-a2d5-e84c9bef559c" providerId="ADAL" clId="{4DC4D5CB-579A-4623-A012-AA51A9F280AB}" dt="2025-12-17T12:25:00.231" v="21239" actId="1076"/>
          <ac:spMkLst>
            <pc:docMk/>
            <pc:sldMk cId="260994749" sldId="2146847240"/>
            <ac:spMk id="9" creationId="{B93510FB-E7DA-E588-C69D-0ED744A5DDE3}"/>
          </ac:spMkLst>
        </pc:spChg>
        <pc:spChg chg="add mod">
          <ac:chgData name="Lopez Castillo Andres" userId="2e27fc3e-7c87-40db-a2d5-e84c9bef559c" providerId="ADAL" clId="{4DC4D5CB-579A-4623-A012-AA51A9F280AB}" dt="2025-12-04T20:29:51.326" v="12914" actId="790"/>
          <ac:spMkLst>
            <pc:docMk/>
            <pc:sldMk cId="260994749" sldId="2146847240"/>
            <ac:spMk id="12" creationId="{CDEA9461-7B69-E31F-F522-5FDC8D94D367}"/>
          </ac:spMkLst>
        </pc:spChg>
        <pc:spChg chg="add mod">
          <ac:chgData name="Lopez Castillo Andres" userId="2e27fc3e-7c87-40db-a2d5-e84c9bef559c" providerId="ADAL" clId="{4DC4D5CB-579A-4623-A012-AA51A9F280AB}" dt="2025-12-04T20:29:51.326" v="12914" actId="790"/>
          <ac:spMkLst>
            <pc:docMk/>
            <pc:sldMk cId="260994749" sldId="2146847240"/>
            <ac:spMk id="15" creationId="{EDD6437B-39A5-5BC3-E41C-D91C74FF493A}"/>
          </ac:spMkLst>
        </pc:spChg>
        <pc:spChg chg="add mod">
          <ac:chgData name="Lopez Castillo Andres" userId="2e27fc3e-7c87-40db-a2d5-e84c9bef559c" providerId="ADAL" clId="{4DC4D5CB-579A-4623-A012-AA51A9F280AB}" dt="2025-12-04T20:29:51.326" v="12914" actId="790"/>
          <ac:spMkLst>
            <pc:docMk/>
            <pc:sldMk cId="260994749" sldId="2146847240"/>
            <ac:spMk id="16" creationId="{4F7901B1-C2FC-10E0-F244-DCD221ACFF4B}"/>
          </ac:spMkLst>
        </pc:spChg>
        <pc:spChg chg="add mod">
          <ac:chgData name="Lopez Castillo Andres" userId="2e27fc3e-7c87-40db-a2d5-e84c9bef559c" providerId="ADAL" clId="{4DC4D5CB-579A-4623-A012-AA51A9F280AB}" dt="2025-12-04T20:29:51.326" v="12914" actId="790"/>
          <ac:spMkLst>
            <pc:docMk/>
            <pc:sldMk cId="260994749" sldId="2146847240"/>
            <ac:spMk id="17" creationId="{D0005A55-8AB2-4F75-3DCE-0945849574B8}"/>
          </ac:spMkLst>
        </pc:spChg>
        <pc:spChg chg="add mod">
          <ac:chgData name="Lopez Castillo Andres" userId="2e27fc3e-7c87-40db-a2d5-e84c9bef559c" providerId="ADAL" clId="{4DC4D5CB-579A-4623-A012-AA51A9F280AB}" dt="2025-12-04T20:29:51.326" v="12914" actId="790"/>
          <ac:spMkLst>
            <pc:docMk/>
            <pc:sldMk cId="260994749" sldId="2146847240"/>
            <ac:spMk id="19" creationId="{6B9BFFA3-312D-265A-CF87-495C8E2B2640}"/>
          </ac:spMkLst>
        </pc:spChg>
        <pc:spChg chg="mod">
          <ac:chgData name="Lopez Castillo Andres" userId="2e27fc3e-7c87-40db-a2d5-e84c9bef559c" providerId="ADAL" clId="{4DC4D5CB-579A-4623-A012-AA51A9F280AB}" dt="2025-12-17T12:24:47.337" v="21237" actId="1076"/>
          <ac:spMkLst>
            <pc:docMk/>
            <pc:sldMk cId="260994749" sldId="2146847240"/>
            <ac:spMk id="20" creationId="{C7A446B1-8133-B2D6-D0B7-0F0E071BB916}"/>
          </ac:spMkLst>
        </pc:spChg>
        <pc:spChg chg="add mod">
          <ac:chgData name="Lopez Castillo Andres" userId="2e27fc3e-7c87-40db-a2d5-e84c9bef559c" providerId="ADAL" clId="{4DC4D5CB-579A-4623-A012-AA51A9F280AB}" dt="2025-12-04T20:29:51.326" v="12914" actId="790"/>
          <ac:spMkLst>
            <pc:docMk/>
            <pc:sldMk cId="260994749" sldId="2146847240"/>
            <ac:spMk id="22" creationId="{1D95E6C6-F12B-B753-D595-555E5AAF9666}"/>
          </ac:spMkLst>
        </pc:spChg>
        <pc:spChg chg="mod">
          <ac:chgData name="Lopez Castillo Andres" userId="2e27fc3e-7c87-40db-a2d5-e84c9bef559c" providerId="ADAL" clId="{4DC4D5CB-579A-4623-A012-AA51A9F280AB}" dt="2025-12-04T20:07:05.336" v="10709" actId="6549"/>
          <ac:spMkLst>
            <pc:docMk/>
            <pc:sldMk cId="260994749" sldId="2146847240"/>
            <ac:spMk id="26" creationId="{D029734B-B878-64C7-C768-8B20BEE8A66A}"/>
          </ac:spMkLst>
        </pc:spChg>
        <pc:spChg chg="add mod">
          <ac:chgData name="Lopez Castillo Andres" userId="2e27fc3e-7c87-40db-a2d5-e84c9bef559c" providerId="ADAL" clId="{4DC4D5CB-579A-4623-A012-AA51A9F280AB}" dt="2025-12-04T20:29:51.326" v="12914" actId="790"/>
          <ac:spMkLst>
            <pc:docMk/>
            <pc:sldMk cId="260994749" sldId="2146847240"/>
            <ac:spMk id="27" creationId="{7121E63E-90AF-3B5A-B16C-D0643B0EDE53}"/>
          </ac:spMkLst>
        </pc:spChg>
        <pc:spChg chg="mod">
          <ac:chgData name="Lopez Castillo Andres" userId="2e27fc3e-7c87-40db-a2d5-e84c9bef559c" providerId="ADAL" clId="{4DC4D5CB-579A-4623-A012-AA51A9F280AB}" dt="2025-12-04T20:07:12.588" v="10713" actId="20577"/>
          <ac:spMkLst>
            <pc:docMk/>
            <pc:sldMk cId="260994749" sldId="2146847240"/>
            <ac:spMk id="29" creationId="{587C7F77-7515-12EF-5295-A985CC83B540}"/>
          </ac:spMkLst>
        </pc:spChg>
        <pc:spChg chg="add mod">
          <ac:chgData name="Lopez Castillo Andres" userId="2e27fc3e-7c87-40db-a2d5-e84c9bef559c" providerId="ADAL" clId="{4DC4D5CB-579A-4623-A012-AA51A9F280AB}" dt="2025-12-04T20:29:51.326" v="12914" actId="790"/>
          <ac:spMkLst>
            <pc:docMk/>
            <pc:sldMk cId="260994749" sldId="2146847240"/>
            <ac:spMk id="30" creationId="{6FD9A6B1-86C5-0310-C920-5754FF4BE3E0}"/>
          </ac:spMkLst>
        </pc:spChg>
        <pc:spChg chg="mod">
          <ac:chgData name="Lopez Castillo Andres" userId="2e27fc3e-7c87-40db-a2d5-e84c9bef559c" providerId="ADAL" clId="{4DC4D5CB-579A-4623-A012-AA51A9F280AB}" dt="2025-12-04T20:21:29.428" v="12707" actId="113"/>
          <ac:spMkLst>
            <pc:docMk/>
            <pc:sldMk cId="260994749" sldId="2146847240"/>
            <ac:spMk id="37" creationId="{19365B50-B1FC-E153-6249-1DBA7FE2EFF2}"/>
          </ac:spMkLst>
        </pc:spChg>
        <pc:spChg chg="add del mod">
          <ac:chgData name="Lopez Castillo Andres" userId="2e27fc3e-7c87-40db-a2d5-e84c9bef559c" providerId="ADAL" clId="{4DC4D5CB-579A-4623-A012-AA51A9F280AB}" dt="2025-12-04T20:21:02.254" v="12703" actId="6549"/>
          <ac:spMkLst>
            <pc:docMk/>
            <pc:sldMk cId="260994749" sldId="2146847240"/>
            <ac:spMk id="39" creationId="{F74E29D1-8778-A6AF-C7D4-9F1317AAEA63}"/>
          </ac:spMkLst>
        </pc:spChg>
        <pc:spChg chg="add mod">
          <ac:chgData name="Lopez Castillo Andres" userId="2e27fc3e-7c87-40db-a2d5-e84c9bef559c" providerId="ADAL" clId="{4DC4D5CB-579A-4623-A012-AA51A9F280AB}" dt="2025-12-05T08:20:04.710" v="15186" actId="20577"/>
          <ac:spMkLst>
            <pc:docMk/>
            <pc:sldMk cId="260994749" sldId="2146847240"/>
            <ac:spMk id="41" creationId="{ED0A666B-C633-8B07-2FF8-DE91A1406C6D}"/>
          </ac:spMkLst>
        </pc:spChg>
        <pc:spChg chg="mod">
          <ac:chgData name="Lopez Castillo Andres" userId="2e27fc3e-7c87-40db-a2d5-e84c9bef559c" providerId="ADAL" clId="{4DC4D5CB-579A-4623-A012-AA51A9F280AB}" dt="2025-12-04T20:21:37.155" v="12708" actId="113"/>
          <ac:spMkLst>
            <pc:docMk/>
            <pc:sldMk cId="260994749" sldId="2146847240"/>
            <ac:spMk id="43" creationId="{EBED5659-A9C1-FB39-2615-C1948DD04A79}"/>
          </ac:spMkLst>
        </pc:spChg>
        <pc:spChg chg="mod">
          <ac:chgData name="Lopez Castillo Andres" userId="2e27fc3e-7c87-40db-a2d5-e84c9bef559c" providerId="ADAL" clId="{4DC4D5CB-579A-4623-A012-AA51A9F280AB}" dt="2025-12-05T08:20:00.695" v="15183" actId="21"/>
          <ac:spMkLst>
            <pc:docMk/>
            <pc:sldMk cId="260994749" sldId="2146847240"/>
            <ac:spMk id="45" creationId="{1C3B0080-1F86-D26E-A74C-EA29C2B6CFBF}"/>
          </ac:spMkLst>
        </pc:spChg>
        <pc:cxnChg chg="add del">
          <ac:chgData name="Lopez Castillo Andres" userId="2e27fc3e-7c87-40db-a2d5-e84c9bef559c" providerId="ADAL" clId="{4DC4D5CB-579A-4623-A012-AA51A9F280AB}" dt="2025-12-04T20:17:09.914" v="12106" actId="478"/>
          <ac:cxnSpMkLst>
            <pc:docMk/>
            <pc:sldMk cId="260994749" sldId="2146847240"/>
            <ac:cxnSpMk id="36" creationId="{6EB24465-3EFA-83F4-335C-DE57796A553A}"/>
          </ac:cxnSpMkLst>
        </pc:cxnChg>
        <pc:cxnChg chg="add del">
          <ac:chgData name="Lopez Castillo Andres" userId="2e27fc3e-7c87-40db-a2d5-e84c9bef559c" providerId="ADAL" clId="{4DC4D5CB-579A-4623-A012-AA51A9F280AB}" dt="2025-12-04T20:17:09.383" v="12105" actId="478"/>
          <ac:cxnSpMkLst>
            <pc:docMk/>
            <pc:sldMk cId="260994749" sldId="2146847240"/>
            <ac:cxnSpMk id="40" creationId="{1B0368D4-88E3-77E3-9E6F-5CD04C854F0C}"/>
          </ac:cxnSpMkLst>
        </pc:cxnChg>
      </pc:sldChg>
      <pc:sldChg chg="addSp delSp modSp new del mod">
        <pc:chgData name="Lopez Castillo Andres" userId="2e27fc3e-7c87-40db-a2d5-e84c9bef559c" providerId="ADAL" clId="{4DC4D5CB-579A-4623-A012-AA51A9F280AB}" dt="2025-12-04T20:00:42.431" v="10331" actId="47"/>
        <pc:sldMkLst>
          <pc:docMk/>
          <pc:sldMk cId="2188429522" sldId="2146847240"/>
        </pc:sldMkLst>
      </pc:sldChg>
      <pc:sldChg chg="addSp delSp modSp new mod ord modTransition modClrScheme chgLayout">
        <pc:chgData name="Lopez Castillo Andres" userId="2e27fc3e-7c87-40db-a2d5-e84c9bef559c" providerId="ADAL" clId="{4DC4D5CB-579A-4623-A012-AA51A9F280AB}" dt="2025-12-17T23:24:21.821" v="26538" actId="14100"/>
        <pc:sldMkLst>
          <pc:docMk/>
          <pc:sldMk cId="2320974792" sldId="2146847241"/>
        </pc:sldMkLst>
        <pc:spChg chg="add mod">
          <ac:chgData name="Lopez Castillo Andres" userId="2e27fc3e-7c87-40db-a2d5-e84c9bef559c" providerId="ADAL" clId="{4DC4D5CB-579A-4623-A012-AA51A9F280AB}" dt="2025-12-17T23:21:57.776" v="26528" actId="14100"/>
          <ac:spMkLst>
            <pc:docMk/>
            <pc:sldMk cId="2320974792" sldId="2146847241"/>
            <ac:spMk id="2" creationId="{EF50AEFD-C072-D895-19FD-5948DE54850F}"/>
          </ac:spMkLst>
        </pc:spChg>
        <pc:spChg chg="mod ord">
          <ac:chgData name="Lopez Castillo Andres" userId="2e27fc3e-7c87-40db-a2d5-e84c9bef559c" providerId="ADAL" clId="{4DC4D5CB-579A-4623-A012-AA51A9F280AB}" dt="2025-12-16T17:36:20.569" v="19025" actId="700"/>
          <ac:spMkLst>
            <pc:docMk/>
            <pc:sldMk cId="2320974792" sldId="2146847241"/>
            <ac:spMk id="3" creationId="{118AFAE8-96A6-D593-280A-DB79ED10D5A3}"/>
          </ac:spMkLst>
        </pc:spChg>
        <pc:spChg chg="add mod">
          <ac:chgData name="Lopez Castillo Andres" userId="2e27fc3e-7c87-40db-a2d5-e84c9bef559c" providerId="ADAL" clId="{4DC4D5CB-579A-4623-A012-AA51A9F280AB}" dt="2025-12-17T23:10:18.597" v="26087" actId="1582"/>
          <ac:spMkLst>
            <pc:docMk/>
            <pc:sldMk cId="2320974792" sldId="2146847241"/>
            <ac:spMk id="4" creationId="{BE2544C8-E63F-46C5-7690-CE99D9CE8344}"/>
          </ac:spMkLst>
        </pc:spChg>
        <pc:spChg chg="mod ord">
          <ac:chgData name="Lopez Castillo Andres" userId="2e27fc3e-7c87-40db-a2d5-e84c9bef559c" providerId="ADAL" clId="{4DC4D5CB-579A-4623-A012-AA51A9F280AB}" dt="2025-12-16T17:36:20.569" v="19025" actId="700"/>
          <ac:spMkLst>
            <pc:docMk/>
            <pc:sldMk cId="2320974792" sldId="2146847241"/>
            <ac:spMk id="6" creationId="{8B5A1BD4-D0F9-96D6-BCD5-4D41EB9288BD}"/>
          </ac:spMkLst>
        </pc:spChg>
        <pc:spChg chg="add mod">
          <ac:chgData name="Lopez Castillo Andres" userId="2e27fc3e-7c87-40db-a2d5-e84c9bef559c" providerId="ADAL" clId="{4DC4D5CB-579A-4623-A012-AA51A9F280AB}" dt="2025-12-17T12:34:28.947" v="22156" actId="1036"/>
          <ac:spMkLst>
            <pc:docMk/>
            <pc:sldMk cId="2320974792" sldId="2146847241"/>
            <ac:spMk id="10" creationId="{E01A33F6-1B1B-0AFC-689A-203C4D6A37E8}"/>
          </ac:spMkLst>
        </pc:spChg>
        <pc:spChg chg="add mod">
          <ac:chgData name="Lopez Castillo Andres" userId="2e27fc3e-7c87-40db-a2d5-e84c9bef559c" providerId="ADAL" clId="{4DC4D5CB-579A-4623-A012-AA51A9F280AB}" dt="2025-12-17T12:34:49.169" v="22245" actId="1038"/>
          <ac:spMkLst>
            <pc:docMk/>
            <pc:sldMk cId="2320974792" sldId="2146847241"/>
            <ac:spMk id="11" creationId="{AAF8C56C-A1E4-7B06-513F-C5C88D6FDEB0}"/>
          </ac:spMkLst>
        </pc:spChg>
        <pc:spChg chg="add mod">
          <ac:chgData name="Lopez Castillo Andres" userId="2e27fc3e-7c87-40db-a2d5-e84c9bef559c" providerId="ADAL" clId="{4DC4D5CB-579A-4623-A012-AA51A9F280AB}" dt="2025-12-17T12:35:21.420" v="22336" actId="1035"/>
          <ac:spMkLst>
            <pc:docMk/>
            <pc:sldMk cId="2320974792" sldId="2146847241"/>
            <ac:spMk id="12" creationId="{6E443228-59EB-9352-D4A6-DC4330DB5BE3}"/>
          </ac:spMkLst>
        </pc:spChg>
        <pc:spChg chg="add mod">
          <ac:chgData name="Lopez Castillo Andres" userId="2e27fc3e-7c87-40db-a2d5-e84c9bef559c" providerId="ADAL" clId="{4DC4D5CB-579A-4623-A012-AA51A9F280AB}" dt="2025-12-17T23:24:21.821" v="26538" actId="14100"/>
          <ac:spMkLst>
            <pc:docMk/>
            <pc:sldMk cId="2320974792" sldId="2146847241"/>
            <ac:spMk id="13" creationId="{D5A7113F-1D5E-D77C-C101-53B2DEA29FC7}"/>
          </ac:spMkLst>
        </pc:spChg>
        <pc:spChg chg="add mod">
          <ac:chgData name="Lopez Castillo Andres" userId="2e27fc3e-7c87-40db-a2d5-e84c9bef559c" providerId="ADAL" clId="{4DC4D5CB-579A-4623-A012-AA51A9F280AB}" dt="2025-12-17T23:10:18.597" v="26087" actId="1582"/>
          <ac:spMkLst>
            <pc:docMk/>
            <pc:sldMk cId="2320974792" sldId="2146847241"/>
            <ac:spMk id="41" creationId="{DC32F143-0993-AFF4-F888-F9389EA1334B}"/>
          </ac:spMkLst>
        </pc:spChg>
        <pc:spChg chg="add mod">
          <ac:chgData name="Lopez Castillo Andres" userId="2e27fc3e-7c87-40db-a2d5-e84c9bef559c" providerId="ADAL" clId="{4DC4D5CB-579A-4623-A012-AA51A9F280AB}" dt="2025-12-16T18:07:29.325" v="20954" actId="1076"/>
          <ac:spMkLst>
            <pc:docMk/>
            <pc:sldMk cId="2320974792" sldId="2146847241"/>
            <ac:spMk id="48" creationId="{DCD9E071-F633-FB43-835D-A104E7360B39}"/>
          </ac:spMkLst>
        </pc:spChg>
        <pc:graphicFrameChg chg="add mod">
          <ac:chgData name="Lopez Castillo Andres" userId="2e27fc3e-7c87-40db-a2d5-e84c9bef559c" providerId="ADAL" clId="{4DC4D5CB-579A-4623-A012-AA51A9F280AB}" dt="2025-12-17T23:23:53.180" v="26533" actId="1076"/>
          <ac:graphicFrameMkLst>
            <pc:docMk/>
            <pc:sldMk cId="2320974792" sldId="2146847241"/>
            <ac:graphicFrameMk id="5" creationId="{65231BFB-66F2-FB83-54B0-89FE073DA4EF}"/>
          </ac:graphicFrameMkLst>
        </pc:graphicFrameChg>
        <pc:picChg chg="add mod ord">
          <ac:chgData name="Lopez Castillo Andres" userId="2e27fc3e-7c87-40db-a2d5-e84c9bef559c" providerId="ADAL" clId="{4DC4D5CB-579A-4623-A012-AA51A9F280AB}" dt="2025-12-17T12:35:25.729" v="22337" actId="166"/>
          <ac:picMkLst>
            <pc:docMk/>
            <pc:sldMk cId="2320974792" sldId="2146847241"/>
            <ac:picMk id="7" creationId="{37AE782F-2AFF-0ED9-A5DB-B6D5B3716A2F}"/>
          </ac:picMkLst>
        </pc:picChg>
        <pc:picChg chg="add mod ord">
          <ac:chgData name="Lopez Castillo Andres" userId="2e27fc3e-7c87-40db-a2d5-e84c9bef559c" providerId="ADAL" clId="{4DC4D5CB-579A-4623-A012-AA51A9F280AB}" dt="2025-12-17T12:35:28.836" v="22338" actId="166"/>
          <ac:picMkLst>
            <pc:docMk/>
            <pc:sldMk cId="2320974792" sldId="2146847241"/>
            <ac:picMk id="8" creationId="{358F93C0-2741-3675-302B-F12C4AA3A13C}"/>
          </ac:picMkLst>
        </pc:picChg>
        <pc:picChg chg="add mod ord">
          <ac:chgData name="Lopez Castillo Andres" userId="2e27fc3e-7c87-40db-a2d5-e84c9bef559c" providerId="ADAL" clId="{4DC4D5CB-579A-4623-A012-AA51A9F280AB}" dt="2025-12-17T12:35:31.404" v="22339" actId="166"/>
          <ac:picMkLst>
            <pc:docMk/>
            <pc:sldMk cId="2320974792" sldId="2146847241"/>
            <ac:picMk id="9" creationId="{704CDE65-7CF8-7798-93B0-01E96E27149C}"/>
          </ac:picMkLst>
        </pc:picChg>
      </pc:sldChg>
      <pc:sldChg chg="addSp delSp modSp add mod ord modTransition chgLayout">
        <pc:chgData name="Lopez Castillo Andres" userId="2e27fc3e-7c87-40db-a2d5-e84c9bef559c" providerId="ADAL" clId="{4DC4D5CB-579A-4623-A012-AA51A9F280AB}" dt="2025-12-18T08:27:15.641" v="26565" actId="948"/>
        <pc:sldMkLst>
          <pc:docMk/>
          <pc:sldMk cId="1589211747" sldId="2146847242"/>
        </pc:sldMkLst>
        <pc:spChg chg="add mod ord">
          <ac:chgData name="Lopez Castillo Andres" userId="2e27fc3e-7c87-40db-a2d5-e84c9bef559c" providerId="ADAL" clId="{4DC4D5CB-579A-4623-A012-AA51A9F280AB}" dt="2025-12-16T16:13:26.259" v="17317" actId="20577"/>
          <ac:spMkLst>
            <pc:docMk/>
            <pc:sldMk cId="1589211747" sldId="2146847242"/>
            <ac:spMk id="2" creationId="{F425CCE0-A1ED-6267-AF8C-02D0FE39D5EE}"/>
          </ac:spMkLst>
        </pc:spChg>
        <pc:spChg chg="mod ord">
          <ac:chgData name="Lopez Castillo Andres" userId="2e27fc3e-7c87-40db-a2d5-e84c9bef559c" providerId="ADAL" clId="{4DC4D5CB-579A-4623-A012-AA51A9F280AB}" dt="2025-12-16T16:11:48.291" v="17145" actId="700"/>
          <ac:spMkLst>
            <pc:docMk/>
            <pc:sldMk cId="1589211747" sldId="2146847242"/>
            <ac:spMk id="3" creationId="{505DCAF6-B5AC-4532-13F6-191B0B7A499E}"/>
          </ac:spMkLst>
        </pc:spChg>
        <pc:spChg chg="mod ord">
          <ac:chgData name="Lopez Castillo Andres" userId="2e27fc3e-7c87-40db-a2d5-e84c9bef559c" providerId="ADAL" clId="{4DC4D5CB-579A-4623-A012-AA51A9F280AB}" dt="2025-12-17T15:14:44.891" v="24608" actId="20577"/>
          <ac:spMkLst>
            <pc:docMk/>
            <pc:sldMk cId="1589211747" sldId="2146847242"/>
            <ac:spMk id="6" creationId="{D7B23B09-AC37-B75A-5FC0-0002FBF9A586}"/>
          </ac:spMkLst>
        </pc:spChg>
        <pc:spChg chg="add mod">
          <ac:chgData name="Lopez Castillo Andres" userId="2e27fc3e-7c87-40db-a2d5-e84c9bef559c" providerId="ADAL" clId="{4DC4D5CB-579A-4623-A012-AA51A9F280AB}" dt="2025-12-18T08:27:15.641" v="26565" actId="948"/>
          <ac:spMkLst>
            <pc:docMk/>
            <pc:sldMk cId="1589211747" sldId="2146847242"/>
            <ac:spMk id="7" creationId="{A9A959A8-43FE-52A4-3473-E539BF7B2097}"/>
          </ac:spMkLst>
        </pc:spChg>
        <pc:spChg chg="add mod ord">
          <ac:chgData name="Lopez Castillo Andres" userId="2e27fc3e-7c87-40db-a2d5-e84c9bef559c" providerId="ADAL" clId="{4DC4D5CB-579A-4623-A012-AA51A9F280AB}" dt="2025-12-16T17:25:20.147" v="18523" actId="207"/>
          <ac:spMkLst>
            <pc:docMk/>
            <pc:sldMk cId="1589211747" sldId="2146847242"/>
            <ac:spMk id="14" creationId="{E7B04127-B53D-4DDE-6A9A-B630917465CC}"/>
          </ac:spMkLst>
        </pc:spChg>
        <pc:spChg chg="add mod ord">
          <ac:chgData name="Lopez Castillo Andres" userId="2e27fc3e-7c87-40db-a2d5-e84c9bef559c" providerId="ADAL" clId="{4DC4D5CB-579A-4623-A012-AA51A9F280AB}" dt="2025-12-16T17:25:20.147" v="18523" actId="207"/>
          <ac:spMkLst>
            <pc:docMk/>
            <pc:sldMk cId="1589211747" sldId="2146847242"/>
            <ac:spMk id="15" creationId="{C9F957C7-191A-42A2-D747-944AB1442A5C}"/>
          </ac:spMkLst>
        </pc:spChg>
        <pc:spChg chg="add mod">
          <ac:chgData name="Lopez Castillo Andres" userId="2e27fc3e-7c87-40db-a2d5-e84c9bef559c" providerId="ADAL" clId="{4DC4D5CB-579A-4623-A012-AA51A9F280AB}" dt="2025-12-18T08:27:15.641" v="26565" actId="948"/>
          <ac:spMkLst>
            <pc:docMk/>
            <pc:sldMk cId="1589211747" sldId="2146847242"/>
            <ac:spMk id="19" creationId="{06D58B61-90D2-5380-5704-116D3D352534}"/>
          </ac:spMkLst>
        </pc:spChg>
        <pc:spChg chg="mod">
          <ac:chgData name="Lopez Castillo Andres" userId="2e27fc3e-7c87-40db-a2d5-e84c9bef559c" providerId="ADAL" clId="{4DC4D5CB-579A-4623-A012-AA51A9F280AB}" dt="2025-12-16T17:27:15.995" v="18539" actId="207"/>
          <ac:spMkLst>
            <pc:docMk/>
            <pc:sldMk cId="1589211747" sldId="2146847242"/>
            <ac:spMk id="25" creationId="{EAA578FC-C18C-A78E-D7CB-DD3E286F4DFA}"/>
          </ac:spMkLst>
        </pc:spChg>
        <pc:spChg chg="add mod">
          <ac:chgData name="Lopez Castillo Andres" userId="2e27fc3e-7c87-40db-a2d5-e84c9bef559c" providerId="ADAL" clId="{4DC4D5CB-579A-4623-A012-AA51A9F280AB}" dt="2025-12-18T08:27:15.641" v="26565" actId="948"/>
          <ac:spMkLst>
            <pc:docMk/>
            <pc:sldMk cId="1589211747" sldId="2146847242"/>
            <ac:spMk id="27" creationId="{CE824BED-6DBE-DAE7-D0A3-E53BF5C359DF}"/>
          </ac:spMkLst>
        </pc:spChg>
        <pc:spChg chg="mod">
          <ac:chgData name="Lopez Castillo Andres" userId="2e27fc3e-7c87-40db-a2d5-e84c9bef559c" providerId="ADAL" clId="{4DC4D5CB-579A-4623-A012-AA51A9F280AB}" dt="2025-12-16T17:27:30.182" v="18544" actId="207"/>
          <ac:spMkLst>
            <pc:docMk/>
            <pc:sldMk cId="1589211747" sldId="2146847242"/>
            <ac:spMk id="29" creationId="{F8722950-8CBF-58B2-A0AD-9FFC7A68EF9D}"/>
          </ac:spMkLst>
        </pc:spChg>
        <pc:grpChg chg="add mod">
          <ac:chgData name="Lopez Castillo Andres" userId="2e27fc3e-7c87-40db-a2d5-e84c9bef559c" providerId="ADAL" clId="{4DC4D5CB-579A-4623-A012-AA51A9F280AB}" dt="2025-12-16T16:19:16.199" v="17429" actId="164"/>
          <ac:grpSpMkLst>
            <pc:docMk/>
            <pc:sldMk cId="1589211747" sldId="2146847242"/>
            <ac:grpSpMk id="16" creationId="{03313BDE-96F2-DD1A-8326-BCD8E142A4F4}"/>
          </ac:grpSpMkLst>
        </pc:grpChg>
        <pc:grpChg chg="add mod">
          <ac:chgData name="Lopez Castillo Andres" userId="2e27fc3e-7c87-40db-a2d5-e84c9bef559c" providerId="ADAL" clId="{4DC4D5CB-579A-4623-A012-AA51A9F280AB}" dt="2025-12-16T16:19:16.199" v="17429" actId="164"/>
          <ac:grpSpMkLst>
            <pc:docMk/>
            <pc:sldMk cId="1589211747" sldId="2146847242"/>
            <ac:grpSpMk id="17" creationId="{460D04E3-32EA-7FB1-F1C3-3E5F9DD4BD82}"/>
          </ac:grpSpMkLst>
        </pc:grpChg>
        <pc:grpChg chg="add mod">
          <ac:chgData name="Lopez Castillo Andres" userId="2e27fc3e-7c87-40db-a2d5-e84c9bef559c" providerId="ADAL" clId="{4DC4D5CB-579A-4623-A012-AA51A9F280AB}" dt="2025-12-16T17:32:28.341" v="18677" actId="1036"/>
          <ac:grpSpMkLst>
            <pc:docMk/>
            <pc:sldMk cId="1589211747" sldId="2146847242"/>
            <ac:grpSpMk id="18" creationId="{96DCD156-B4F2-819B-46E8-4E3E057C247F}"/>
          </ac:grpSpMkLst>
        </pc:grpChg>
        <pc:grpChg chg="mod topLvl">
          <ac:chgData name="Lopez Castillo Andres" userId="2e27fc3e-7c87-40db-a2d5-e84c9bef559c" providerId="ADAL" clId="{4DC4D5CB-579A-4623-A012-AA51A9F280AB}" dt="2025-12-16T17:32:28.341" v="18677" actId="1036"/>
          <ac:grpSpMkLst>
            <pc:docMk/>
            <pc:sldMk cId="1589211747" sldId="2146847242"/>
            <ac:grpSpMk id="21" creationId="{59169BE5-BBB0-B937-2A53-5702387BF9E9}"/>
          </ac:grpSpMkLst>
        </pc:grpChg>
        <pc:grpChg chg="add mod">
          <ac:chgData name="Lopez Castillo Andres" userId="2e27fc3e-7c87-40db-a2d5-e84c9bef559c" providerId="ADAL" clId="{4DC4D5CB-579A-4623-A012-AA51A9F280AB}" dt="2025-12-16T17:32:28.341" v="18677" actId="1036"/>
          <ac:grpSpMkLst>
            <pc:docMk/>
            <pc:sldMk cId="1589211747" sldId="2146847242"/>
            <ac:grpSpMk id="28" creationId="{A8857C7A-9EF7-3A5E-81D5-D74F2054E8D9}"/>
          </ac:grpSpMkLst>
        </pc:grpChg>
        <pc:picChg chg="add mod">
          <ac:chgData name="Lopez Castillo Andres" userId="2e27fc3e-7c87-40db-a2d5-e84c9bef559c" providerId="ADAL" clId="{4DC4D5CB-579A-4623-A012-AA51A9F280AB}" dt="2025-12-16T16:17:52.298" v="17377" actId="164"/>
          <ac:picMkLst>
            <pc:docMk/>
            <pc:sldMk cId="1589211747" sldId="2146847242"/>
            <ac:picMk id="9" creationId="{887A2FD6-3850-F8A7-184D-DB2675856593}"/>
          </ac:picMkLst>
        </pc:picChg>
        <pc:picChg chg="add mod">
          <ac:chgData name="Lopez Castillo Andres" userId="2e27fc3e-7c87-40db-a2d5-e84c9bef559c" providerId="ADAL" clId="{4DC4D5CB-579A-4623-A012-AA51A9F280AB}" dt="2025-12-16T16:17:55.547" v="17378" actId="164"/>
          <ac:picMkLst>
            <pc:docMk/>
            <pc:sldMk cId="1589211747" sldId="2146847242"/>
            <ac:picMk id="13" creationId="{B6B498A2-01BE-2086-016C-4636AE3606DE}"/>
          </ac:picMkLst>
        </pc:picChg>
        <pc:picChg chg="mod">
          <ac:chgData name="Lopez Castillo Andres" userId="2e27fc3e-7c87-40db-a2d5-e84c9bef559c" providerId="ADAL" clId="{4DC4D5CB-579A-4623-A012-AA51A9F280AB}" dt="2025-12-16T16:19:27.399" v="17431"/>
          <ac:picMkLst>
            <pc:docMk/>
            <pc:sldMk cId="1589211747" sldId="2146847242"/>
            <ac:picMk id="26" creationId="{8372095C-DCC4-9F39-A371-A884E19A5880}"/>
          </ac:picMkLst>
        </pc:picChg>
        <pc:picChg chg="mod">
          <ac:chgData name="Lopez Castillo Andres" userId="2e27fc3e-7c87-40db-a2d5-e84c9bef559c" providerId="ADAL" clId="{4DC4D5CB-579A-4623-A012-AA51A9F280AB}" dt="2025-12-16T17:27:22.760" v="18541" actId="208"/>
          <ac:picMkLst>
            <pc:docMk/>
            <pc:sldMk cId="1589211747" sldId="2146847242"/>
            <ac:picMk id="30" creationId="{BF223560-2049-6F59-B4FA-1CB136DCACF1}"/>
          </ac:picMkLst>
        </pc:picChg>
      </pc:sldChg>
      <pc:sldChg chg="addSp delSp modSp new mod modTransition">
        <pc:chgData name="Lopez Castillo Andres" userId="2e27fc3e-7c87-40db-a2d5-e84c9bef559c" providerId="ADAL" clId="{4DC4D5CB-579A-4623-A012-AA51A9F280AB}" dt="2025-12-23T11:59:27.065" v="28450" actId="478"/>
        <pc:sldMkLst>
          <pc:docMk/>
          <pc:sldMk cId="3162188362" sldId="2146847243"/>
        </pc:sldMkLst>
        <pc:spChg chg="mod">
          <ac:chgData name="Lopez Castillo Andres" userId="2e27fc3e-7c87-40db-a2d5-e84c9bef559c" providerId="ADAL" clId="{4DC4D5CB-579A-4623-A012-AA51A9F280AB}" dt="2025-12-16T18:01:56.454" v="20694" actId="20577"/>
          <ac:spMkLst>
            <pc:docMk/>
            <pc:sldMk cId="3162188362" sldId="2146847243"/>
            <ac:spMk id="6" creationId="{C73942C6-2549-C6BF-7B9E-BD8EFC38A726}"/>
          </ac:spMkLst>
        </pc:spChg>
        <pc:spChg chg="add mod">
          <ac:chgData name="Lopez Castillo Andres" userId="2e27fc3e-7c87-40db-a2d5-e84c9bef559c" providerId="ADAL" clId="{4DC4D5CB-579A-4623-A012-AA51A9F280AB}" dt="2025-12-17T12:58:59.386" v="22533" actId="14100"/>
          <ac:spMkLst>
            <pc:docMk/>
            <pc:sldMk cId="3162188362" sldId="2146847243"/>
            <ac:spMk id="7" creationId="{4AA8073D-172F-FE11-D310-2A8ADE6A531C}"/>
          </ac:spMkLst>
        </pc:spChg>
        <pc:spChg chg="add mod">
          <ac:chgData name="Lopez Castillo Andres" userId="2e27fc3e-7c87-40db-a2d5-e84c9bef559c" providerId="ADAL" clId="{4DC4D5CB-579A-4623-A012-AA51A9F280AB}" dt="2025-12-17T23:10:30.723" v="26089" actId="1076"/>
          <ac:spMkLst>
            <pc:docMk/>
            <pc:sldMk cId="3162188362" sldId="2146847243"/>
            <ac:spMk id="9" creationId="{D9321C76-FBF8-FA74-9CC1-6647466587EF}"/>
          </ac:spMkLst>
        </pc:spChg>
        <pc:spChg chg="add mod">
          <ac:chgData name="Lopez Castillo Andres" userId="2e27fc3e-7c87-40db-a2d5-e84c9bef559c" providerId="ADAL" clId="{4DC4D5CB-579A-4623-A012-AA51A9F280AB}" dt="2025-12-17T23:10:27.078" v="26088" actId="1076"/>
          <ac:spMkLst>
            <pc:docMk/>
            <pc:sldMk cId="3162188362" sldId="2146847243"/>
            <ac:spMk id="10" creationId="{2C1C089C-4E98-DA25-1392-47A70A90D31C}"/>
          </ac:spMkLst>
        </pc:spChg>
        <pc:spChg chg="add del mod">
          <ac:chgData name="Lopez Castillo Andres" userId="2e27fc3e-7c87-40db-a2d5-e84c9bef559c" providerId="ADAL" clId="{4DC4D5CB-579A-4623-A012-AA51A9F280AB}" dt="2025-12-23T11:59:27.065" v="28450" actId="478"/>
          <ac:spMkLst>
            <pc:docMk/>
            <pc:sldMk cId="3162188362" sldId="2146847243"/>
            <ac:spMk id="15" creationId="{EEE471DE-A5CB-2B22-D736-640AD8087A58}"/>
          </ac:spMkLst>
        </pc:spChg>
        <pc:picChg chg="add mod">
          <ac:chgData name="Lopez Castillo Andres" userId="2e27fc3e-7c87-40db-a2d5-e84c9bef559c" providerId="ADAL" clId="{4DC4D5CB-579A-4623-A012-AA51A9F280AB}" dt="2025-12-17T23:10:27.078" v="26088" actId="1076"/>
          <ac:picMkLst>
            <pc:docMk/>
            <pc:sldMk cId="3162188362" sldId="2146847243"/>
            <ac:picMk id="4" creationId="{EF7F9A9A-BB94-D800-0EC1-F6094C692D2A}"/>
          </ac:picMkLst>
        </pc:picChg>
        <pc:picChg chg="add mod">
          <ac:chgData name="Lopez Castillo Andres" userId="2e27fc3e-7c87-40db-a2d5-e84c9bef559c" providerId="ADAL" clId="{4DC4D5CB-579A-4623-A012-AA51A9F280AB}" dt="2025-12-17T23:10:30.723" v="26089" actId="1076"/>
          <ac:picMkLst>
            <pc:docMk/>
            <pc:sldMk cId="3162188362" sldId="2146847243"/>
            <ac:picMk id="8" creationId="{BD0B2420-65AC-B4BD-B7F1-6F68FE8F338A}"/>
          </ac:picMkLst>
        </pc:picChg>
        <pc:picChg chg="add mod">
          <ac:chgData name="Lopez Castillo Andres" userId="2e27fc3e-7c87-40db-a2d5-e84c9bef559c" providerId="ADAL" clId="{4DC4D5CB-579A-4623-A012-AA51A9F280AB}" dt="2025-12-17T23:10:42.864" v="26093" actId="12789"/>
          <ac:picMkLst>
            <pc:docMk/>
            <pc:sldMk cId="3162188362" sldId="2146847243"/>
            <ac:picMk id="38" creationId="{12DB3C67-04E3-860C-572E-BF8D0E339B8C}"/>
          </ac:picMkLst>
        </pc:picChg>
      </pc:sldChg>
      <pc:sldChg chg="addSp delSp modSp add mod ord modTransition">
        <pc:chgData name="Lopez Castillo Andres" userId="2e27fc3e-7c87-40db-a2d5-e84c9bef559c" providerId="ADAL" clId="{4DC4D5CB-579A-4623-A012-AA51A9F280AB}" dt="2025-12-18T08:27:26.005" v="26569" actId="20577"/>
        <pc:sldMkLst>
          <pc:docMk/>
          <pc:sldMk cId="1148933343" sldId="2146847244"/>
        </pc:sldMkLst>
        <pc:spChg chg="mod">
          <ac:chgData name="Lopez Castillo Andres" userId="2e27fc3e-7c87-40db-a2d5-e84c9bef559c" providerId="ADAL" clId="{4DC4D5CB-579A-4623-A012-AA51A9F280AB}" dt="2025-12-17T15:15:12.884" v="24658" actId="207"/>
          <ac:spMkLst>
            <pc:docMk/>
            <pc:sldMk cId="1148933343" sldId="2146847244"/>
            <ac:spMk id="6" creationId="{3C4A9F31-7C21-D830-FAF0-99905C3F9730}"/>
          </ac:spMkLst>
        </pc:spChg>
        <pc:spChg chg="mod">
          <ac:chgData name="Lopez Castillo Andres" userId="2e27fc3e-7c87-40db-a2d5-e84c9bef559c" providerId="ADAL" clId="{4DC4D5CB-579A-4623-A012-AA51A9F280AB}" dt="2025-12-17T22:51:41.054" v="25271"/>
          <ac:spMkLst>
            <pc:docMk/>
            <pc:sldMk cId="1148933343" sldId="2146847244"/>
            <ac:spMk id="10" creationId="{93941422-4884-30C1-A48C-0EC2642583B1}"/>
          </ac:spMkLst>
        </pc:spChg>
        <pc:spChg chg="add mod ord">
          <ac:chgData name="Lopez Castillo Andres" userId="2e27fc3e-7c87-40db-a2d5-e84c9bef559c" providerId="ADAL" clId="{4DC4D5CB-579A-4623-A012-AA51A9F280AB}" dt="2025-12-17T23:01:05.090" v="25626" actId="12788"/>
          <ac:spMkLst>
            <pc:docMk/>
            <pc:sldMk cId="1148933343" sldId="2146847244"/>
            <ac:spMk id="11" creationId="{13E75B79-D98C-1286-ED30-67773D0C08D8}"/>
          </ac:spMkLst>
        </pc:spChg>
        <pc:spChg chg="add mod ord">
          <ac:chgData name="Lopez Castillo Andres" userId="2e27fc3e-7c87-40db-a2d5-e84c9bef559c" providerId="ADAL" clId="{4DC4D5CB-579A-4623-A012-AA51A9F280AB}" dt="2025-12-17T13:13:34.895" v="23029" actId="164"/>
          <ac:spMkLst>
            <pc:docMk/>
            <pc:sldMk cId="1148933343" sldId="2146847244"/>
            <ac:spMk id="12" creationId="{10F0F00B-3112-106E-22B7-061B55B12746}"/>
          </ac:spMkLst>
        </pc:spChg>
        <pc:spChg chg="add mod ord">
          <ac:chgData name="Lopez Castillo Andres" userId="2e27fc3e-7c87-40db-a2d5-e84c9bef559c" providerId="ADAL" clId="{4DC4D5CB-579A-4623-A012-AA51A9F280AB}" dt="2025-12-17T13:13:38.745" v="23030" actId="164"/>
          <ac:spMkLst>
            <pc:docMk/>
            <pc:sldMk cId="1148933343" sldId="2146847244"/>
            <ac:spMk id="13" creationId="{C96B73E6-E0BA-F5D2-751F-51DBF8A92C90}"/>
          </ac:spMkLst>
        </pc:spChg>
        <pc:spChg chg="add mod ord">
          <ac:chgData name="Lopez Castillo Andres" userId="2e27fc3e-7c87-40db-a2d5-e84c9bef559c" providerId="ADAL" clId="{4DC4D5CB-579A-4623-A012-AA51A9F280AB}" dt="2025-12-18T08:27:26.005" v="26569" actId="20577"/>
          <ac:spMkLst>
            <pc:docMk/>
            <pc:sldMk cId="1148933343" sldId="2146847244"/>
            <ac:spMk id="14" creationId="{E1A66766-FC40-234A-36F2-456FE4287984}"/>
          </ac:spMkLst>
        </pc:spChg>
        <pc:spChg chg="add mod ord">
          <ac:chgData name="Lopez Castillo Andres" userId="2e27fc3e-7c87-40db-a2d5-e84c9bef559c" providerId="ADAL" clId="{4DC4D5CB-579A-4623-A012-AA51A9F280AB}" dt="2025-12-17T13:13:42.865" v="23031" actId="164"/>
          <ac:spMkLst>
            <pc:docMk/>
            <pc:sldMk cId="1148933343" sldId="2146847244"/>
            <ac:spMk id="15" creationId="{F1E125F3-1538-7A1A-DB2B-A2C3A1D68874}"/>
          </ac:spMkLst>
        </pc:spChg>
        <pc:spChg chg="add mod">
          <ac:chgData name="Lopez Castillo Andres" userId="2e27fc3e-7c87-40db-a2d5-e84c9bef559c" providerId="ADAL" clId="{4DC4D5CB-579A-4623-A012-AA51A9F280AB}" dt="2025-12-18T08:27:22.537" v="26567" actId="20577"/>
          <ac:spMkLst>
            <pc:docMk/>
            <pc:sldMk cId="1148933343" sldId="2146847244"/>
            <ac:spMk id="16" creationId="{7F4AC49D-BC39-F51B-9C23-3AE057E24944}"/>
          </ac:spMkLst>
        </pc:spChg>
        <pc:spChg chg="mod">
          <ac:chgData name="Lopez Castillo Andres" userId="2e27fc3e-7c87-40db-a2d5-e84c9bef559c" providerId="ADAL" clId="{4DC4D5CB-579A-4623-A012-AA51A9F280AB}" dt="2025-12-17T22:51:41.054" v="25271"/>
          <ac:spMkLst>
            <pc:docMk/>
            <pc:sldMk cId="1148933343" sldId="2146847244"/>
            <ac:spMk id="21" creationId="{681DCDD3-8225-6F4A-8DA7-094EF50F2B14}"/>
          </ac:spMkLst>
        </pc:spChg>
        <pc:spChg chg="mod">
          <ac:chgData name="Lopez Castillo Andres" userId="2e27fc3e-7c87-40db-a2d5-e84c9bef559c" providerId="ADAL" clId="{4DC4D5CB-579A-4623-A012-AA51A9F280AB}" dt="2025-12-17T22:51:41.054" v="25271"/>
          <ac:spMkLst>
            <pc:docMk/>
            <pc:sldMk cId="1148933343" sldId="2146847244"/>
            <ac:spMk id="24" creationId="{BF46610B-7991-8C51-E80E-531858C35FA7}"/>
          </ac:spMkLst>
        </pc:spChg>
        <pc:spChg chg="mod">
          <ac:chgData name="Lopez Castillo Andres" userId="2e27fc3e-7c87-40db-a2d5-e84c9bef559c" providerId="ADAL" clId="{4DC4D5CB-579A-4623-A012-AA51A9F280AB}" dt="2025-12-17T22:51:41.054" v="25271"/>
          <ac:spMkLst>
            <pc:docMk/>
            <pc:sldMk cId="1148933343" sldId="2146847244"/>
            <ac:spMk id="27" creationId="{AE2E3E88-BF53-77AB-8404-2850405B7C4F}"/>
          </ac:spMkLst>
        </pc:spChg>
        <pc:spChg chg="mod">
          <ac:chgData name="Lopez Castillo Andres" userId="2e27fc3e-7c87-40db-a2d5-e84c9bef559c" providerId="ADAL" clId="{4DC4D5CB-579A-4623-A012-AA51A9F280AB}" dt="2025-12-17T22:59:16.251" v="25570" actId="207"/>
          <ac:spMkLst>
            <pc:docMk/>
            <pc:sldMk cId="1148933343" sldId="2146847244"/>
            <ac:spMk id="33" creationId="{218365F7-D623-C426-DB6C-D47DC9452F32}"/>
          </ac:spMkLst>
        </pc:spChg>
        <pc:spChg chg="mod">
          <ac:chgData name="Lopez Castillo Andres" userId="2e27fc3e-7c87-40db-a2d5-e84c9bef559c" providerId="ADAL" clId="{4DC4D5CB-579A-4623-A012-AA51A9F280AB}" dt="2025-12-17T22:59:16.251" v="25570" actId="207"/>
          <ac:spMkLst>
            <pc:docMk/>
            <pc:sldMk cId="1148933343" sldId="2146847244"/>
            <ac:spMk id="35" creationId="{5F3DB2E6-FB3F-1EC0-C595-CC52BA402FD2}"/>
          </ac:spMkLst>
        </pc:spChg>
        <pc:spChg chg="mod">
          <ac:chgData name="Lopez Castillo Andres" userId="2e27fc3e-7c87-40db-a2d5-e84c9bef559c" providerId="ADAL" clId="{4DC4D5CB-579A-4623-A012-AA51A9F280AB}" dt="2025-12-17T22:59:38.646" v="25578"/>
          <ac:spMkLst>
            <pc:docMk/>
            <pc:sldMk cId="1148933343" sldId="2146847244"/>
            <ac:spMk id="40" creationId="{9D8C4C84-5940-957E-DB27-362F4674C1BB}"/>
          </ac:spMkLst>
        </pc:spChg>
        <pc:spChg chg="mod">
          <ac:chgData name="Lopez Castillo Andres" userId="2e27fc3e-7c87-40db-a2d5-e84c9bef559c" providerId="ADAL" clId="{4DC4D5CB-579A-4623-A012-AA51A9F280AB}" dt="2025-12-17T22:59:38.646" v="25578"/>
          <ac:spMkLst>
            <pc:docMk/>
            <pc:sldMk cId="1148933343" sldId="2146847244"/>
            <ac:spMk id="42" creationId="{0F607B57-DB2C-DFDE-60F2-8153596A8A4C}"/>
          </ac:spMkLst>
        </pc:spChg>
        <pc:spChg chg="mod">
          <ac:chgData name="Lopez Castillo Andres" userId="2e27fc3e-7c87-40db-a2d5-e84c9bef559c" providerId="ADAL" clId="{4DC4D5CB-579A-4623-A012-AA51A9F280AB}" dt="2025-12-17T22:59:38.646" v="25578"/>
          <ac:spMkLst>
            <pc:docMk/>
            <pc:sldMk cId="1148933343" sldId="2146847244"/>
            <ac:spMk id="45" creationId="{C4FBA61C-BC23-0CEB-D55D-23C4FA14F37E}"/>
          </ac:spMkLst>
        </pc:spChg>
        <pc:spChg chg="mod">
          <ac:chgData name="Lopez Castillo Andres" userId="2e27fc3e-7c87-40db-a2d5-e84c9bef559c" providerId="ADAL" clId="{4DC4D5CB-579A-4623-A012-AA51A9F280AB}" dt="2025-12-17T23:03:28.108" v="25776"/>
          <ac:spMkLst>
            <pc:docMk/>
            <pc:sldMk cId="1148933343" sldId="2146847244"/>
            <ac:spMk id="50" creationId="{36750A35-0BC3-E826-58D7-DAA07126C0B4}"/>
          </ac:spMkLst>
        </pc:spChg>
        <pc:spChg chg="mod">
          <ac:chgData name="Lopez Castillo Andres" userId="2e27fc3e-7c87-40db-a2d5-e84c9bef559c" providerId="ADAL" clId="{4DC4D5CB-579A-4623-A012-AA51A9F280AB}" dt="2025-12-17T23:03:28.108" v="25776"/>
          <ac:spMkLst>
            <pc:docMk/>
            <pc:sldMk cId="1148933343" sldId="2146847244"/>
            <ac:spMk id="52" creationId="{3C344ED4-56B0-FFC0-6D52-A2D0E10120D2}"/>
          </ac:spMkLst>
        </pc:spChg>
        <pc:spChg chg="mod">
          <ac:chgData name="Lopez Castillo Andres" userId="2e27fc3e-7c87-40db-a2d5-e84c9bef559c" providerId="ADAL" clId="{4DC4D5CB-579A-4623-A012-AA51A9F280AB}" dt="2025-12-17T23:03:28.108" v="25776"/>
          <ac:spMkLst>
            <pc:docMk/>
            <pc:sldMk cId="1148933343" sldId="2146847244"/>
            <ac:spMk id="55" creationId="{C14FF89D-7395-7940-590F-8CE222806D83}"/>
          </ac:spMkLst>
        </pc:spChg>
        <pc:spChg chg="mod">
          <ac:chgData name="Lopez Castillo Andres" userId="2e27fc3e-7c87-40db-a2d5-e84c9bef559c" providerId="ADAL" clId="{4DC4D5CB-579A-4623-A012-AA51A9F280AB}" dt="2025-12-17T23:03:28.108" v="25776"/>
          <ac:spMkLst>
            <pc:docMk/>
            <pc:sldMk cId="1148933343" sldId="2146847244"/>
            <ac:spMk id="58" creationId="{F8CBB16B-8E52-B137-8C21-613583CD3B0F}"/>
          </ac:spMkLst>
        </pc:spChg>
        <pc:spChg chg="mod">
          <ac:chgData name="Lopez Castillo Andres" userId="2e27fc3e-7c87-40db-a2d5-e84c9bef559c" providerId="ADAL" clId="{4DC4D5CB-579A-4623-A012-AA51A9F280AB}" dt="2025-12-17T23:03:28.108" v="25776"/>
          <ac:spMkLst>
            <pc:docMk/>
            <pc:sldMk cId="1148933343" sldId="2146847244"/>
            <ac:spMk id="63" creationId="{479FC4C2-53B0-A5A5-A9FE-EE82C40FF09A}"/>
          </ac:spMkLst>
        </pc:spChg>
        <pc:spChg chg="mod">
          <ac:chgData name="Lopez Castillo Andres" userId="2e27fc3e-7c87-40db-a2d5-e84c9bef559c" providerId="ADAL" clId="{4DC4D5CB-579A-4623-A012-AA51A9F280AB}" dt="2025-12-17T23:03:28.108" v="25776"/>
          <ac:spMkLst>
            <pc:docMk/>
            <pc:sldMk cId="1148933343" sldId="2146847244"/>
            <ac:spMk id="65" creationId="{5432BDD8-7157-E733-705E-92D1FA74BF46}"/>
          </ac:spMkLst>
        </pc:spChg>
        <pc:spChg chg="add del mod">
          <ac:chgData name="Lopez Castillo Andres" userId="2e27fc3e-7c87-40db-a2d5-e84c9bef559c" providerId="ADAL" clId="{4DC4D5CB-579A-4623-A012-AA51A9F280AB}" dt="2025-12-17T23:09:55.434" v="26085" actId="1036"/>
          <ac:spMkLst>
            <pc:docMk/>
            <pc:sldMk cId="1148933343" sldId="2146847244"/>
            <ac:spMk id="67" creationId="{A8862DCE-8D0F-FA52-091B-E1647D654F25}"/>
          </ac:spMkLst>
        </pc:spChg>
        <pc:spChg chg="mod">
          <ac:chgData name="Lopez Castillo Andres" userId="2e27fc3e-7c87-40db-a2d5-e84c9bef559c" providerId="ADAL" clId="{4DC4D5CB-579A-4623-A012-AA51A9F280AB}" dt="2025-12-17T23:05:57.034" v="25897"/>
          <ac:spMkLst>
            <pc:docMk/>
            <pc:sldMk cId="1148933343" sldId="2146847244"/>
            <ac:spMk id="70" creationId="{CBD3196E-E1D8-8F96-F9FD-07D83A371D0A}"/>
          </ac:spMkLst>
        </pc:spChg>
        <pc:spChg chg="add mod">
          <ac:chgData name="Lopez Castillo Andres" userId="2e27fc3e-7c87-40db-a2d5-e84c9bef559c" providerId="ADAL" clId="{4DC4D5CB-579A-4623-A012-AA51A9F280AB}" dt="2025-12-17T23:09:55.434" v="26085" actId="1036"/>
          <ac:spMkLst>
            <pc:docMk/>
            <pc:sldMk cId="1148933343" sldId="2146847244"/>
            <ac:spMk id="72" creationId="{25CB0D61-C4A0-22A2-6859-82A6419AF98D}"/>
          </ac:spMkLst>
        </pc:spChg>
        <pc:spChg chg="mod">
          <ac:chgData name="Lopez Castillo Andres" userId="2e27fc3e-7c87-40db-a2d5-e84c9bef559c" providerId="ADAL" clId="{4DC4D5CB-579A-4623-A012-AA51A9F280AB}" dt="2025-12-17T23:06:18.749" v="25903"/>
          <ac:spMkLst>
            <pc:docMk/>
            <pc:sldMk cId="1148933343" sldId="2146847244"/>
            <ac:spMk id="76" creationId="{D51D7C1D-DCF6-677B-84DF-A57C0F355918}"/>
          </ac:spMkLst>
        </pc:spChg>
        <pc:spChg chg="mod">
          <ac:chgData name="Lopez Castillo Andres" userId="2e27fc3e-7c87-40db-a2d5-e84c9bef559c" providerId="ADAL" clId="{4DC4D5CB-579A-4623-A012-AA51A9F280AB}" dt="2025-12-17T23:06:18.749" v="25903"/>
          <ac:spMkLst>
            <pc:docMk/>
            <pc:sldMk cId="1148933343" sldId="2146847244"/>
            <ac:spMk id="78" creationId="{B2E4E92B-1F11-216E-E713-4AE7F302DA6D}"/>
          </ac:spMkLst>
        </pc:spChg>
        <pc:spChg chg="add mod">
          <ac:chgData name="Lopez Castillo Andres" userId="2e27fc3e-7c87-40db-a2d5-e84c9bef559c" providerId="ADAL" clId="{4DC4D5CB-579A-4623-A012-AA51A9F280AB}" dt="2025-12-17T23:09:55.434" v="26085" actId="1036"/>
          <ac:spMkLst>
            <pc:docMk/>
            <pc:sldMk cId="1148933343" sldId="2146847244"/>
            <ac:spMk id="80" creationId="{208A0BAB-BD0B-D33D-BDD9-A4A18F9046C8}"/>
          </ac:spMkLst>
        </pc:spChg>
        <pc:spChg chg="mod">
          <ac:chgData name="Lopez Castillo Andres" userId="2e27fc3e-7c87-40db-a2d5-e84c9bef559c" providerId="ADAL" clId="{4DC4D5CB-579A-4623-A012-AA51A9F280AB}" dt="2025-12-17T23:07:42.534" v="25943"/>
          <ac:spMkLst>
            <pc:docMk/>
            <pc:sldMk cId="1148933343" sldId="2146847244"/>
            <ac:spMk id="82" creationId="{78B88ACA-7A7A-14EB-7E14-D2F280B72C7B}"/>
          </ac:spMkLst>
        </pc:spChg>
        <pc:spChg chg="mod">
          <ac:chgData name="Lopez Castillo Andres" userId="2e27fc3e-7c87-40db-a2d5-e84c9bef559c" providerId="ADAL" clId="{4DC4D5CB-579A-4623-A012-AA51A9F280AB}" dt="2025-12-17T23:07:55.367" v="25945"/>
          <ac:spMkLst>
            <pc:docMk/>
            <pc:sldMk cId="1148933343" sldId="2146847244"/>
            <ac:spMk id="87" creationId="{E24CD4C1-282B-355E-188E-E6AD4293420F}"/>
          </ac:spMkLst>
        </pc:spChg>
        <pc:spChg chg="mod">
          <ac:chgData name="Lopez Castillo Andres" userId="2e27fc3e-7c87-40db-a2d5-e84c9bef559c" providerId="ADAL" clId="{4DC4D5CB-579A-4623-A012-AA51A9F280AB}" dt="2025-12-17T23:07:55.367" v="25945"/>
          <ac:spMkLst>
            <pc:docMk/>
            <pc:sldMk cId="1148933343" sldId="2146847244"/>
            <ac:spMk id="89" creationId="{FF51DE68-39BA-07FC-6E12-A79DB90C1CB5}"/>
          </ac:spMkLst>
        </pc:spChg>
        <pc:spChg chg="add mod">
          <ac:chgData name="Lopez Castillo Andres" userId="2e27fc3e-7c87-40db-a2d5-e84c9bef559c" providerId="ADAL" clId="{4DC4D5CB-579A-4623-A012-AA51A9F280AB}" dt="2025-12-17T23:09:55.434" v="26085" actId="1036"/>
          <ac:spMkLst>
            <pc:docMk/>
            <pc:sldMk cId="1148933343" sldId="2146847244"/>
            <ac:spMk id="91" creationId="{39E0BEEE-A7C1-30E2-4393-C09185D4FB04}"/>
          </ac:spMkLst>
        </pc:spChg>
        <pc:grpChg chg="mod">
          <ac:chgData name="Lopez Castillo Andres" userId="2e27fc3e-7c87-40db-a2d5-e84c9bef559c" providerId="ADAL" clId="{4DC4D5CB-579A-4623-A012-AA51A9F280AB}" dt="2025-12-17T23:03:03.374" v="25775" actId="1036"/>
          <ac:grpSpMkLst>
            <pc:docMk/>
            <pc:sldMk cId="1148933343" sldId="2146847244"/>
            <ac:grpSpMk id="2" creationId="{FE03ACF6-DC0C-55A2-4033-6DE5B02627D9}"/>
          </ac:grpSpMkLst>
        </pc:grpChg>
        <pc:grpChg chg="mod">
          <ac:chgData name="Lopez Castillo Andres" userId="2e27fc3e-7c87-40db-a2d5-e84c9bef559c" providerId="ADAL" clId="{4DC4D5CB-579A-4623-A012-AA51A9F280AB}" dt="2025-12-17T22:51:41.054" v="25271"/>
          <ac:grpSpMkLst>
            <pc:docMk/>
            <pc:sldMk cId="1148933343" sldId="2146847244"/>
            <ac:grpSpMk id="5" creationId="{AF25472E-390D-5BEB-C95F-A3A152D8C96F}"/>
          </ac:grpSpMkLst>
        </pc:grpChg>
        <pc:grpChg chg="mod">
          <ac:chgData name="Lopez Castillo Andres" userId="2e27fc3e-7c87-40db-a2d5-e84c9bef559c" providerId="ADAL" clId="{4DC4D5CB-579A-4623-A012-AA51A9F280AB}" dt="2025-12-17T22:51:41.054" v="25271"/>
          <ac:grpSpMkLst>
            <pc:docMk/>
            <pc:sldMk cId="1148933343" sldId="2146847244"/>
            <ac:grpSpMk id="8" creationId="{E8B7A827-6E9E-C61A-F29D-8A1473F86316}"/>
          </ac:grpSpMkLst>
        </pc:grpChg>
        <pc:grpChg chg="add mod">
          <ac:chgData name="Lopez Castillo Andres" userId="2e27fc3e-7c87-40db-a2d5-e84c9bef559c" providerId="ADAL" clId="{4DC4D5CB-579A-4623-A012-AA51A9F280AB}" dt="2025-12-17T23:01:05.090" v="25626" actId="12788"/>
          <ac:grpSpMkLst>
            <pc:docMk/>
            <pc:sldMk cId="1148933343" sldId="2146847244"/>
            <ac:grpSpMk id="17" creationId="{DDEB5FC4-4312-DAA2-656D-08005EACD768}"/>
          </ac:grpSpMkLst>
        </pc:grpChg>
        <pc:grpChg chg="add mod">
          <ac:chgData name="Lopez Castillo Andres" userId="2e27fc3e-7c87-40db-a2d5-e84c9bef559c" providerId="ADAL" clId="{4DC4D5CB-579A-4623-A012-AA51A9F280AB}" dt="2025-12-17T22:55:02.354" v="25342" actId="12788"/>
          <ac:grpSpMkLst>
            <pc:docMk/>
            <pc:sldMk cId="1148933343" sldId="2146847244"/>
            <ac:grpSpMk id="18" creationId="{B1A2B185-59BE-601B-B88A-8918C2FE15DB}"/>
          </ac:grpSpMkLst>
        </pc:grpChg>
        <pc:grpChg chg="add mod ord">
          <ac:chgData name="Lopez Castillo Andres" userId="2e27fc3e-7c87-40db-a2d5-e84c9bef559c" providerId="ADAL" clId="{4DC4D5CB-579A-4623-A012-AA51A9F280AB}" dt="2025-12-17T22:55:06.431" v="25343" actId="12788"/>
          <ac:grpSpMkLst>
            <pc:docMk/>
            <pc:sldMk cId="1148933343" sldId="2146847244"/>
            <ac:grpSpMk id="19" creationId="{DBC89B53-08C8-BBEC-7E28-E84966D6E075}"/>
          </ac:grpSpMkLst>
        </pc:grpChg>
        <pc:grpChg chg="mod">
          <ac:chgData name="Lopez Castillo Andres" userId="2e27fc3e-7c87-40db-a2d5-e84c9bef559c" providerId="ADAL" clId="{4DC4D5CB-579A-4623-A012-AA51A9F280AB}" dt="2025-12-17T23:03:03.374" v="25775" actId="1036"/>
          <ac:grpSpMkLst>
            <pc:docMk/>
            <pc:sldMk cId="1148933343" sldId="2146847244"/>
            <ac:grpSpMk id="23" creationId="{3679F64E-7B49-E7C8-E43F-6C07F7C14B2A}"/>
          </ac:grpSpMkLst>
        </pc:grpChg>
        <pc:grpChg chg="mod">
          <ac:chgData name="Lopez Castillo Andres" userId="2e27fc3e-7c87-40db-a2d5-e84c9bef559c" providerId="ADAL" clId="{4DC4D5CB-579A-4623-A012-AA51A9F280AB}" dt="2025-12-17T23:09:55.434" v="26085" actId="1036"/>
          <ac:grpSpMkLst>
            <pc:docMk/>
            <pc:sldMk cId="1148933343" sldId="2146847244"/>
            <ac:grpSpMk id="26" creationId="{B612B4B9-532E-1FEB-3441-16EF179828BD}"/>
          </ac:grpSpMkLst>
        </pc:grpChg>
        <pc:grpChg chg="add mod">
          <ac:chgData name="Lopez Castillo Andres" userId="2e27fc3e-7c87-40db-a2d5-e84c9bef559c" providerId="ADAL" clId="{4DC4D5CB-579A-4623-A012-AA51A9F280AB}" dt="2025-12-17T23:03:03.374" v="25775" actId="1036"/>
          <ac:grpSpMkLst>
            <pc:docMk/>
            <pc:sldMk cId="1148933343" sldId="2146847244"/>
            <ac:grpSpMk id="30" creationId="{8921A10D-5FA3-F59D-9795-0B3F45AE6519}"/>
          </ac:grpSpMkLst>
        </pc:grpChg>
        <pc:grpChg chg="mod">
          <ac:chgData name="Lopez Castillo Andres" userId="2e27fc3e-7c87-40db-a2d5-e84c9bef559c" providerId="ADAL" clId="{4DC4D5CB-579A-4623-A012-AA51A9F280AB}" dt="2025-12-17T22:58:57.740" v="25568"/>
          <ac:grpSpMkLst>
            <pc:docMk/>
            <pc:sldMk cId="1148933343" sldId="2146847244"/>
            <ac:grpSpMk id="31" creationId="{EDB718E5-0EE1-9E8F-08C1-E87D88222C84}"/>
          </ac:grpSpMkLst>
        </pc:grpChg>
        <pc:grpChg chg="mod">
          <ac:chgData name="Lopez Castillo Andres" userId="2e27fc3e-7c87-40db-a2d5-e84c9bef559c" providerId="ADAL" clId="{4DC4D5CB-579A-4623-A012-AA51A9F280AB}" dt="2025-12-17T22:58:57.740" v="25568"/>
          <ac:grpSpMkLst>
            <pc:docMk/>
            <pc:sldMk cId="1148933343" sldId="2146847244"/>
            <ac:grpSpMk id="32" creationId="{A73553B9-E317-0570-0684-5DD32C15FAD8}"/>
          </ac:grpSpMkLst>
        </pc:grpChg>
        <pc:grpChg chg="add mod">
          <ac:chgData name="Lopez Castillo Andres" userId="2e27fc3e-7c87-40db-a2d5-e84c9bef559c" providerId="ADAL" clId="{4DC4D5CB-579A-4623-A012-AA51A9F280AB}" dt="2025-12-17T23:05:26.996" v="25883" actId="12788"/>
          <ac:grpSpMkLst>
            <pc:docMk/>
            <pc:sldMk cId="1148933343" sldId="2146847244"/>
            <ac:grpSpMk id="37" creationId="{34C47C15-559D-60E6-5E0A-01E1981FA141}"/>
          </ac:grpSpMkLst>
        </pc:grpChg>
        <pc:grpChg chg="mod">
          <ac:chgData name="Lopez Castillo Andres" userId="2e27fc3e-7c87-40db-a2d5-e84c9bef559c" providerId="ADAL" clId="{4DC4D5CB-579A-4623-A012-AA51A9F280AB}" dt="2025-12-17T22:59:38.646" v="25578"/>
          <ac:grpSpMkLst>
            <pc:docMk/>
            <pc:sldMk cId="1148933343" sldId="2146847244"/>
            <ac:grpSpMk id="38" creationId="{E27E1F87-34F1-92B9-40DA-EE4F7041F4C8}"/>
          </ac:grpSpMkLst>
        </pc:grpChg>
        <pc:grpChg chg="mod">
          <ac:chgData name="Lopez Castillo Andres" userId="2e27fc3e-7c87-40db-a2d5-e84c9bef559c" providerId="ADAL" clId="{4DC4D5CB-579A-4623-A012-AA51A9F280AB}" dt="2025-12-17T22:59:38.646" v="25578"/>
          <ac:grpSpMkLst>
            <pc:docMk/>
            <pc:sldMk cId="1148933343" sldId="2146847244"/>
            <ac:grpSpMk id="39" creationId="{E654350F-444E-C05E-31FE-73ABF2BFA7F7}"/>
          </ac:grpSpMkLst>
        </pc:grpChg>
        <pc:grpChg chg="add del mod">
          <ac:chgData name="Lopez Castillo Andres" userId="2e27fc3e-7c87-40db-a2d5-e84c9bef559c" providerId="ADAL" clId="{4DC4D5CB-579A-4623-A012-AA51A9F280AB}" dt="2025-12-17T23:05:55.181" v="25896" actId="21"/>
          <ac:grpSpMkLst>
            <pc:docMk/>
            <pc:sldMk cId="1148933343" sldId="2146847244"/>
            <ac:grpSpMk id="44" creationId="{0BDEBD3A-6E27-94F7-5EDC-2BFF4B1452C0}"/>
          </ac:grpSpMkLst>
        </pc:grpChg>
        <pc:grpChg chg="mod">
          <ac:chgData name="Lopez Castillo Andres" userId="2e27fc3e-7c87-40db-a2d5-e84c9bef559c" providerId="ADAL" clId="{4DC4D5CB-579A-4623-A012-AA51A9F280AB}" dt="2025-12-17T23:03:33.386" v="25777" actId="1076"/>
          <ac:grpSpMkLst>
            <pc:docMk/>
            <pc:sldMk cId="1148933343" sldId="2146847244"/>
            <ac:grpSpMk id="47" creationId="{9C46E3B7-D6E9-783F-B56E-6E8E77E3540D}"/>
          </ac:grpSpMkLst>
        </pc:grpChg>
        <pc:grpChg chg="mod">
          <ac:chgData name="Lopez Castillo Andres" userId="2e27fc3e-7c87-40db-a2d5-e84c9bef559c" providerId="ADAL" clId="{4DC4D5CB-579A-4623-A012-AA51A9F280AB}" dt="2025-12-17T23:03:33.386" v="25777" actId="1076"/>
          <ac:grpSpMkLst>
            <pc:docMk/>
            <pc:sldMk cId="1148933343" sldId="2146847244"/>
            <ac:grpSpMk id="54" creationId="{C00226D0-5828-C7B1-8D3E-D88611237FCF}"/>
          </ac:grpSpMkLst>
        </pc:grpChg>
        <pc:grpChg chg="mod">
          <ac:chgData name="Lopez Castillo Andres" userId="2e27fc3e-7c87-40db-a2d5-e84c9bef559c" providerId="ADAL" clId="{4DC4D5CB-579A-4623-A012-AA51A9F280AB}" dt="2025-12-17T23:03:33.386" v="25777" actId="1076"/>
          <ac:grpSpMkLst>
            <pc:docMk/>
            <pc:sldMk cId="1148933343" sldId="2146847244"/>
            <ac:grpSpMk id="57" creationId="{C8B0288C-F2E4-274B-3B66-B560EE0244FC}"/>
          </ac:grpSpMkLst>
        </pc:grpChg>
        <pc:grpChg chg="mod">
          <ac:chgData name="Lopez Castillo Andres" userId="2e27fc3e-7c87-40db-a2d5-e84c9bef559c" providerId="ADAL" clId="{4DC4D5CB-579A-4623-A012-AA51A9F280AB}" dt="2025-12-17T23:03:33.386" v="25777" actId="1076"/>
          <ac:grpSpMkLst>
            <pc:docMk/>
            <pc:sldMk cId="1148933343" sldId="2146847244"/>
            <ac:grpSpMk id="60" creationId="{FFB1E87F-EACA-0E4C-677D-42661226FEEE}"/>
          </ac:grpSpMkLst>
        </pc:grpChg>
        <pc:grpChg chg="add mod">
          <ac:chgData name="Lopez Castillo Andres" userId="2e27fc3e-7c87-40db-a2d5-e84c9bef559c" providerId="ADAL" clId="{4DC4D5CB-579A-4623-A012-AA51A9F280AB}" dt="2025-12-17T23:09:55.434" v="26085" actId="1036"/>
          <ac:grpSpMkLst>
            <pc:docMk/>
            <pc:sldMk cId="1148933343" sldId="2146847244"/>
            <ac:grpSpMk id="69" creationId="{D660E1CB-0579-0CA9-C343-678CDB834A59}"/>
          </ac:grpSpMkLst>
        </pc:grpChg>
        <pc:grpChg chg="add mod">
          <ac:chgData name="Lopez Castillo Andres" userId="2e27fc3e-7c87-40db-a2d5-e84c9bef559c" providerId="ADAL" clId="{4DC4D5CB-579A-4623-A012-AA51A9F280AB}" dt="2025-12-17T23:09:55.434" v="26085" actId="1036"/>
          <ac:grpSpMkLst>
            <pc:docMk/>
            <pc:sldMk cId="1148933343" sldId="2146847244"/>
            <ac:grpSpMk id="73" creationId="{4496090C-105C-C51B-9785-783A8889E363}"/>
          </ac:grpSpMkLst>
        </pc:grpChg>
        <pc:grpChg chg="mod">
          <ac:chgData name="Lopez Castillo Andres" userId="2e27fc3e-7c87-40db-a2d5-e84c9bef559c" providerId="ADAL" clId="{4DC4D5CB-579A-4623-A012-AA51A9F280AB}" dt="2025-12-17T23:06:18.749" v="25903"/>
          <ac:grpSpMkLst>
            <pc:docMk/>
            <pc:sldMk cId="1148933343" sldId="2146847244"/>
            <ac:grpSpMk id="74" creationId="{DB3066B1-F988-3800-BCFE-66D309BC7B58}"/>
          </ac:grpSpMkLst>
        </pc:grpChg>
        <pc:grpChg chg="mod">
          <ac:chgData name="Lopez Castillo Andres" userId="2e27fc3e-7c87-40db-a2d5-e84c9bef559c" providerId="ADAL" clId="{4DC4D5CB-579A-4623-A012-AA51A9F280AB}" dt="2025-12-17T23:06:18.749" v="25903"/>
          <ac:grpSpMkLst>
            <pc:docMk/>
            <pc:sldMk cId="1148933343" sldId="2146847244"/>
            <ac:grpSpMk id="75" creationId="{DB1307AF-00BC-7ED2-AF86-3CF88203ADDB}"/>
          </ac:grpSpMkLst>
        </pc:grpChg>
        <pc:grpChg chg="add mod">
          <ac:chgData name="Lopez Castillo Andres" userId="2e27fc3e-7c87-40db-a2d5-e84c9bef559c" providerId="ADAL" clId="{4DC4D5CB-579A-4623-A012-AA51A9F280AB}" dt="2025-12-17T23:07:50.664" v="25944" actId="1076"/>
          <ac:grpSpMkLst>
            <pc:docMk/>
            <pc:sldMk cId="1148933343" sldId="2146847244"/>
            <ac:grpSpMk id="81" creationId="{4CE5FC80-C44B-1882-DA79-B23BCB231FEE}"/>
          </ac:grpSpMkLst>
        </pc:grpChg>
        <pc:grpChg chg="add mod">
          <ac:chgData name="Lopez Castillo Andres" userId="2e27fc3e-7c87-40db-a2d5-e84c9bef559c" providerId="ADAL" clId="{4DC4D5CB-579A-4623-A012-AA51A9F280AB}" dt="2025-12-17T23:09:55.434" v="26085" actId="1036"/>
          <ac:grpSpMkLst>
            <pc:docMk/>
            <pc:sldMk cId="1148933343" sldId="2146847244"/>
            <ac:grpSpMk id="84" creationId="{CCD8881C-9903-5B4A-7CBE-34C3A3A065FA}"/>
          </ac:grpSpMkLst>
        </pc:grpChg>
        <pc:grpChg chg="mod">
          <ac:chgData name="Lopez Castillo Andres" userId="2e27fc3e-7c87-40db-a2d5-e84c9bef559c" providerId="ADAL" clId="{4DC4D5CB-579A-4623-A012-AA51A9F280AB}" dt="2025-12-17T23:07:55.367" v="25945"/>
          <ac:grpSpMkLst>
            <pc:docMk/>
            <pc:sldMk cId="1148933343" sldId="2146847244"/>
            <ac:grpSpMk id="85" creationId="{4587C02A-E86A-7D8E-FA58-CD51BED7E4E4}"/>
          </ac:grpSpMkLst>
        </pc:grpChg>
        <pc:grpChg chg="mod">
          <ac:chgData name="Lopez Castillo Andres" userId="2e27fc3e-7c87-40db-a2d5-e84c9bef559c" providerId="ADAL" clId="{4DC4D5CB-579A-4623-A012-AA51A9F280AB}" dt="2025-12-17T23:07:55.367" v="25945"/>
          <ac:grpSpMkLst>
            <pc:docMk/>
            <pc:sldMk cId="1148933343" sldId="2146847244"/>
            <ac:grpSpMk id="86" creationId="{B9A17842-7F0F-0D28-F82A-084D8877054E}"/>
          </ac:grpSpMkLst>
        </pc:grpChg>
        <pc:picChg chg="add mod">
          <ac:chgData name="Lopez Castillo Andres" userId="2e27fc3e-7c87-40db-a2d5-e84c9bef559c" providerId="ADAL" clId="{4DC4D5CB-579A-4623-A012-AA51A9F280AB}" dt="2025-12-17T13:13:42.865" v="23031" actId="164"/>
          <ac:picMkLst>
            <pc:docMk/>
            <pc:sldMk cId="1148933343" sldId="2146847244"/>
            <ac:picMk id="4" creationId="{5FCD4087-EB04-3C5B-94FF-4B57251EE7A8}"/>
          </ac:picMkLst>
        </pc:picChg>
        <pc:picChg chg="add mod">
          <ac:chgData name="Lopez Castillo Andres" userId="2e27fc3e-7c87-40db-a2d5-e84c9bef559c" providerId="ADAL" clId="{4DC4D5CB-579A-4623-A012-AA51A9F280AB}" dt="2025-12-17T13:13:34.895" v="23029" actId="164"/>
          <ac:picMkLst>
            <pc:docMk/>
            <pc:sldMk cId="1148933343" sldId="2146847244"/>
            <ac:picMk id="7" creationId="{CB0AD2A0-D99A-6DC1-CD56-B5659DD4CF0D}"/>
          </ac:picMkLst>
        </pc:picChg>
        <pc:picChg chg="add mod">
          <ac:chgData name="Lopez Castillo Andres" userId="2e27fc3e-7c87-40db-a2d5-e84c9bef559c" providerId="ADAL" clId="{4DC4D5CB-579A-4623-A012-AA51A9F280AB}" dt="2025-12-17T13:13:38.745" v="23030" actId="164"/>
          <ac:picMkLst>
            <pc:docMk/>
            <pc:sldMk cId="1148933343" sldId="2146847244"/>
            <ac:picMk id="9" creationId="{13129113-CF04-1C37-3C09-1C0553693E95}"/>
          </ac:picMkLst>
        </pc:picChg>
        <pc:picChg chg="mod">
          <ac:chgData name="Lopez Castillo Andres" userId="2e27fc3e-7c87-40db-a2d5-e84c9bef559c" providerId="ADAL" clId="{4DC4D5CB-579A-4623-A012-AA51A9F280AB}" dt="2025-12-17T22:51:41.054" v="25271"/>
          <ac:picMkLst>
            <pc:docMk/>
            <pc:sldMk cId="1148933343" sldId="2146847244"/>
            <ac:picMk id="20" creationId="{B106F67E-75B5-0E1B-228F-689275300C34}"/>
          </ac:picMkLst>
        </pc:picChg>
        <pc:picChg chg="mod">
          <ac:chgData name="Lopez Castillo Andres" userId="2e27fc3e-7c87-40db-a2d5-e84c9bef559c" providerId="ADAL" clId="{4DC4D5CB-579A-4623-A012-AA51A9F280AB}" dt="2025-12-17T22:51:41.054" v="25271"/>
          <ac:picMkLst>
            <pc:docMk/>
            <pc:sldMk cId="1148933343" sldId="2146847244"/>
            <ac:picMk id="22" creationId="{4D4DAE1D-2FC2-D0EF-5D96-CBFC2A446C1B}"/>
          </ac:picMkLst>
        </pc:picChg>
        <pc:picChg chg="mod">
          <ac:chgData name="Lopez Castillo Andres" userId="2e27fc3e-7c87-40db-a2d5-e84c9bef559c" providerId="ADAL" clId="{4DC4D5CB-579A-4623-A012-AA51A9F280AB}" dt="2025-12-17T22:51:41.054" v="25271"/>
          <ac:picMkLst>
            <pc:docMk/>
            <pc:sldMk cId="1148933343" sldId="2146847244"/>
            <ac:picMk id="25" creationId="{459F841B-8B1B-5C56-6511-187A7C087496}"/>
          </ac:picMkLst>
        </pc:picChg>
        <pc:picChg chg="mod">
          <ac:chgData name="Lopez Castillo Andres" userId="2e27fc3e-7c87-40db-a2d5-e84c9bef559c" providerId="ADAL" clId="{4DC4D5CB-579A-4623-A012-AA51A9F280AB}" dt="2025-12-17T22:51:41.054" v="25271"/>
          <ac:picMkLst>
            <pc:docMk/>
            <pc:sldMk cId="1148933343" sldId="2146847244"/>
            <ac:picMk id="28" creationId="{AE549032-5B23-8125-0E62-0EA434FFF7C0}"/>
          </ac:picMkLst>
        </pc:picChg>
        <pc:picChg chg="mod">
          <ac:chgData name="Lopez Castillo Andres" userId="2e27fc3e-7c87-40db-a2d5-e84c9bef559c" providerId="ADAL" clId="{4DC4D5CB-579A-4623-A012-AA51A9F280AB}" dt="2025-12-17T22:58:57.740" v="25568"/>
          <ac:picMkLst>
            <pc:docMk/>
            <pc:sldMk cId="1148933343" sldId="2146847244"/>
            <ac:picMk id="34" creationId="{9ED88209-3CEA-1982-9788-79ECEEB09F6C}"/>
          </ac:picMkLst>
        </pc:picChg>
        <pc:picChg chg="mod">
          <ac:chgData name="Lopez Castillo Andres" userId="2e27fc3e-7c87-40db-a2d5-e84c9bef559c" providerId="ADAL" clId="{4DC4D5CB-579A-4623-A012-AA51A9F280AB}" dt="2025-12-17T22:58:57.740" v="25568"/>
          <ac:picMkLst>
            <pc:docMk/>
            <pc:sldMk cId="1148933343" sldId="2146847244"/>
            <ac:picMk id="36" creationId="{A6BD75CC-C38C-BEDD-0D35-DCC53D6E5713}"/>
          </ac:picMkLst>
        </pc:picChg>
        <pc:picChg chg="mod">
          <ac:chgData name="Lopez Castillo Andres" userId="2e27fc3e-7c87-40db-a2d5-e84c9bef559c" providerId="ADAL" clId="{4DC4D5CB-579A-4623-A012-AA51A9F280AB}" dt="2025-12-17T22:59:38.646" v="25578"/>
          <ac:picMkLst>
            <pc:docMk/>
            <pc:sldMk cId="1148933343" sldId="2146847244"/>
            <ac:picMk id="41" creationId="{8578FD87-2CB9-0E1F-7E37-20B022F2B73F}"/>
          </ac:picMkLst>
        </pc:picChg>
        <pc:picChg chg="mod">
          <ac:chgData name="Lopez Castillo Andres" userId="2e27fc3e-7c87-40db-a2d5-e84c9bef559c" providerId="ADAL" clId="{4DC4D5CB-579A-4623-A012-AA51A9F280AB}" dt="2025-12-17T22:59:38.646" v="25578"/>
          <ac:picMkLst>
            <pc:docMk/>
            <pc:sldMk cId="1148933343" sldId="2146847244"/>
            <ac:picMk id="43" creationId="{171E3121-0FE0-8AD1-1B3E-1D36951F02F5}"/>
          </ac:picMkLst>
        </pc:picChg>
        <pc:picChg chg="mod">
          <ac:chgData name="Lopez Castillo Andres" userId="2e27fc3e-7c87-40db-a2d5-e84c9bef559c" providerId="ADAL" clId="{4DC4D5CB-579A-4623-A012-AA51A9F280AB}" dt="2025-12-17T22:59:38.646" v="25578"/>
          <ac:picMkLst>
            <pc:docMk/>
            <pc:sldMk cId="1148933343" sldId="2146847244"/>
            <ac:picMk id="46" creationId="{A8CD3830-EFA4-314C-2365-260C0909F34A}"/>
          </ac:picMkLst>
        </pc:picChg>
        <pc:picChg chg="mod">
          <ac:chgData name="Lopez Castillo Andres" userId="2e27fc3e-7c87-40db-a2d5-e84c9bef559c" providerId="ADAL" clId="{4DC4D5CB-579A-4623-A012-AA51A9F280AB}" dt="2025-12-17T23:03:28.108" v="25776"/>
          <ac:picMkLst>
            <pc:docMk/>
            <pc:sldMk cId="1148933343" sldId="2146847244"/>
            <ac:picMk id="51" creationId="{20FA7E7F-86C2-BB59-54AA-FF9DBE58F729}"/>
          </ac:picMkLst>
        </pc:picChg>
        <pc:picChg chg="mod">
          <ac:chgData name="Lopez Castillo Andres" userId="2e27fc3e-7c87-40db-a2d5-e84c9bef559c" providerId="ADAL" clId="{4DC4D5CB-579A-4623-A012-AA51A9F280AB}" dt="2025-12-17T23:03:28.108" v="25776"/>
          <ac:picMkLst>
            <pc:docMk/>
            <pc:sldMk cId="1148933343" sldId="2146847244"/>
            <ac:picMk id="53" creationId="{8CA7BB9D-78F8-39CE-1DA4-558E80A9E28D}"/>
          </ac:picMkLst>
        </pc:picChg>
        <pc:picChg chg="mod">
          <ac:chgData name="Lopez Castillo Andres" userId="2e27fc3e-7c87-40db-a2d5-e84c9bef559c" providerId="ADAL" clId="{4DC4D5CB-579A-4623-A012-AA51A9F280AB}" dt="2025-12-17T23:03:28.108" v="25776"/>
          <ac:picMkLst>
            <pc:docMk/>
            <pc:sldMk cId="1148933343" sldId="2146847244"/>
            <ac:picMk id="56" creationId="{75CC9D08-8C8A-1AE8-28C8-0C71A52E7A2C}"/>
          </ac:picMkLst>
        </pc:picChg>
        <pc:picChg chg="mod">
          <ac:chgData name="Lopez Castillo Andres" userId="2e27fc3e-7c87-40db-a2d5-e84c9bef559c" providerId="ADAL" clId="{4DC4D5CB-579A-4623-A012-AA51A9F280AB}" dt="2025-12-17T23:03:28.108" v="25776"/>
          <ac:picMkLst>
            <pc:docMk/>
            <pc:sldMk cId="1148933343" sldId="2146847244"/>
            <ac:picMk id="59" creationId="{E523DD04-C07C-0944-62D5-BB202F0E4699}"/>
          </ac:picMkLst>
        </pc:picChg>
        <pc:picChg chg="mod">
          <ac:chgData name="Lopez Castillo Andres" userId="2e27fc3e-7c87-40db-a2d5-e84c9bef559c" providerId="ADAL" clId="{4DC4D5CB-579A-4623-A012-AA51A9F280AB}" dt="2025-12-17T23:05:57.034" v="25897"/>
          <ac:picMkLst>
            <pc:docMk/>
            <pc:sldMk cId="1148933343" sldId="2146847244"/>
            <ac:picMk id="71" creationId="{DBC3C0D6-D0DA-7D87-8991-8A30BF8FF251}"/>
          </ac:picMkLst>
        </pc:picChg>
        <pc:picChg chg="mod">
          <ac:chgData name="Lopez Castillo Andres" userId="2e27fc3e-7c87-40db-a2d5-e84c9bef559c" providerId="ADAL" clId="{4DC4D5CB-579A-4623-A012-AA51A9F280AB}" dt="2025-12-17T23:06:18.749" v="25903"/>
          <ac:picMkLst>
            <pc:docMk/>
            <pc:sldMk cId="1148933343" sldId="2146847244"/>
            <ac:picMk id="77" creationId="{AA73A08A-9F22-61EA-190C-CB3F1559F4A1}"/>
          </ac:picMkLst>
        </pc:picChg>
        <pc:picChg chg="mod">
          <ac:chgData name="Lopez Castillo Andres" userId="2e27fc3e-7c87-40db-a2d5-e84c9bef559c" providerId="ADAL" clId="{4DC4D5CB-579A-4623-A012-AA51A9F280AB}" dt="2025-12-17T23:06:18.749" v="25903"/>
          <ac:picMkLst>
            <pc:docMk/>
            <pc:sldMk cId="1148933343" sldId="2146847244"/>
            <ac:picMk id="79" creationId="{A9AFCBA5-66CE-66E6-98B2-F7B38BAF74E8}"/>
          </ac:picMkLst>
        </pc:picChg>
        <pc:picChg chg="mod">
          <ac:chgData name="Lopez Castillo Andres" userId="2e27fc3e-7c87-40db-a2d5-e84c9bef559c" providerId="ADAL" clId="{4DC4D5CB-579A-4623-A012-AA51A9F280AB}" dt="2025-12-17T23:07:42.534" v="25943"/>
          <ac:picMkLst>
            <pc:docMk/>
            <pc:sldMk cId="1148933343" sldId="2146847244"/>
            <ac:picMk id="83" creationId="{C3348057-AEB9-46DF-F371-37C4B1D2B37F}"/>
          </ac:picMkLst>
        </pc:picChg>
        <pc:picChg chg="mod">
          <ac:chgData name="Lopez Castillo Andres" userId="2e27fc3e-7c87-40db-a2d5-e84c9bef559c" providerId="ADAL" clId="{4DC4D5CB-579A-4623-A012-AA51A9F280AB}" dt="2025-12-17T23:07:55.367" v="25945"/>
          <ac:picMkLst>
            <pc:docMk/>
            <pc:sldMk cId="1148933343" sldId="2146847244"/>
            <ac:picMk id="88" creationId="{1758ECBB-9148-26A9-A068-855B71576D1C}"/>
          </ac:picMkLst>
        </pc:picChg>
        <pc:picChg chg="mod">
          <ac:chgData name="Lopez Castillo Andres" userId="2e27fc3e-7c87-40db-a2d5-e84c9bef559c" providerId="ADAL" clId="{4DC4D5CB-579A-4623-A012-AA51A9F280AB}" dt="2025-12-17T23:07:55.367" v="25945"/>
          <ac:picMkLst>
            <pc:docMk/>
            <pc:sldMk cId="1148933343" sldId="2146847244"/>
            <ac:picMk id="90" creationId="{4AE1C1C1-BEE1-6CD0-40D0-5B8E6CF17F50}"/>
          </ac:picMkLst>
        </pc:picChg>
      </pc:sldChg>
      <pc:sldChg chg="modSp add del mod">
        <pc:chgData name="Lopez Castillo Andres" userId="2e27fc3e-7c87-40db-a2d5-e84c9bef559c" providerId="ADAL" clId="{4DC4D5CB-579A-4623-A012-AA51A9F280AB}" dt="2025-12-16T18:14:19.792" v="21125" actId="47"/>
        <pc:sldMkLst>
          <pc:docMk/>
          <pc:sldMk cId="1869459243" sldId="2146847245"/>
        </pc:sldMkLst>
      </pc:sldChg>
      <pc:sldChg chg="modSp new add del mod ord modTransition">
        <pc:chgData name="Lopez Castillo Andres" userId="2e27fc3e-7c87-40db-a2d5-e84c9bef559c" providerId="ADAL" clId="{4DC4D5CB-579A-4623-A012-AA51A9F280AB}" dt="2025-12-17T22:42:53.370" v="25145" actId="20577"/>
        <pc:sldMkLst>
          <pc:docMk/>
          <pc:sldMk cId="2680096268" sldId="2146847245"/>
        </pc:sldMkLst>
        <pc:spChg chg="mod">
          <ac:chgData name="Lopez Castillo Andres" userId="2e27fc3e-7c87-40db-a2d5-e84c9bef559c" providerId="ADAL" clId="{4DC4D5CB-579A-4623-A012-AA51A9F280AB}" dt="2025-12-17T22:42:53.370" v="25145" actId="20577"/>
          <ac:spMkLst>
            <pc:docMk/>
            <pc:sldMk cId="2680096268" sldId="2146847245"/>
            <ac:spMk id="2" creationId="{C70D3F9A-F76D-FF8B-F33C-2A8366E1F744}"/>
          </ac:spMkLst>
        </pc:spChg>
        <pc:spChg chg="mod">
          <ac:chgData name="Lopez Castillo Andres" userId="2e27fc3e-7c87-40db-a2d5-e84c9bef559c" providerId="ADAL" clId="{4DC4D5CB-579A-4623-A012-AA51A9F280AB}" dt="2025-12-17T17:02:02.973" v="24669" actId="20577"/>
          <ac:spMkLst>
            <pc:docMk/>
            <pc:sldMk cId="2680096268" sldId="2146847245"/>
            <ac:spMk id="3" creationId="{D1E7B83A-57D0-85AF-1D1B-5DD8A9DBA393}"/>
          </ac:spMkLst>
        </pc:spChg>
      </pc:sldChg>
      <pc:sldChg chg="addSp delSp modSp new mod modTransition">
        <pc:chgData name="Lopez Castillo Andres" userId="2e27fc3e-7c87-40db-a2d5-e84c9bef559c" providerId="ADAL" clId="{4DC4D5CB-579A-4623-A012-AA51A9F280AB}" dt="2025-12-19T09:05:18.223" v="26579" actId="20577"/>
        <pc:sldMkLst>
          <pc:docMk/>
          <pc:sldMk cId="1030746423" sldId="2146847246"/>
        </pc:sldMkLst>
        <pc:spChg chg="add mod">
          <ac:chgData name="Lopez Castillo Andres" userId="2e27fc3e-7c87-40db-a2d5-e84c9bef559c" providerId="ADAL" clId="{4DC4D5CB-579A-4623-A012-AA51A9F280AB}" dt="2025-12-19T09:05:18.223" v="26579" actId="20577"/>
          <ac:spMkLst>
            <pc:docMk/>
            <pc:sldMk cId="1030746423" sldId="2146847246"/>
            <ac:spMk id="3" creationId="{E1898FB3-B396-DD9C-FFEB-3260B2762614}"/>
          </ac:spMkLst>
        </pc:spChg>
        <pc:picChg chg="add del mod modCrop">
          <ac:chgData name="Lopez Castillo Andres" userId="2e27fc3e-7c87-40db-a2d5-e84c9bef559c" providerId="ADAL" clId="{4DC4D5CB-579A-4623-A012-AA51A9F280AB}" dt="2025-12-17T18:36:09.586" v="24991" actId="12789"/>
          <ac:picMkLst>
            <pc:docMk/>
            <pc:sldMk cId="1030746423" sldId="2146847246"/>
            <ac:picMk id="11" creationId="{E482E156-E0DE-3BE7-F226-3F06E0200F24}"/>
          </ac:picMkLst>
        </pc:picChg>
      </pc:sldChg>
      <pc:sldChg chg="modSp add mod modTransition">
        <pc:chgData name="Lopez Castillo Andres" userId="2e27fc3e-7c87-40db-a2d5-e84c9bef559c" providerId="ADAL" clId="{4DC4D5CB-579A-4623-A012-AA51A9F280AB}" dt="2025-12-17T22:40:04.952" v="25067"/>
        <pc:sldMkLst>
          <pc:docMk/>
          <pc:sldMk cId="3726061459" sldId="2146847247"/>
        </pc:sldMkLst>
        <pc:spChg chg="mod">
          <ac:chgData name="Lopez Castillo Andres" userId="2e27fc3e-7c87-40db-a2d5-e84c9bef559c" providerId="ADAL" clId="{4DC4D5CB-579A-4623-A012-AA51A9F280AB}" dt="2025-12-17T18:25:50.337" v="24735" actId="20577"/>
          <ac:spMkLst>
            <pc:docMk/>
            <pc:sldMk cId="3726061459" sldId="2146847247"/>
            <ac:spMk id="2" creationId="{5F97C11F-55AD-5D9D-14FB-B4C32AAB84B4}"/>
          </ac:spMkLst>
        </pc:spChg>
        <pc:spChg chg="mod">
          <ac:chgData name="Lopez Castillo Andres" userId="2e27fc3e-7c87-40db-a2d5-e84c9bef559c" providerId="ADAL" clId="{4DC4D5CB-579A-4623-A012-AA51A9F280AB}" dt="2025-12-17T17:02:08.946" v="24673" actId="20577"/>
          <ac:spMkLst>
            <pc:docMk/>
            <pc:sldMk cId="3726061459" sldId="2146847247"/>
            <ac:spMk id="3" creationId="{91843B08-4AB2-4B27-DAE4-397F38A72295}"/>
          </ac:spMkLst>
        </pc:spChg>
      </pc:sldChg>
      <pc:sldChg chg="modSp add mod modTransition">
        <pc:chgData name="Lopez Castillo Andres" userId="2e27fc3e-7c87-40db-a2d5-e84c9bef559c" providerId="ADAL" clId="{4DC4D5CB-579A-4623-A012-AA51A9F280AB}" dt="2025-12-17T22:40:04.952" v="25067"/>
        <pc:sldMkLst>
          <pc:docMk/>
          <pc:sldMk cId="4159176931" sldId="2146847248"/>
        </pc:sldMkLst>
        <pc:spChg chg="mod">
          <ac:chgData name="Lopez Castillo Andres" userId="2e27fc3e-7c87-40db-a2d5-e84c9bef559c" providerId="ADAL" clId="{4DC4D5CB-579A-4623-A012-AA51A9F280AB}" dt="2025-12-17T18:25:57.353" v="24753" actId="20577"/>
          <ac:spMkLst>
            <pc:docMk/>
            <pc:sldMk cId="4159176931" sldId="2146847248"/>
            <ac:spMk id="2" creationId="{086F99E1-7F1C-7C32-BFB7-4D3CDE6C2C97}"/>
          </ac:spMkLst>
        </pc:spChg>
        <pc:spChg chg="mod">
          <ac:chgData name="Lopez Castillo Andres" userId="2e27fc3e-7c87-40db-a2d5-e84c9bef559c" providerId="ADAL" clId="{4DC4D5CB-579A-4623-A012-AA51A9F280AB}" dt="2025-12-17T17:02:14.393" v="24675" actId="20577"/>
          <ac:spMkLst>
            <pc:docMk/>
            <pc:sldMk cId="4159176931" sldId="2146847248"/>
            <ac:spMk id="3" creationId="{AA3454B8-6D83-FD03-A8F4-04F6B76302E6}"/>
          </ac:spMkLst>
        </pc:spChg>
      </pc:sldChg>
      <pc:sldChg chg="modSp add mod modTransition">
        <pc:chgData name="Lopez Castillo Andres" userId="2e27fc3e-7c87-40db-a2d5-e84c9bef559c" providerId="ADAL" clId="{4DC4D5CB-579A-4623-A012-AA51A9F280AB}" dt="2025-12-17T22:40:04.952" v="25067"/>
        <pc:sldMkLst>
          <pc:docMk/>
          <pc:sldMk cId="2112586528" sldId="2146847249"/>
        </pc:sldMkLst>
        <pc:spChg chg="mod">
          <ac:chgData name="Lopez Castillo Andres" userId="2e27fc3e-7c87-40db-a2d5-e84c9bef559c" providerId="ADAL" clId="{4DC4D5CB-579A-4623-A012-AA51A9F280AB}" dt="2025-12-17T18:26:04.528" v="24774" actId="20577"/>
          <ac:spMkLst>
            <pc:docMk/>
            <pc:sldMk cId="2112586528" sldId="2146847249"/>
            <ac:spMk id="2" creationId="{3684BF55-1472-1F30-62DE-1766E8A9A1D4}"/>
          </ac:spMkLst>
        </pc:spChg>
        <pc:spChg chg="mod">
          <ac:chgData name="Lopez Castillo Andres" userId="2e27fc3e-7c87-40db-a2d5-e84c9bef559c" providerId="ADAL" clId="{4DC4D5CB-579A-4623-A012-AA51A9F280AB}" dt="2025-12-17T17:02:23.648" v="24677" actId="20577"/>
          <ac:spMkLst>
            <pc:docMk/>
            <pc:sldMk cId="2112586528" sldId="2146847249"/>
            <ac:spMk id="3" creationId="{D9346984-4DCE-9268-B826-27A0ED8FB287}"/>
          </ac:spMkLst>
        </pc:spChg>
      </pc:sldChg>
      <pc:sldChg chg="modSp add mod modTransition">
        <pc:chgData name="Lopez Castillo Andres" userId="2e27fc3e-7c87-40db-a2d5-e84c9bef559c" providerId="ADAL" clId="{4DC4D5CB-579A-4623-A012-AA51A9F280AB}" dt="2025-12-17T22:40:04.952" v="25067"/>
        <pc:sldMkLst>
          <pc:docMk/>
          <pc:sldMk cId="2628194646" sldId="2146847250"/>
        </pc:sldMkLst>
        <pc:spChg chg="mod">
          <ac:chgData name="Lopez Castillo Andres" userId="2e27fc3e-7c87-40db-a2d5-e84c9bef559c" providerId="ADAL" clId="{4DC4D5CB-579A-4623-A012-AA51A9F280AB}" dt="2025-12-17T18:26:14.949" v="24800" actId="20577"/>
          <ac:spMkLst>
            <pc:docMk/>
            <pc:sldMk cId="2628194646" sldId="2146847250"/>
            <ac:spMk id="2" creationId="{FAC5AB63-D1F9-66DD-3A3B-4196B436FA75}"/>
          </ac:spMkLst>
        </pc:spChg>
        <pc:spChg chg="mod">
          <ac:chgData name="Lopez Castillo Andres" userId="2e27fc3e-7c87-40db-a2d5-e84c9bef559c" providerId="ADAL" clId="{4DC4D5CB-579A-4623-A012-AA51A9F280AB}" dt="2025-12-17T17:02:28.655" v="24679" actId="20577"/>
          <ac:spMkLst>
            <pc:docMk/>
            <pc:sldMk cId="2628194646" sldId="2146847250"/>
            <ac:spMk id="3" creationId="{B111EEA0-05C0-9A62-A05B-50E72DD6B70B}"/>
          </ac:spMkLst>
        </pc:spChg>
      </pc:sldChg>
      <pc:sldChg chg="modSp add mod modTransition">
        <pc:chgData name="Lopez Castillo Andres" userId="2e27fc3e-7c87-40db-a2d5-e84c9bef559c" providerId="ADAL" clId="{4DC4D5CB-579A-4623-A012-AA51A9F280AB}" dt="2025-12-17T22:43:01.730" v="25152" actId="20577"/>
        <pc:sldMkLst>
          <pc:docMk/>
          <pc:sldMk cId="1671620026" sldId="2146847251"/>
        </pc:sldMkLst>
        <pc:spChg chg="mod">
          <ac:chgData name="Lopez Castillo Andres" userId="2e27fc3e-7c87-40db-a2d5-e84c9bef559c" providerId="ADAL" clId="{4DC4D5CB-579A-4623-A012-AA51A9F280AB}" dt="2025-12-17T22:39:45.541" v="25066" actId="404"/>
          <ac:spMkLst>
            <pc:docMk/>
            <pc:sldMk cId="1671620026" sldId="2146847251"/>
            <ac:spMk id="2" creationId="{B9AA2781-02CA-984C-3DFC-078BC01E1842}"/>
          </ac:spMkLst>
        </pc:spChg>
        <pc:spChg chg="mod">
          <ac:chgData name="Lopez Castillo Andres" userId="2e27fc3e-7c87-40db-a2d5-e84c9bef559c" providerId="ADAL" clId="{4DC4D5CB-579A-4623-A012-AA51A9F280AB}" dt="2025-12-17T22:43:01.730" v="25152" actId="20577"/>
          <ac:spMkLst>
            <pc:docMk/>
            <pc:sldMk cId="1671620026" sldId="2146847251"/>
            <ac:spMk id="6" creationId="{2621346D-7104-D396-B51A-8100675DC690}"/>
          </ac:spMkLst>
        </pc:spChg>
        <pc:picChg chg="mod ord">
          <ac:chgData name="Lopez Castillo Andres" userId="2e27fc3e-7c87-40db-a2d5-e84c9bef559c" providerId="ADAL" clId="{4DC4D5CB-579A-4623-A012-AA51A9F280AB}" dt="2025-12-17T22:39:21.564" v="25063" actId="1076"/>
          <ac:picMkLst>
            <pc:docMk/>
            <pc:sldMk cId="1671620026" sldId="2146847251"/>
            <ac:picMk id="5" creationId="{9C7FA0BB-F098-6D41-25F6-9AE59DE0D3D8}"/>
          </ac:picMkLst>
        </pc:picChg>
        <pc:picChg chg="mod ord">
          <ac:chgData name="Lopez Castillo Andres" userId="2e27fc3e-7c87-40db-a2d5-e84c9bef559c" providerId="ADAL" clId="{4DC4D5CB-579A-4623-A012-AA51A9F280AB}" dt="2025-12-17T22:39:21.564" v="25063" actId="1076"/>
          <ac:picMkLst>
            <pc:docMk/>
            <pc:sldMk cId="1671620026" sldId="2146847251"/>
            <ac:picMk id="12" creationId="{8B098DF4-D20F-AC85-8B21-7B54F910AE10}"/>
          </ac:picMkLst>
        </pc:picChg>
      </pc:sldChg>
      <pc:sldChg chg="modSp add mod modTransition">
        <pc:chgData name="Lopez Castillo Andres" userId="2e27fc3e-7c87-40db-a2d5-e84c9bef559c" providerId="ADAL" clId="{4DC4D5CB-579A-4623-A012-AA51A9F280AB}" dt="2025-12-17T22:50:34.427" v="25270" actId="14100"/>
        <pc:sldMkLst>
          <pc:docMk/>
          <pc:sldMk cId="1555084186" sldId="2146847252"/>
        </pc:sldMkLst>
        <pc:spChg chg="mod">
          <ac:chgData name="Lopez Castillo Andres" userId="2e27fc3e-7c87-40db-a2d5-e84c9bef559c" providerId="ADAL" clId="{4DC4D5CB-579A-4623-A012-AA51A9F280AB}" dt="2025-12-17T22:47:33.093" v="25239" actId="122"/>
          <ac:spMkLst>
            <pc:docMk/>
            <pc:sldMk cId="1555084186" sldId="2146847252"/>
            <ac:spMk id="4" creationId="{F11FA077-D1F2-BFD1-270F-1A0FBAE5589A}"/>
          </ac:spMkLst>
        </pc:spChg>
        <pc:spChg chg="mod">
          <ac:chgData name="Lopez Castillo Andres" userId="2e27fc3e-7c87-40db-a2d5-e84c9bef559c" providerId="ADAL" clId="{4DC4D5CB-579A-4623-A012-AA51A9F280AB}" dt="2025-12-17T22:42:34.609" v="25140" actId="6549"/>
          <ac:spMkLst>
            <pc:docMk/>
            <pc:sldMk cId="1555084186" sldId="2146847252"/>
            <ac:spMk id="6" creationId="{E49A5F24-3EF7-504D-389D-B884FFF6E7EC}"/>
          </ac:spMkLst>
        </pc:spChg>
        <pc:spChg chg="mod">
          <ac:chgData name="Lopez Castillo Andres" userId="2e27fc3e-7c87-40db-a2d5-e84c9bef559c" providerId="ADAL" clId="{4DC4D5CB-579A-4623-A012-AA51A9F280AB}" dt="2025-12-17T22:50:15.453" v="25257" actId="14100"/>
          <ac:spMkLst>
            <pc:docMk/>
            <pc:sldMk cId="1555084186" sldId="2146847252"/>
            <ac:spMk id="7" creationId="{0EFCE6F5-DCA7-33CA-17AE-E9769CE3ADF8}"/>
          </ac:spMkLst>
        </pc:spChg>
        <pc:spChg chg="mod">
          <ac:chgData name="Lopez Castillo Andres" userId="2e27fc3e-7c87-40db-a2d5-e84c9bef559c" providerId="ADAL" clId="{4DC4D5CB-579A-4623-A012-AA51A9F280AB}" dt="2025-12-17T22:50:18.501" v="25261" actId="14100"/>
          <ac:spMkLst>
            <pc:docMk/>
            <pc:sldMk cId="1555084186" sldId="2146847252"/>
            <ac:spMk id="8" creationId="{6BE1A88E-8944-4396-B42E-79DC3307FA7D}"/>
          </ac:spMkLst>
        </pc:spChg>
        <pc:spChg chg="mod">
          <ac:chgData name="Lopez Castillo Andres" userId="2e27fc3e-7c87-40db-a2d5-e84c9bef559c" providerId="ADAL" clId="{4DC4D5CB-579A-4623-A012-AA51A9F280AB}" dt="2025-12-17T22:50:34.427" v="25270" actId="14100"/>
          <ac:spMkLst>
            <pc:docMk/>
            <pc:sldMk cId="1555084186" sldId="2146847252"/>
            <ac:spMk id="10" creationId="{133812F8-5EC6-302E-43E0-DE288565D8CE}"/>
          </ac:spMkLst>
        </pc:spChg>
        <pc:spChg chg="mod">
          <ac:chgData name="Lopez Castillo Andres" userId="2e27fc3e-7c87-40db-a2d5-e84c9bef559c" providerId="ADAL" clId="{4DC4D5CB-579A-4623-A012-AA51A9F280AB}" dt="2025-12-17T22:50:28.434" v="25269" actId="14100"/>
          <ac:spMkLst>
            <pc:docMk/>
            <pc:sldMk cId="1555084186" sldId="2146847252"/>
            <ac:spMk id="11" creationId="{898D8731-0DEF-EFD0-4481-E12913E1D44F}"/>
          </ac:spMkLst>
        </pc:spChg>
        <pc:spChg chg="mod">
          <ac:chgData name="Lopez Castillo Andres" userId="2e27fc3e-7c87-40db-a2d5-e84c9bef559c" providerId="ADAL" clId="{4DC4D5CB-579A-4623-A012-AA51A9F280AB}" dt="2025-12-17T22:50:25.518" v="25265" actId="14100"/>
          <ac:spMkLst>
            <pc:docMk/>
            <pc:sldMk cId="1555084186" sldId="2146847252"/>
            <ac:spMk id="14" creationId="{2397B710-745A-7046-1260-AD619A62920C}"/>
          </ac:spMkLst>
        </pc:spChg>
      </pc:sldChg>
      <pc:sldChg chg="addSp delSp modSp new mod">
        <pc:chgData name="Lopez Castillo Andres" userId="2e27fc3e-7c87-40db-a2d5-e84c9bef559c" providerId="ADAL" clId="{4DC4D5CB-579A-4623-A012-AA51A9F280AB}" dt="2025-12-17T23:17:54.994" v="26526" actId="478"/>
        <pc:sldMkLst>
          <pc:docMk/>
          <pc:sldMk cId="2789813028" sldId="2146847253"/>
        </pc:sldMkLst>
      </pc:sldChg>
      <pc:sldChg chg="new del">
        <pc:chgData name="Lopez Castillo Andres" userId="2e27fc3e-7c87-40db-a2d5-e84c9bef559c" providerId="ADAL" clId="{4DC4D5CB-579A-4623-A012-AA51A9F280AB}" dt="2025-12-17T18:28:22.629" v="24805" actId="680"/>
        <pc:sldMkLst>
          <pc:docMk/>
          <pc:sldMk cId="3631883542" sldId="2146847253"/>
        </pc:sldMkLst>
      </pc:sldChg>
      <pc:sldChg chg="modSp add mod">
        <pc:chgData name="Lopez Castillo Andres" userId="2e27fc3e-7c87-40db-a2d5-e84c9bef559c" providerId="ADAL" clId="{4DC4D5CB-579A-4623-A012-AA51A9F280AB}" dt="2025-12-19T09:05:28.532" v="26587" actId="20577"/>
        <pc:sldMkLst>
          <pc:docMk/>
          <pc:sldMk cId="4263204264" sldId="2146847254"/>
        </pc:sldMkLst>
        <pc:spChg chg="mod">
          <ac:chgData name="Lopez Castillo Andres" userId="2e27fc3e-7c87-40db-a2d5-e84c9bef559c" providerId="ADAL" clId="{4DC4D5CB-579A-4623-A012-AA51A9F280AB}" dt="2025-12-19T09:05:28.532" v="26587" actId="20577"/>
          <ac:spMkLst>
            <pc:docMk/>
            <pc:sldMk cId="4263204264" sldId="2146847254"/>
            <ac:spMk id="2" creationId="{A2B2BE89-9589-21AF-4986-5940014C0F74}"/>
          </ac:spMkLst>
        </pc:spChg>
        <pc:spChg chg="mod">
          <ac:chgData name="Lopez Castillo Andres" userId="2e27fc3e-7c87-40db-a2d5-e84c9bef559c" providerId="ADAL" clId="{4DC4D5CB-579A-4623-A012-AA51A9F280AB}" dt="2025-12-19T09:05:25.829" v="26582" actId="20577"/>
          <ac:spMkLst>
            <pc:docMk/>
            <pc:sldMk cId="4263204264" sldId="2146847254"/>
            <ac:spMk id="3" creationId="{076DCA51-ADB3-44AA-21E2-1446901F5F1B}"/>
          </ac:spMkLst>
        </pc:spChg>
      </pc:sldChg>
      <pc:sldChg chg="addSp delSp modSp add mod modNotesTx">
        <pc:chgData name="Lopez Castillo Andres" userId="2e27fc3e-7c87-40db-a2d5-e84c9bef559c" providerId="ADAL" clId="{4DC4D5CB-579A-4623-A012-AA51A9F280AB}" dt="2025-12-19T09:39:47.394" v="28449" actId="6549"/>
        <pc:sldMkLst>
          <pc:docMk/>
          <pc:sldMk cId="3693304532" sldId="2146847255"/>
        </pc:sldMkLst>
        <pc:spChg chg="mod">
          <ac:chgData name="Lopez Castillo Andres" userId="2e27fc3e-7c87-40db-a2d5-e84c9bef559c" providerId="ADAL" clId="{4DC4D5CB-579A-4623-A012-AA51A9F280AB}" dt="2025-12-19T09:34:58.978" v="28447" actId="20577"/>
          <ac:spMkLst>
            <pc:docMk/>
            <pc:sldMk cId="3693304532" sldId="2146847255"/>
            <ac:spMk id="6" creationId="{41C6EF07-13E2-4BA6-296B-05246966FA52}"/>
          </ac:spMkLst>
        </pc:spChg>
        <pc:spChg chg="add mod">
          <ac:chgData name="Lopez Castillo Andres" userId="2e27fc3e-7c87-40db-a2d5-e84c9bef559c" providerId="ADAL" clId="{4DC4D5CB-579A-4623-A012-AA51A9F280AB}" dt="2025-12-19T09:39:47.394" v="28449" actId="6549"/>
          <ac:spMkLst>
            <pc:docMk/>
            <pc:sldMk cId="3693304532" sldId="2146847255"/>
            <ac:spMk id="16" creationId="{BE0AB844-06AE-DEA0-B7F9-7624AABC6CCF}"/>
          </ac:spMkLst>
        </pc:spChg>
        <pc:spChg chg="mod">
          <ac:chgData name="Lopez Castillo Andres" userId="2e27fc3e-7c87-40db-a2d5-e84c9bef559c" providerId="ADAL" clId="{4DC4D5CB-579A-4623-A012-AA51A9F280AB}" dt="2025-12-19T09:35:07.831" v="28448" actId="6549"/>
          <ac:spMkLst>
            <pc:docMk/>
            <pc:sldMk cId="3693304532" sldId="2146847255"/>
            <ac:spMk id="48" creationId="{2557937D-553C-601B-E633-3F75E7E469D3}"/>
          </ac:spMkLst>
        </pc:spChg>
      </pc:sldChg>
      <pc:sldChg chg="del">
        <pc:chgData name="Lopez Castillo Andres" userId="2e27fc3e-7c87-40db-a2d5-e84c9bef559c" providerId="ADAL" clId="{4DC4D5CB-579A-4623-A012-AA51A9F280AB}" dt="2025-12-03T18:30:56.738" v="2" actId="47"/>
        <pc:sldMkLst>
          <pc:docMk/>
          <pc:sldMk cId="991023231" sldId="2146847277"/>
        </pc:sldMkLst>
      </pc:sldChg>
      <pc:sldChg chg="del">
        <pc:chgData name="Lopez Castillo Andres" userId="2e27fc3e-7c87-40db-a2d5-e84c9bef559c" providerId="ADAL" clId="{4DC4D5CB-579A-4623-A012-AA51A9F280AB}" dt="2025-12-03T18:30:57.248" v="3" actId="47"/>
        <pc:sldMkLst>
          <pc:docMk/>
          <pc:sldMk cId="1275027673" sldId="2146847278"/>
        </pc:sldMkLst>
      </pc:sldChg>
      <pc:sldChg chg="del">
        <pc:chgData name="Lopez Castillo Andres" userId="2e27fc3e-7c87-40db-a2d5-e84c9bef559c" providerId="ADAL" clId="{4DC4D5CB-579A-4623-A012-AA51A9F280AB}" dt="2025-12-03T18:30:57.295" v="4" actId="47"/>
        <pc:sldMkLst>
          <pc:docMk/>
          <pc:sldMk cId="1425430351" sldId="2146847283"/>
        </pc:sldMkLst>
      </pc:sldChg>
      <pc:sldChg chg="del">
        <pc:chgData name="Lopez Castillo Andres" userId="2e27fc3e-7c87-40db-a2d5-e84c9bef559c" providerId="ADAL" clId="{4DC4D5CB-579A-4623-A012-AA51A9F280AB}" dt="2025-12-03T18:30:57.353" v="5" actId="47"/>
        <pc:sldMkLst>
          <pc:docMk/>
          <pc:sldMk cId="900656842" sldId="2146847284"/>
        </pc:sldMkLst>
      </pc:sldChg>
      <pc:sldChg chg="del">
        <pc:chgData name="Lopez Castillo Andres" userId="2e27fc3e-7c87-40db-a2d5-e84c9bef559c" providerId="ADAL" clId="{4DC4D5CB-579A-4623-A012-AA51A9F280AB}" dt="2025-12-03T18:30:57.403" v="6" actId="47"/>
        <pc:sldMkLst>
          <pc:docMk/>
          <pc:sldMk cId="4213612525" sldId="2146847285"/>
        </pc:sldMkLst>
      </pc:sldChg>
      <pc:sldChg chg="del">
        <pc:chgData name="Lopez Castillo Andres" userId="2e27fc3e-7c87-40db-a2d5-e84c9bef559c" providerId="ADAL" clId="{4DC4D5CB-579A-4623-A012-AA51A9F280AB}" dt="2025-12-03T18:30:57.446" v="7" actId="47"/>
        <pc:sldMkLst>
          <pc:docMk/>
          <pc:sldMk cId="3549202332" sldId="2146847286"/>
        </pc:sldMkLst>
      </pc:sldChg>
      <pc:sldChg chg="del">
        <pc:chgData name="Lopez Castillo Andres" userId="2e27fc3e-7c87-40db-a2d5-e84c9bef559c" providerId="ADAL" clId="{4DC4D5CB-579A-4623-A012-AA51A9F280AB}" dt="2025-12-03T18:30:57.571" v="9" actId="47"/>
        <pc:sldMkLst>
          <pc:docMk/>
          <pc:sldMk cId="390221669" sldId="2146847288"/>
        </pc:sldMkLst>
      </pc:sldChg>
      <pc:sldChg chg="del">
        <pc:chgData name="Lopez Castillo Andres" userId="2e27fc3e-7c87-40db-a2d5-e84c9bef559c" providerId="ADAL" clId="{4DC4D5CB-579A-4623-A012-AA51A9F280AB}" dt="2025-12-03T18:30:57.496" v="8" actId="47"/>
        <pc:sldMkLst>
          <pc:docMk/>
          <pc:sldMk cId="1160138191" sldId="2146847289"/>
        </pc:sldMkLst>
      </pc:sldChg>
      <pc:sldChg chg="del">
        <pc:chgData name="Lopez Castillo Andres" userId="2e27fc3e-7c87-40db-a2d5-e84c9bef559c" providerId="ADAL" clId="{4DC4D5CB-579A-4623-A012-AA51A9F280AB}" dt="2025-12-03T18:30:57.663" v="10" actId="47"/>
        <pc:sldMkLst>
          <pc:docMk/>
          <pc:sldMk cId="1701087391" sldId="2146847291"/>
        </pc:sldMkLst>
      </pc:sldChg>
      <pc:sldChg chg="del">
        <pc:chgData name="Lopez Castillo Andres" userId="2e27fc3e-7c87-40db-a2d5-e84c9bef559c" providerId="ADAL" clId="{4DC4D5CB-579A-4623-A012-AA51A9F280AB}" dt="2025-12-03T18:30:57.741" v="11" actId="47"/>
        <pc:sldMkLst>
          <pc:docMk/>
          <pc:sldMk cId="3057153432" sldId="2146847292"/>
        </pc:sldMkLst>
      </pc:sldChg>
      <pc:sldChg chg="del">
        <pc:chgData name="Lopez Castillo Andres" userId="2e27fc3e-7c87-40db-a2d5-e84c9bef559c" providerId="ADAL" clId="{4DC4D5CB-579A-4623-A012-AA51A9F280AB}" dt="2025-12-03T18:30:57.798" v="12" actId="47"/>
        <pc:sldMkLst>
          <pc:docMk/>
          <pc:sldMk cId="934617682" sldId="2146847293"/>
        </pc:sldMkLst>
      </pc:sldChg>
      <pc:sldChg chg="add del">
        <pc:chgData name="Lopez Castillo Andres" userId="2e27fc3e-7c87-40db-a2d5-e84c9bef559c" providerId="ADAL" clId="{4DC4D5CB-579A-4623-A012-AA51A9F280AB}" dt="2025-12-03T18:32:09.136" v="31" actId="47"/>
        <pc:sldMkLst>
          <pc:docMk/>
          <pc:sldMk cId="2368258122" sldId="2146847294"/>
        </pc:sldMkLst>
      </pc:sldChg>
      <pc:sldMasterChg chg="addSldLayout delSldLayout modSldLayout">
        <pc:chgData name="Lopez Castillo Andres" userId="2e27fc3e-7c87-40db-a2d5-e84c9bef559c" providerId="ADAL" clId="{4DC4D5CB-579A-4623-A012-AA51A9F280AB}" dt="2025-12-17T18:34:22.758" v="24972" actId="207"/>
        <pc:sldMasterMkLst>
          <pc:docMk/>
          <pc:sldMasterMk cId="2256026013" sldId="2147483660"/>
        </pc:sldMasterMkLst>
        <pc:sldLayoutChg chg="addSp modSp mod">
          <pc:chgData name="Lopez Castillo Andres" userId="2e27fc3e-7c87-40db-a2d5-e84c9bef559c" providerId="ADAL" clId="{4DC4D5CB-579A-4623-A012-AA51A9F280AB}" dt="2025-12-17T18:34:22.758" v="24972" actId="207"/>
          <pc:sldLayoutMkLst>
            <pc:docMk/>
            <pc:sldMasterMk cId="2256026013" sldId="2147483660"/>
            <pc:sldLayoutMk cId="3509150082" sldId="2147483662"/>
          </pc:sldLayoutMkLst>
          <pc:spChg chg="mod">
            <ac:chgData name="Lopez Castillo Andres" userId="2e27fc3e-7c87-40db-a2d5-e84c9bef559c" providerId="ADAL" clId="{4DC4D5CB-579A-4623-A012-AA51A9F280AB}" dt="2025-12-03T18:40:51.412" v="218" actId="554"/>
            <ac:spMkLst>
              <pc:docMk/>
              <pc:sldMasterMk cId="2256026013" sldId="2147483660"/>
              <pc:sldLayoutMk cId="3509150082" sldId="2147483662"/>
              <ac:spMk id="9" creationId="{758F344F-4D40-4193-89B9-BE8205554972}"/>
            </ac:spMkLst>
          </pc:spChg>
          <pc:spChg chg="mod">
            <ac:chgData name="Lopez Castillo Andres" userId="2e27fc3e-7c87-40db-a2d5-e84c9bef559c" providerId="ADAL" clId="{4DC4D5CB-579A-4623-A012-AA51A9F280AB}" dt="2025-12-17T18:34:22.758" v="24972" actId="207"/>
            <ac:spMkLst>
              <pc:docMk/>
              <pc:sldMasterMk cId="2256026013" sldId="2147483660"/>
              <pc:sldLayoutMk cId="3509150082" sldId="2147483662"/>
              <ac:spMk id="10" creationId="{B3950534-FF56-4FD6-A098-D625BC54F0FA}"/>
            </ac:spMkLst>
          </pc:spChg>
          <pc:picChg chg="add mod">
            <ac:chgData name="Lopez Castillo Andres" userId="2e27fc3e-7c87-40db-a2d5-e84c9bef559c" providerId="ADAL" clId="{4DC4D5CB-579A-4623-A012-AA51A9F280AB}" dt="2025-12-03T18:41:13.875" v="308" actId="1037"/>
            <ac:picMkLst>
              <pc:docMk/>
              <pc:sldMasterMk cId="2256026013" sldId="2147483660"/>
              <pc:sldLayoutMk cId="3509150082" sldId="2147483662"/>
              <ac:picMk id="2050" creationId="{44344033-E14C-6ECA-1616-3420E32C46F1}"/>
            </ac:picMkLst>
          </pc:picChg>
          <pc:cxnChg chg="add mod">
            <ac:chgData name="Lopez Castillo Andres" userId="2e27fc3e-7c87-40db-a2d5-e84c9bef559c" providerId="ADAL" clId="{4DC4D5CB-579A-4623-A012-AA51A9F280AB}" dt="2025-12-03T18:42:06.831" v="354" actId="1582"/>
            <ac:cxnSpMkLst>
              <pc:docMk/>
              <pc:sldMasterMk cId="2256026013" sldId="2147483660"/>
              <pc:sldLayoutMk cId="3509150082" sldId="2147483662"/>
              <ac:cxnSpMk id="3" creationId="{E46DDC47-31DD-2E25-6343-8C99A745A81B}"/>
            </ac:cxnSpMkLst>
          </pc:cxnChg>
        </pc:sldLayoutChg>
        <pc:sldLayoutChg chg="modSp mod">
          <pc:chgData name="Lopez Castillo Andres" userId="2e27fc3e-7c87-40db-a2d5-e84c9bef559c" providerId="ADAL" clId="{4DC4D5CB-579A-4623-A012-AA51A9F280AB}" dt="2025-12-05T09:04:31.446" v="15468" actId="207"/>
          <pc:sldLayoutMkLst>
            <pc:docMk/>
            <pc:sldMasterMk cId="2256026013" sldId="2147483660"/>
            <pc:sldLayoutMk cId="760410510" sldId="2147483663"/>
          </pc:sldLayoutMkLst>
          <pc:spChg chg="mod">
            <ac:chgData name="Lopez Castillo Andres" userId="2e27fc3e-7c87-40db-a2d5-e84c9bef559c" providerId="ADAL" clId="{4DC4D5CB-579A-4623-A012-AA51A9F280AB}" dt="2025-12-05T09:04:31.446" v="15468" actId="207"/>
            <ac:spMkLst>
              <pc:docMk/>
              <pc:sldMasterMk cId="2256026013" sldId="2147483660"/>
              <pc:sldLayoutMk cId="760410510" sldId="2147483663"/>
              <ac:spMk id="7" creationId="{49C540BB-A189-4361-ABD8-4DA84C6612C3}"/>
            </ac:spMkLst>
          </pc:spChg>
        </pc:sldLayoutChg>
        <pc:sldLayoutChg chg="addSp delSp modSp mod">
          <pc:chgData name="Lopez Castillo Andres" userId="2e27fc3e-7c87-40db-a2d5-e84c9bef559c" providerId="ADAL" clId="{4DC4D5CB-579A-4623-A012-AA51A9F280AB}" dt="2025-12-16T15:49:46.902" v="16925" actId="1037"/>
          <pc:sldLayoutMkLst>
            <pc:docMk/>
            <pc:sldMasterMk cId="2256026013" sldId="2147483660"/>
            <pc:sldLayoutMk cId="3406973357" sldId="2147483664"/>
          </pc:sldLayoutMkLst>
          <pc:spChg chg="mod">
            <ac:chgData name="Lopez Castillo Andres" userId="2e27fc3e-7c87-40db-a2d5-e84c9bef559c" providerId="ADAL" clId="{4DC4D5CB-579A-4623-A012-AA51A9F280AB}" dt="2025-12-16T15:49:40.758" v="16923" actId="12789"/>
            <ac:spMkLst>
              <pc:docMk/>
              <pc:sldMasterMk cId="2256026013" sldId="2147483660"/>
              <pc:sldLayoutMk cId="3406973357" sldId="2147483664"/>
              <ac:spMk id="11" creationId="{8C223F00-ADFD-45B5-AB42-E3946CD7E5BA}"/>
            </ac:spMkLst>
          </pc:spChg>
          <pc:spChg chg="mod">
            <ac:chgData name="Lopez Castillo Andres" userId="2e27fc3e-7c87-40db-a2d5-e84c9bef559c" providerId="ADAL" clId="{4DC4D5CB-579A-4623-A012-AA51A9F280AB}" dt="2025-12-03T18:44:14.020" v="368" actId="207"/>
            <ac:spMkLst>
              <pc:docMk/>
              <pc:sldMasterMk cId="2256026013" sldId="2147483660"/>
              <pc:sldLayoutMk cId="3406973357" sldId="2147483664"/>
              <ac:spMk id="14" creationId="{20D6169B-7727-478C-9F79-E3312A448FEC}"/>
            </ac:spMkLst>
          </pc:spChg>
          <pc:picChg chg="add mod">
            <ac:chgData name="Lopez Castillo Andres" userId="2e27fc3e-7c87-40db-a2d5-e84c9bef559c" providerId="ADAL" clId="{4DC4D5CB-579A-4623-A012-AA51A9F280AB}" dt="2025-12-16T15:49:46.902" v="16925" actId="1037"/>
            <ac:picMkLst>
              <pc:docMk/>
              <pc:sldMasterMk cId="2256026013" sldId="2147483660"/>
              <pc:sldLayoutMk cId="3406973357" sldId="2147483664"/>
              <ac:picMk id="3" creationId="{17E91FA5-4193-0EC7-9F16-C98D9F3E45F5}"/>
            </ac:picMkLst>
          </pc:picChg>
          <pc:cxnChg chg="add mod">
            <ac:chgData name="Lopez Castillo Andres" userId="2e27fc3e-7c87-40db-a2d5-e84c9bef559c" providerId="ADAL" clId="{4DC4D5CB-579A-4623-A012-AA51A9F280AB}" dt="2025-12-03T18:42:19.792" v="355"/>
            <ac:cxnSpMkLst>
              <pc:docMk/>
              <pc:sldMasterMk cId="2256026013" sldId="2147483660"/>
              <pc:sldLayoutMk cId="3406973357" sldId="2147483664"/>
              <ac:cxnSpMk id="4" creationId="{A90152A3-D48F-C8C7-90BD-40D764D58E61}"/>
            </ac:cxnSpMkLst>
          </pc:cxnChg>
        </pc:sldLayoutChg>
        <pc:sldLayoutChg chg="addSp modSp">
          <pc:chgData name="Lopez Castillo Andres" userId="2e27fc3e-7c87-40db-a2d5-e84c9bef559c" providerId="ADAL" clId="{4DC4D5CB-579A-4623-A012-AA51A9F280AB}" dt="2025-12-03T18:42:21.142" v="356"/>
          <pc:sldLayoutMkLst>
            <pc:docMk/>
            <pc:sldMasterMk cId="2256026013" sldId="2147483660"/>
            <pc:sldLayoutMk cId="740421044" sldId="2147483665"/>
          </pc:sldLayoutMkLst>
          <pc:picChg chg="add mod">
            <ac:chgData name="Lopez Castillo Andres" userId="2e27fc3e-7c87-40db-a2d5-e84c9bef559c" providerId="ADAL" clId="{4DC4D5CB-579A-4623-A012-AA51A9F280AB}" dt="2025-12-03T18:42:21.142" v="356"/>
            <ac:picMkLst>
              <pc:docMk/>
              <pc:sldMasterMk cId="2256026013" sldId="2147483660"/>
              <pc:sldLayoutMk cId="740421044" sldId="2147483665"/>
              <ac:picMk id="3" creationId="{A0F420EA-A5D9-A70F-97C6-0DBE4367786A}"/>
            </ac:picMkLst>
          </pc:picChg>
          <pc:cxnChg chg="add mod">
            <ac:chgData name="Lopez Castillo Andres" userId="2e27fc3e-7c87-40db-a2d5-e84c9bef559c" providerId="ADAL" clId="{4DC4D5CB-579A-4623-A012-AA51A9F280AB}" dt="2025-12-03T18:42:21.142" v="356"/>
            <ac:cxnSpMkLst>
              <pc:docMk/>
              <pc:sldMasterMk cId="2256026013" sldId="2147483660"/>
              <pc:sldLayoutMk cId="740421044" sldId="2147483665"/>
              <ac:cxnSpMk id="4" creationId="{9025A644-929A-CA3F-53BE-A101CA29CABC}"/>
            </ac:cxnSpMkLst>
          </pc:cxnChg>
        </pc:sldLayoutChg>
        <pc:sldLayoutChg chg="addSp modSp">
          <pc:chgData name="Lopez Castillo Andres" userId="2e27fc3e-7c87-40db-a2d5-e84c9bef559c" providerId="ADAL" clId="{4DC4D5CB-579A-4623-A012-AA51A9F280AB}" dt="2025-12-03T18:42:22.680" v="357"/>
          <pc:sldLayoutMkLst>
            <pc:docMk/>
            <pc:sldMasterMk cId="2256026013" sldId="2147483660"/>
            <pc:sldLayoutMk cId="4287257533" sldId="2147483666"/>
          </pc:sldLayoutMkLst>
          <pc:picChg chg="add mod">
            <ac:chgData name="Lopez Castillo Andres" userId="2e27fc3e-7c87-40db-a2d5-e84c9bef559c" providerId="ADAL" clId="{4DC4D5CB-579A-4623-A012-AA51A9F280AB}" dt="2025-12-03T18:42:22.680" v="357"/>
            <ac:picMkLst>
              <pc:docMk/>
              <pc:sldMasterMk cId="2256026013" sldId="2147483660"/>
              <pc:sldLayoutMk cId="4287257533" sldId="2147483666"/>
              <ac:picMk id="3" creationId="{B9D8C5C5-2E26-3165-54A5-3B4010AD1F9D}"/>
            </ac:picMkLst>
          </pc:picChg>
          <pc:cxnChg chg="add mod">
            <ac:chgData name="Lopez Castillo Andres" userId="2e27fc3e-7c87-40db-a2d5-e84c9bef559c" providerId="ADAL" clId="{4DC4D5CB-579A-4623-A012-AA51A9F280AB}" dt="2025-12-03T18:42:22.680" v="357"/>
            <ac:cxnSpMkLst>
              <pc:docMk/>
              <pc:sldMasterMk cId="2256026013" sldId="2147483660"/>
              <pc:sldLayoutMk cId="4287257533" sldId="2147483666"/>
              <ac:cxnSpMk id="4" creationId="{9A91533D-E6F9-DD3F-8EF8-5BA678D3845D}"/>
            </ac:cxnSpMkLst>
          </pc:cxnChg>
        </pc:sldLayoutChg>
        <pc:sldLayoutChg chg="addSp modSp">
          <pc:chgData name="Lopez Castillo Andres" userId="2e27fc3e-7c87-40db-a2d5-e84c9bef559c" providerId="ADAL" clId="{4DC4D5CB-579A-4623-A012-AA51A9F280AB}" dt="2025-12-03T18:42:23.368" v="358"/>
          <pc:sldLayoutMkLst>
            <pc:docMk/>
            <pc:sldMasterMk cId="2256026013" sldId="2147483660"/>
            <pc:sldLayoutMk cId="2268062318" sldId="2147483667"/>
          </pc:sldLayoutMkLst>
          <pc:picChg chg="add mod">
            <ac:chgData name="Lopez Castillo Andres" userId="2e27fc3e-7c87-40db-a2d5-e84c9bef559c" providerId="ADAL" clId="{4DC4D5CB-579A-4623-A012-AA51A9F280AB}" dt="2025-12-03T18:42:23.368" v="358"/>
            <ac:picMkLst>
              <pc:docMk/>
              <pc:sldMasterMk cId="2256026013" sldId="2147483660"/>
              <pc:sldLayoutMk cId="2268062318" sldId="2147483667"/>
              <ac:picMk id="2" creationId="{4EA58996-7A05-3B4A-F380-9014D34C1320}"/>
            </ac:picMkLst>
          </pc:picChg>
          <pc:cxnChg chg="add mod">
            <ac:chgData name="Lopez Castillo Andres" userId="2e27fc3e-7c87-40db-a2d5-e84c9bef559c" providerId="ADAL" clId="{4DC4D5CB-579A-4623-A012-AA51A9F280AB}" dt="2025-12-03T18:42:23.368" v="358"/>
            <ac:cxnSpMkLst>
              <pc:docMk/>
              <pc:sldMasterMk cId="2256026013" sldId="2147483660"/>
              <pc:sldLayoutMk cId="2268062318" sldId="2147483667"/>
              <ac:cxnSpMk id="3" creationId="{3D95D898-2F8A-510F-05FD-506F764A27B8}"/>
            </ac:cxnSpMkLst>
          </pc:cxnChg>
        </pc:sldLayoutChg>
        <pc:sldLayoutChg chg="addSp modSp">
          <pc:chgData name="Lopez Castillo Andres" userId="2e27fc3e-7c87-40db-a2d5-e84c9bef559c" providerId="ADAL" clId="{4DC4D5CB-579A-4623-A012-AA51A9F280AB}" dt="2025-12-03T18:42:24.067" v="359"/>
          <pc:sldLayoutMkLst>
            <pc:docMk/>
            <pc:sldMasterMk cId="2256026013" sldId="2147483660"/>
            <pc:sldLayoutMk cId="363931761" sldId="2147483668"/>
          </pc:sldLayoutMkLst>
          <pc:picChg chg="add mod">
            <ac:chgData name="Lopez Castillo Andres" userId="2e27fc3e-7c87-40db-a2d5-e84c9bef559c" providerId="ADAL" clId="{4DC4D5CB-579A-4623-A012-AA51A9F280AB}" dt="2025-12-03T18:42:24.067" v="359"/>
            <ac:picMkLst>
              <pc:docMk/>
              <pc:sldMasterMk cId="2256026013" sldId="2147483660"/>
              <pc:sldLayoutMk cId="363931761" sldId="2147483668"/>
              <ac:picMk id="2" creationId="{73FD1B31-600C-4571-46D1-0688EADDFFEA}"/>
            </ac:picMkLst>
          </pc:picChg>
          <pc:cxnChg chg="add mod">
            <ac:chgData name="Lopez Castillo Andres" userId="2e27fc3e-7c87-40db-a2d5-e84c9bef559c" providerId="ADAL" clId="{4DC4D5CB-579A-4623-A012-AA51A9F280AB}" dt="2025-12-03T18:42:24.067" v="359"/>
            <ac:cxnSpMkLst>
              <pc:docMk/>
              <pc:sldMasterMk cId="2256026013" sldId="2147483660"/>
              <pc:sldLayoutMk cId="363931761" sldId="2147483668"/>
              <ac:cxnSpMk id="3" creationId="{B8D7EB3F-C302-2347-2968-353664A8EDB7}"/>
            </ac:cxnSpMkLst>
          </pc:cxnChg>
        </pc:sldLayoutChg>
        <pc:sldLayoutChg chg="addSp modSp">
          <pc:chgData name="Lopez Castillo Andres" userId="2e27fc3e-7c87-40db-a2d5-e84c9bef559c" providerId="ADAL" clId="{4DC4D5CB-579A-4623-A012-AA51A9F280AB}" dt="2025-12-03T18:42:25.176" v="360"/>
          <pc:sldLayoutMkLst>
            <pc:docMk/>
            <pc:sldMasterMk cId="2256026013" sldId="2147483660"/>
            <pc:sldLayoutMk cId="3058322161" sldId="2147483669"/>
          </pc:sldLayoutMkLst>
          <pc:picChg chg="add mod">
            <ac:chgData name="Lopez Castillo Andres" userId="2e27fc3e-7c87-40db-a2d5-e84c9bef559c" providerId="ADAL" clId="{4DC4D5CB-579A-4623-A012-AA51A9F280AB}" dt="2025-12-03T18:42:25.176" v="360"/>
            <ac:picMkLst>
              <pc:docMk/>
              <pc:sldMasterMk cId="2256026013" sldId="2147483660"/>
              <pc:sldLayoutMk cId="3058322161" sldId="2147483669"/>
              <ac:picMk id="2" creationId="{FC5761F5-3FE2-8804-A397-4E70B0203B4C}"/>
            </ac:picMkLst>
          </pc:picChg>
          <pc:cxnChg chg="add mod">
            <ac:chgData name="Lopez Castillo Andres" userId="2e27fc3e-7c87-40db-a2d5-e84c9bef559c" providerId="ADAL" clId="{4DC4D5CB-579A-4623-A012-AA51A9F280AB}" dt="2025-12-03T18:42:25.176" v="360"/>
            <ac:cxnSpMkLst>
              <pc:docMk/>
              <pc:sldMasterMk cId="2256026013" sldId="2147483660"/>
              <pc:sldLayoutMk cId="3058322161" sldId="2147483669"/>
              <ac:cxnSpMk id="3" creationId="{713DD12C-93F1-DD8E-7F52-5D6B52131977}"/>
            </ac:cxnSpMkLst>
          </pc:cxnChg>
        </pc:sldLayoutChg>
        <pc:sldLayoutChg chg="addSp modSp">
          <pc:chgData name="Lopez Castillo Andres" userId="2e27fc3e-7c87-40db-a2d5-e84c9bef559c" providerId="ADAL" clId="{4DC4D5CB-579A-4623-A012-AA51A9F280AB}" dt="2025-12-03T18:42:31.512" v="361"/>
          <pc:sldLayoutMkLst>
            <pc:docMk/>
            <pc:sldMasterMk cId="2256026013" sldId="2147483660"/>
            <pc:sldLayoutMk cId="2750085509" sldId="2147483671"/>
          </pc:sldLayoutMkLst>
          <pc:picChg chg="add mod">
            <ac:chgData name="Lopez Castillo Andres" userId="2e27fc3e-7c87-40db-a2d5-e84c9bef559c" providerId="ADAL" clId="{4DC4D5CB-579A-4623-A012-AA51A9F280AB}" dt="2025-12-03T18:42:31.512" v="361"/>
            <ac:picMkLst>
              <pc:docMk/>
              <pc:sldMasterMk cId="2256026013" sldId="2147483660"/>
              <pc:sldLayoutMk cId="2750085509" sldId="2147483671"/>
              <ac:picMk id="4" creationId="{65A2B4F1-49A6-A92C-5881-84C797645DEF}"/>
            </ac:picMkLst>
          </pc:picChg>
          <pc:cxnChg chg="add mod">
            <ac:chgData name="Lopez Castillo Andres" userId="2e27fc3e-7c87-40db-a2d5-e84c9bef559c" providerId="ADAL" clId="{4DC4D5CB-579A-4623-A012-AA51A9F280AB}" dt="2025-12-03T18:42:31.512" v="361"/>
            <ac:cxnSpMkLst>
              <pc:docMk/>
              <pc:sldMasterMk cId="2256026013" sldId="2147483660"/>
              <pc:sldLayoutMk cId="2750085509" sldId="2147483671"/>
              <ac:cxnSpMk id="5" creationId="{97CFA580-34C2-2E05-FDAC-A72063FCD760}"/>
            </ac:cxnSpMkLst>
          </pc:cxnChg>
        </pc:sldLayoutChg>
        <pc:sldLayoutChg chg="addSp modSp">
          <pc:chgData name="Lopez Castillo Andres" userId="2e27fc3e-7c87-40db-a2d5-e84c9bef559c" providerId="ADAL" clId="{4DC4D5CB-579A-4623-A012-AA51A9F280AB}" dt="2025-12-03T18:42:33.359" v="362"/>
          <pc:sldLayoutMkLst>
            <pc:docMk/>
            <pc:sldMasterMk cId="2256026013" sldId="2147483660"/>
            <pc:sldLayoutMk cId="2889475713" sldId="2147483672"/>
          </pc:sldLayoutMkLst>
          <pc:picChg chg="add mod">
            <ac:chgData name="Lopez Castillo Andres" userId="2e27fc3e-7c87-40db-a2d5-e84c9bef559c" providerId="ADAL" clId="{4DC4D5CB-579A-4623-A012-AA51A9F280AB}" dt="2025-12-03T18:42:33.359" v="362"/>
            <ac:picMkLst>
              <pc:docMk/>
              <pc:sldMasterMk cId="2256026013" sldId="2147483660"/>
              <pc:sldLayoutMk cId="2889475713" sldId="2147483672"/>
              <ac:picMk id="4" creationId="{4002DDE5-DCE8-632F-F2E0-B23526EC7841}"/>
            </ac:picMkLst>
          </pc:picChg>
          <pc:cxnChg chg="add mod">
            <ac:chgData name="Lopez Castillo Andres" userId="2e27fc3e-7c87-40db-a2d5-e84c9bef559c" providerId="ADAL" clId="{4DC4D5CB-579A-4623-A012-AA51A9F280AB}" dt="2025-12-03T18:42:33.359" v="362"/>
            <ac:cxnSpMkLst>
              <pc:docMk/>
              <pc:sldMasterMk cId="2256026013" sldId="2147483660"/>
              <pc:sldLayoutMk cId="2889475713" sldId="2147483672"/>
              <ac:cxnSpMk id="5" creationId="{A8E84E9B-88B1-5570-8FCC-98BE5A319D9D}"/>
            </ac:cxnSpMkLst>
          </pc:cxnChg>
        </pc:sldLayoutChg>
        <pc:sldLayoutChg chg="add del">
          <pc:chgData name="Lopez Castillo Andres" userId="2e27fc3e-7c87-40db-a2d5-e84c9bef559c" providerId="ADAL" clId="{4DC4D5CB-579A-4623-A012-AA51A9F280AB}" dt="2025-12-03T18:32:09.136" v="31" actId="47"/>
          <pc:sldLayoutMkLst>
            <pc:docMk/>
            <pc:sldMasterMk cId="2256026013" sldId="2147483660"/>
            <pc:sldLayoutMk cId="1387251244" sldId="2147483676"/>
          </pc:sldLayoutMkLst>
        </pc:sldLayoutChg>
        <pc:sldLayoutChg chg="addSp delSp modSp add del mod">
          <pc:chgData name="Lopez Castillo Andres" userId="2e27fc3e-7c87-40db-a2d5-e84c9bef559c" providerId="ADAL" clId="{4DC4D5CB-579A-4623-A012-AA51A9F280AB}" dt="2025-12-05T12:54:47.449" v="15774" actId="478"/>
          <pc:sldLayoutMkLst>
            <pc:docMk/>
            <pc:sldMasterMk cId="2256026013" sldId="2147483660"/>
            <pc:sldLayoutMk cId="1187480823" sldId="2147483677"/>
          </pc:sldLayoutMkLst>
          <pc:spChg chg="mod">
            <ac:chgData name="Lopez Castillo Andres" userId="2e27fc3e-7c87-40db-a2d5-e84c9bef559c" providerId="ADAL" clId="{4DC4D5CB-579A-4623-A012-AA51A9F280AB}" dt="2025-12-03T18:35:16.940" v="154" actId="1036"/>
            <ac:spMkLst>
              <pc:docMk/>
              <pc:sldMasterMk cId="2256026013" sldId="2147483660"/>
              <pc:sldLayoutMk cId="1187480823" sldId="2147483677"/>
              <ac:spMk id="16" creationId="{00000000-0000-0000-0000-000000000000}"/>
            </ac:spMkLst>
          </pc:spChg>
          <pc:picChg chg="mod topLvl">
            <ac:chgData name="Lopez Castillo Andres" userId="2e27fc3e-7c87-40db-a2d5-e84c9bef559c" providerId="ADAL" clId="{4DC4D5CB-579A-4623-A012-AA51A9F280AB}" dt="2025-12-05T12:54:44.414" v="15773" actId="554"/>
            <ac:picMkLst>
              <pc:docMk/>
              <pc:sldMasterMk cId="2256026013" sldId="2147483660"/>
              <pc:sldLayoutMk cId="1187480823" sldId="2147483677"/>
              <ac:picMk id="20" creationId="{00000000-0000-0000-0000-000000000000}"/>
            </ac:picMkLst>
          </pc:picChg>
          <pc:picChg chg="add mod ord">
            <ac:chgData name="Lopez Castillo Andres" userId="2e27fc3e-7c87-40db-a2d5-e84c9bef559c" providerId="ADAL" clId="{4DC4D5CB-579A-4623-A012-AA51A9F280AB}" dt="2025-12-05T12:54:33.764" v="15770" actId="167"/>
            <ac:picMkLst>
              <pc:docMk/>
              <pc:sldMasterMk cId="2256026013" sldId="2147483660"/>
              <pc:sldLayoutMk cId="1187480823" sldId="2147483677"/>
              <ac:picMk id="22" creationId="{1CD6CE6A-511B-25B1-0828-47ADE0D2A1DF}"/>
            </ac:picMkLst>
          </pc:picChg>
          <pc:picChg chg="add del mod ord topLvl modCrop">
            <ac:chgData name="Lopez Castillo Andres" userId="2e27fc3e-7c87-40db-a2d5-e84c9bef559c" providerId="ADAL" clId="{4DC4D5CB-579A-4623-A012-AA51A9F280AB}" dt="2025-12-05T12:52:38.134" v="15728" actId="1036"/>
            <ac:picMkLst>
              <pc:docMk/>
              <pc:sldMasterMk cId="2256026013" sldId="2147483660"/>
              <pc:sldLayoutMk cId="1187480823" sldId="2147483677"/>
              <ac:picMk id="32" creationId="{00000000-0000-0000-0000-000000000000}"/>
            </ac:picMkLst>
          </pc:picChg>
        </pc:sldLayoutChg>
      </pc:sldMasterChg>
    </pc:docChg>
  </pc:docChgLst>
  <pc:docChgLst>
    <pc:chgData name="De Lema Sorrosal Alfredo" userId="096402d4-3389-4146-8de5-96ca77d544e0" providerId="ADAL" clId="{178C25F9-9AD4-413D-BAFC-B3E67FF69CD6}"/>
    <pc:docChg chg="undo custSel addSld delSld modSld sldOrd addSection modSection">
      <pc:chgData name="De Lema Sorrosal Alfredo" userId="096402d4-3389-4146-8de5-96ca77d544e0" providerId="ADAL" clId="{178C25F9-9AD4-413D-BAFC-B3E67FF69CD6}" dt="2023-11-21T16:15:59.749" v="8406" actId="1037"/>
      <pc:docMkLst>
        <pc:docMk/>
      </pc:docMkLst>
      <pc:sldChg chg="modSp mod">
        <pc:chgData name="De Lema Sorrosal Alfredo" userId="096402d4-3389-4146-8de5-96ca77d544e0" providerId="ADAL" clId="{178C25F9-9AD4-413D-BAFC-B3E67FF69CD6}" dt="2023-10-06T10:30:01.693" v="1869" actId="20577"/>
        <pc:sldMkLst>
          <pc:docMk/>
          <pc:sldMk cId="708062615" sldId="2146847210"/>
        </pc:sldMkLst>
      </pc:sldChg>
      <pc:sldChg chg="addSp delSp modSp mod">
        <pc:chgData name="De Lema Sorrosal Alfredo" userId="096402d4-3389-4146-8de5-96ca77d544e0" providerId="ADAL" clId="{178C25F9-9AD4-413D-BAFC-B3E67FF69CD6}" dt="2023-10-06T09:18:11.569" v="1334" actId="20577"/>
        <pc:sldMkLst>
          <pc:docMk/>
          <pc:sldMk cId="1681797015" sldId="2146847231"/>
        </pc:sldMkLst>
      </pc:sldChg>
      <pc:sldChg chg="addSp delSp modSp mod">
        <pc:chgData name="De Lema Sorrosal Alfredo" userId="096402d4-3389-4146-8de5-96ca77d544e0" providerId="ADAL" clId="{178C25F9-9AD4-413D-BAFC-B3E67FF69CD6}" dt="2023-10-06T09:53:28.684" v="1862" actId="5793"/>
        <pc:sldMkLst>
          <pc:docMk/>
          <pc:sldMk cId="4064042553" sldId="2146847239"/>
        </pc:sldMkLst>
      </pc:sldChg>
      <pc:sldChg chg="addSp delSp modSp mod">
        <pc:chgData name="De Lema Sorrosal Alfredo" userId="096402d4-3389-4146-8de5-96ca77d544e0" providerId="ADAL" clId="{178C25F9-9AD4-413D-BAFC-B3E67FF69CD6}" dt="2023-10-06T10:37:15.524" v="1904" actId="14861"/>
        <pc:sldMkLst>
          <pc:docMk/>
          <pc:sldMk cId="1281411302" sldId="2146847240"/>
        </pc:sldMkLst>
      </pc:sldChg>
      <pc:sldChg chg="modSp add mod">
        <pc:chgData name="De Lema Sorrosal Alfredo" userId="096402d4-3389-4146-8de5-96ca77d544e0" providerId="ADAL" clId="{178C25F9-9AD4-413D-BAFC-B3E67FF69CD6}" dt="2023-11-02T15:50:15.655" v="1976" actId="1036"/>
        <pc:sldMkLst>
          <pc:docMk/>
          <pc:sldMk cId="991023231" sldId="2146847277"/>
        </pc:sldMkLst>
      </pc:sldChg>
      <pc:sldChg chg="add del">
        <pc:chgData name="De Lema Sorrosal Alfredo" userId="096402d4-3389-4146-8de5-96ca77d544e0" providerId="ADAL" clId="{178C25F9-9AD4-413D-BAFC-B3E67FF69CD6}" dt="2023-11-02T15:49:50.254" v="1906"/>
        <pc:sldMkLst>
          <pc:docMk/>
          <pc:sldMk cId="4134225257" sldId="2146847277"/>
        </pc:sldMkLst>
      </pc:sldChg>
      <pc:sldChg chg="addSp delSp modSp add mod">
        <pc:chgData name="De Lema Sorrosal Alfredo" userId="096402d4-3389-4146-8de5-96ca77d544e0" providerId="ADAL" clId="{178C25F9-9AD4-413D-BAFC-B3E67FF69CD6}" dt="2023-11-03T10:44:24.275" v="6043" actId="478"/>
        <pc:sldMkLst>
          <pc:docMk/>
          <pc:sldMk cId="1275027673" sldId="2146847278"/>
        </pc:sldMkLst>
      </pc:sldChg>
      <pc:sldChg chg="addSp delSp modSp add mod">
        <pc:chgData name="De Lema Sorrosal Alfredo" userId="096402d4-3389-4146-8de5-96ca77d544e0" providerId="ADAL" clId="{178C25F9-9AD4-413D-BAFC-B3E67FF69CD6}" dt="2023-11-02T17:22:41.485" v="5064" actId="1076"/>
        <pc:sldMkLst>
          <pc:docMk/>
          <pc:sldMk cId="21483363" sldId="2146847279"/>
        </pc:sldMkLst>
      </pc:sldChg>
      <pc:sldChg chg="addSp delSp modSp add mod">
        <pc:chgData name="De Lema Sorrosal Alfredo" userId="096402d4-3389-4146-8de5-96ca77d544e0" providerId="ADAL" clId="{178C25F9-9AD4-413D-BAFC-B3E67FF69CD6}" dt="2023-11-02T17:42:00.427" v="5632" actId="1036"/>
        <pc:sldMkLst>
          <pc:docMk/>
          <pc:sldMk cId="1768031255" sldId="2146847280"/>
        </pc:sldMkLst>
      </pc:sldChg>
      <pc:sldChg chg="addSp delSp modSp add mod ord">
        <pc:chgData name="De Lema Sorrosal Alfredo" userId="096402d4-3389-4146-8de5-96ca77d544e0" providerId="ADAL" clId="{178C25F9-9AD4-413D-BAFC-B3E67FF69CD6}" dt="2023-11-02T17:50:52.445" v="6005" actId="1035"/>
        <pc:sldMkLst>
          <pc:docMk/>
          <pc:sldMk cId="3227885598" sldId="2146847281"/>
        </pc:sldMkLst>
      </pc:sldChg>
      <pc:sldChg chg="addSp delSp modSp add mod ord">
        <pc:chgData name="De Lema Sorrosal Alfredo" userId="096402d4-3389-4146-8de5-96ca77d544e0" providerId="ADAL" clId="{178C25F9-9AD4-413D-BAFC-B3E67FF69CD6}" dt="2023-11-03T11:41:17.605" v="6646" actId="478"/>
        <pc:sldMkLst>
          <pc:docMk/>
          <pc:sldMk cId="717324578" sldId="2146847282"/>
        </pc:sldMkLst>
      </pc:sldChg>
      <pc:sldChg chg="addSp new mod">
        <pc:chgData name="De Lema Sorrosal Alfredo" userId="096402d4-3389-4146-8de5-96ca77d544e0" providerId="ADAL" clId="{178C25F9-9AD4-413D-BAFC-B3E67FF69CD6}" dt="2023-11-06T11:43:54.157" v="6648" actId="22"/>
        <pc:sldMkLst>
          <pc:docMk/>
          <pc:sldMk cId="3163390789" sldId="2146847287"/>
        </pc:sldMkLst>
      </pc:sldChg>
      <pc:sldChg chg="addSp delSp modSp add mod">
        <pc:chgData name="De Lema Sorrosal Alfredo" userId="096402d4-3389-4146-8de5-96ca77d544e0" providerId="ADAL" clId="{178C25F9-9AD4-413D-BAFC-B3E67FF69CD6}" dt="2023-11-21T16:15:59.749" v="8406" actId="1037"/>
        <pc:sldMkLst>
          <pc:docMk/>
          <pc:sldMk cId="1160138191" sldId="2146847289"/>
        </pc:sldMkLst>
      </pc:sldChg>
    </pc:docChg>
  </pc:docChgLst>
  <pc:docChgLst>
    <pc:chgData name="Anido Bande Rubén" userId="S::x488039@gruposantander.com::a128124c-9711-4a9c-84a2-a1020d93fb00" providerId="AD" clId="Web-{66B61B34-2BC1-4FF9-5D40-F1B916988E15}"/>
    <pc:docChg chg="modSld">
      <pc:chgData name="Anido Bande Rubén" userId="S::x488039@gruposantander.com::a128124c-9711-4a9c-84a2-a1020d93fb00" providerId="AD" clId="Web-{66B61B34-2BC1-4FF9-5D40-F1B916988E15}" dt="2023-11-06T17:46:29.403" v="3"/>
      <pc:docMkLst>
        <pc:docMk/>
      </pc:docMkLst>
      <pc:sldChg chg="mod modShow">
        <pc:chgData name="Anido Bande Rubén" userId="S::x488039@gruposantander.com::a128124c-9711-4a9c-84a2-a1020d93fb00" providerId="AD" clId="Web-{66B61B34-2BC1-4FF9-5D40-F1B916988E15}" dt="2023-11-06T17:46:29.403" v="3"/>
        <pc:sldMkLst>
          <pc:docMk/>
          <pc:sldMk cId="21483363" sldId="2146847279"/>
        </pc:sldMkLst>
      </pc:sldChg>
      <pc:sldChg chg="mod modShow">
        <pc:chgData name="Anido Bande Rubén" userId="S::x488039@gruposantander.com::a128124c-9711-4a9c-84a2-a1020d93fb00" providerId="AD" clId="Web-{66B61B34-2BC1-4FF9-5D40-F1B916988E15}" dt="2023-11-06T17:46:26.356" v="2"/>
        <pc:sldMkLst>
          <pc:docMk/>
          <pc:sldMk cId="1768031255" sldId="2146847280"/>
        </pc:sldMkLst>
      </pc:sldChg>
      <pc:sldChg chg="mod modShow">
        <pc:chgData name="Anido Bande Rubén" userId="S::x488039@gruposantander.com::a128124c-9711-4a9c-84a2-a1020d93fb00" providerId="AD" clId="Web-{66B61B34-2BC1-4FF9-5D40-F1B916988E15}" dt="2023-11-06T17:46:16.465" v="0"/>
        <pc:sldMkLst>
          <pc:docMk/>
          <pc:sldMk cId="3227885598" sldId="2146847281"/>
        </pc:sldMkLst>
      </pc:sldChg>
      <pc:sldChg chg="mod modShow">
        <pc:chgData name="Anido Bande Rubén" userId="S::x488039@gruposantander.com::a128124c-9711-4a9c-84a2-a1020d93fb00" providerId="AD" clId="Web-{66B61B34-2BC1-4FF9-5D40-F1B916988E15}" dt="2023-11-06T17:46:20.824" v="1"/>
        <pc:sldMkLst>
          <pc:docMk/>
          <pc:sldMk cId="717324578" sldId="2146847282"/>
        </pc:sldMkLst>
      </pc:sldChg>
    </pc:docChg>
  </pc:docChgLst>
  <pc:docChgLst>
    <pc:chgData name="De Lema Sorrosal Alfredo" userId="096402d4-3389-4146-8de5-96ca77d544e0" providerId="ADAL" clId="{49551CCB-3D62-407F-9511-CD44DD304F44}"/>
    <pc:docChg chg="undo custSel modSld">
      <pc:chgData name="De Lema Sorrosal Alfredo" userId="096402d4-3389-4146-8de5-96ca77d544e0" providerId="ADAL" clId="{49551CCB-3D62-407F-9511-CD44DD304F44}" dt="2023-08-29T08:19:59.835" v="765" actId="20577"/>
      <pc:docMkLst>
        <pc:docMk/>
      </pc:docMkLst>
      <pc:sldChg chg="modSp mod">
        <pc:chgData name="De Lema Sorrosal Alfredo" userId="096402d4-3389-4146-8de5-96ca77d544e0" providerId="ADAL" clId="{49551CCB-3D62-407F-9511-CD44DD304F44}" dt="2023-08-29T08:19:59.835" v="765" actId="20577"/>
        <pc:sldMkLst>
          <pc:docMk/>
          <pc:sldMk cId="708062615" sldId="2146847210"/>
        </pc:sldMkLst>
      </pc:sldChg>
      <pc:sldChg chg="addSp modSp mod">
        <pc:chgData name="De Lema Sorrosal Alfredo" userId="096402d4-3389-4146-8de5-96ca77d544e0" providerId="ADAL" clId="{49551CCB-3D62-407F-9511-CD44DD304F44}" dt="2023-08-29T08:16:34.908" v="626" actId="1076"/>
        <pc:sldMkLst>
          <pc:docMk/>
          <pc:sldMk cId="1681797015" sldId="214684723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407BB0-2C55-4444-8587-032AA57D5E69}" type="datetimeFigureOut">
              <a:rPr lang="es-ES" smtClean="0"/>
              <a:t>23/12/2025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8B854A-A042-49E0-886B-81788AE6476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93592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B854A-A042-49E0-886B-81788AE64764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04326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508E4-5B17-D1E0-36B4-97527CA36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DFE500-3E4D-B67A-2EF8-66DE7E460B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6AD2BF-CF35-A8E0-A005-E753902E9A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A21463-CDF3-F9FD-03BD-77C4ABC7DC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B854A-A042-49E0-886B-81788AE64764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090441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B854A-A042-49E0-886B-81788AE64764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04326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B854A-A042-49E0-886B-81788AE64764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00431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B854A-A042-49E0-886B-81788AE64764}" type="slidenum">
              <a:rPr lang="es-ES" smtClean="0"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905670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4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1CD6CE6A-511B-25B1-0828-47ADE0D2A1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76000" y="1781982"/>
            <a:ext cx="2514402" cy="648000"/>
          </a:xfrm>
          <a:prstGeom prst="rect">
            <a:avLst/>
          </a:prstGeom>
        </p:spPr>
      </p:pic>
      <p:pic>
        <p:nvPicPr>
          <p:cNvPr id="32" name="Imagen 3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1" r="-1"/>
          <a:stretch>
            <a:fillRect/>
          </a:stretch>
        </p:blipFill>
        <p:spPr>
          <a:xfrm>
            <a:off x="522101" y="2686055"/>
            <a:ext cx="10998509" cy="3931200"/>
          </a:xfrm>
          <a:prstGeom prst="rect">
            <a:avLst/>
          </a:prstGeom>
        </p:spPr>
      </p:pic>
      <p:cxnSp>
        <p:nvCxnSpPr>
          <p:cNvPr id="13" name="Conector recto 12"/>
          <p:cNvCxnSpPr/>
          <p:nvPr userDrawn="1"/>
        </p:nvCxnSpPr>
        <p:spPr>
          <a:xfrm flipH="1">
            <a:off x="655639" y="489175"/>
            <a:ext cx="1153636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arcador de texto 4"/>
          <p:cNvSpPr>
            <a:spLocks noGrp="1"/>
          </p:cNvSpPr>
          <p:nvPr>
            <p:ph type="body" sz="quarter" idx="12" hasCustomPrompt="1"/>
          </p:nvPr>
        </p:nvSpPr>
        <p:spPr>
          <a:xfrm>
            <a:off x="542252" y="662400"/>
            <a:ext cx="10980000" cy="10296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6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Haga clic para modificar el estilo de título del patrón</a:t>
            </a:r>
          </a:p>
        </p:txBody>
      </p:sp>
      <p:sp>
        <p:nvSpPr>
          <p:cNvPr id="16" name="Marcador de texto 15"/>
          <p:cNvSpPr>
            <a:spLocks noGrp="1"/>
          </p:cNvSpPr>
          <p:nvPr>
            <p:ph type="body" sz="quarter" idx="13" hasCustomPrompt="1"/>
          </p:nvPr>
        </p:nvSpPr>
        <p:spPr>
          <a:xfrm>
            <a:off x="542252" y="1751988"/>
            <a:ext cx="10980000" cy="3240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FontTx/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FontTx/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FontTx/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 dirty="0"/>
              <a:t>Haga clic para modificar el estilo de subtítulo del patrón</a:t>
            </a:r>
          </a:p>
        </p:txBody>
      </p:sp>
      <p:sp>
        <p:nvSpPr>
          <p:cNvPr id="18" name="Marcador de texto 17"/>
          <p:cNvSpPr>
            <a:spLocks noGrp="1"/>
          </p:cNvSpPr>
          <p:nvPr>
            <p:ph type="body" sz="quarter" idx="14" hasCustomPrompt="1"/>
          </p:nvPr>
        </p:nvSpPr>
        <p:spPr>
          <a:xfrm>
            <a:off x="3412067" y="275720"/>
            <a:ext cx="7899787" cy="23357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FontTx/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FontTx/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FontTx/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 dirty="0"/>
              <a:t>Haga clic para insertar la fecha </a:t>
            </a:r>
            <a:r>
              <a:rPr lang="es-ES" dirty="0" err="1"/>
              <a:t>dd</a:t>
            </a:r>
            <a:r>
              <a:rPr lang="es-ES" dirty="0"/>
              <a:t>/mm/</a:t>
            </a:r>
            <a:r>
              <a:rPr lang="es-ES" dirty="0" err="1"/>
              <a:t>aa</a:t>
            </a:r>
            <a:endParaRPr lang="es-ES" dirty="0"/>
          </a:p>
        </p:txBody>
      </p:sp>
      <p:sp>
        <p:nvSpPr>
          <p:cNvPr id="2" name="Rectángulo 1"/>
          <p:cNvSpPr/>
          <p:nvPr userDrawn="1"/>
        </p:nvSpPr>
        <p:spPr>
          <a:xfrm>
            <a:off x="603601" y="272194"/>
            <a:ext cx="2884666" cy="216981"/>
          </a:xfrm>
          <a:prstGeom prst="rect">
            <a:avLst/>
          </a:prstGeom>
        </p:spPr>
        <p:txBody>
          <a:bodyPr/>
          <a:lstStyle/>
          <a:p>
            <a:pPr lvl="0" indent="0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s-E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Tecnología y Operaciones. T&amp;O Centro Corporativo.   </a:t>
            </a:r>
          </a:p>
        </p:txBody>
      </p:sp>
      <p:pic>
        <p:nvPicPr>
          <p:cNvPr id="20" name="Picture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0840" y="1781982"/>
            <a:ext cx="2226762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480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lang="es-ES" sz="1300" kern="1200" smtClean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</a:lstStyle>
          <a:p>
            <a:fld id="{BC0D97B6-E32F-4D7D-B839-7C3B51F2640F}" type="slidenum">
              <a:rPr>
                <a:solidFill>
                  <a:srgbClr val="EC0000"/>
                </a:solidFill>
              </a:rPr>
              <a:pPr/>
              <a:t>‹#›</a:t>
            </a:fld>
            <a:endParaRPr>
              <a:solidFill>
                <a:srgbClr val="EC0000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12269"/>
            <a:ext cx="1849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accent1"/>
                </a:solidFill>
              </a:rPr>
              <a:t>Index</a:t>
            </a:r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758F344F-4D40-4193-89B9-BE8205554972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32642" y="6262326"/>
            <a:ext cx="1171705" cy="206714"/>
          </a:xfrm>
          <a:custGeom>
            <a:avLst/>
            <a:gdLst>
              <a:gd name="T0" fmla="*/ 319 w 3262"/>
              <a:gd name="T1" fmla="*/ 39 h 572"/>
              <a:gd name="T2" fmla="*/ 300 w 3262"/>
              <a:gd name="T3" fmla="*/ 137 h 572"/>
              <a:gd name="T4" fmla="*/ 371 w 3262"/>
              <a:gd name="T5" fmla="*/ 405 h 572"/>
              <a:gd name="T6" fmla="*/ 244 w 3262"/>
              <a:gd name="T7" fmla="*/ 170 h 572"/>
              <a:gd name="T8" fmla="*/ 225 w 3262"/>
              <a:gd name="T9" fmla="*/ 267 h 572"/>
              <a:gd name="T10" fmla="*/ 300 w 3262"/>
              <a:gd name="T11" fmla="*/ 528 h 572"/>
              <a:gd name="T12" fmla="*/ 187 w 3262"/>
              <a:gd name="T13" fmla="*/ 333 h 572"/>
              <a:gd name="T14" fmla="*/ 300 w 3262"/>
              <a:gd name="T15" fmla="*/ 572 h 572"/>
              <a:gd name="T16" fmla="*/ 714 w 3262"/>
              <a:gd name="T17" fmla="*/ 540 h 572"/>
              <a:gd name="T18" fmla="*/ 910 w 3262"/>
              <a:gd name="T19" fmla="*/ 455 h 572"/>
              <a:gd name="T20" fmla="*/ 717 w 3262"/>
              <a:gd name="T21" fmla="*/ 258 h 572"/>
              <a:gd name="T22" fmla="*/ 945 w 3262"/>
              <a:gd name="T23" fmla="*/ 226 h 572"/>
              <a:gd name="T24" fmla="*/ 842 w 3262"/>
              <a:gd name="T25" fmla="*/ 322 h 572"/>
              <a:gd name="T26" fmla="*/ 829 w 3262"/>
              <a:gd name="T27" fmla="*/ 561 h 572"/>
              <a:gd name="T28" fmla="*/ 1277 w 3262"/>
              <a:gd name="T29" fmla="*/ 552 h 572"/>
              <a:gd name="T30" fmla="*/ 1138 w 3262"/>
              <a:gd name="T31" fmla="*/ 559 h 572"/>
              <a:gd name="T32" fmla="*/ 1277 w 3262"/>
              <a:gd name="T33" fmla="*/ 270 h 572"/>
              <a:gd name="T34" fmla="*/ 1171 w 3262"/>
              <a:gd name="T35" fmla="*/ 307 h 572"/>
              <a:gd name="T36" fmla="*/ 1215 w 3262"/>
              <a:gd name="T37" fmla="*/ 488 h 572"/>
              <a:gd name="T38" fmla="*/ 1533 w 3262"/>
              <a:gd name="T39" fmla="*/ 552 h 572"/>
              <a:gd name="T40" fmla="*/ 1407 w 3262"/>
              <a:gd name="T41" fmla="*/ 312 h 572"/>
              <a:gd name="T42" fmla="*/ 1345 w 3262"/>
              <a:gd name="T43" fmla="*/ 270 h 572"/>
              <a:gd name="T44" fmla="*/ 1767 w 3262"/>
              <a:gd name="T45" fmla="*/ 506 h 572"/>
              <a:gd name="T46" fmla="*/ 1756 w 3262"/>
              <a:gd name="T47" fmla="*/ 559 h 572"/>
              <a:gd name="T48" fmla="*/ 1719 w 3262"/>
              <a:gd name="T49" fmla="*/ 157 h 572"/>
              <a:gd name="T50" fmla="*/ 1812 w 3262"/>
              <a:gd name="T51" fmla="*/ 317 h 572"/>
              <a:gd name="T52" fmla="*/ 1767 w 3262"/>
              <a:gd name="T53" fmla="*/ 506 h 572"/>
              <a:gd name="T54" fmla="*/ 2043 w 3262"/>
              <a:gd name="T55" fmla="*/ 552 h 572"/>
              <a:gd name="T56" fmla="*/ 1836 w 3262"/>
              <a:gd name="T57" fmla="*/ 410 h 572"/>
              <a:gd name="T58" fmla="*/ 2038 w 3262"/>
              <a:gd name="T59" fmla="*/ 488 h 572"/>
              <a:gd name="T60" fmla="*/ 1899 w 3262"/>
              <a:gd name="T61" fmla="*/ 410 h 572"/>
              <a:gd name="T62" fmla="*/ 2418 w 3262"/>
              <a:gd name="T63" fmla="*/ 363 h 572"/>
              <a:gd name="T64" fmla="*/ 2356 w 3262"/>
              <a:gd name="T65" fmla="*/ 373 h 572"/>
              <a:gd name="T66" fmla="*/ 2230 w 3262"/>
              <a:gd name="T67" fmla="*/ 552 h 572"/>
              <a:gd name="T68" fmla="*/ 2281 w 3262"/>
              <a:gd name="T69" fmla="*/ 254 h 572"/>
              <a:gd name="T70" fmla="*/ 2733 w 3262"/>
              <a:gd name="T71" fmla="*/ 552 h 572"/>
              <a:gd name="T72" fmla="*/ 2591 w 3262"/>
              <a:gd name="T73" fmla="*/ 559 h 572"/>
              <a:gd name="T74" fmla="*/ 2671 w 3262"/>
              <a:gd name="T75" fmla="*/ 259 h 572"/>
              <a:gd name="T76" fmla="*/ 2671 w 3262"/>
              <a:gd name="T77" fmla="*/ 487 h 572"/>
              <a:gd name="T78" fmla="*/ 2531 w 3262"/>
              <a:gd name="T79" fmla="*/ 410 h 572"/>
              <a:gd name="T80" fmla="*/ 3045 w 3262"/>
              <a:gd name="T81" fmla="*/ 432 h 572"/>
              <a:gd name="T82" fmla="*/ 3038 w 3262"/>
              <a:gd name="T83" fmla="*/ 485 h 572"/>
              <a:gd name="T84" fmla="*/ 2783 w 3262"/>
              <a:gd name="T85" fmla="*/ 405 h 572"/>
              <a:gd name="T86" fmla="*/ 3045 w 3262"/>
              <a:gd name="T87" fmla="*/ 432 h 572"/>
              <a:gd name="T88" fmla="*/ 2918 w 3262"/>
              <a:gd name="T89" fmla="*/ 306 h 572"/>
              <a:gd name="T90" fmla="*/ 3256 w 3262"/>
              <a:gd name="T91" fmla="*/ 310 h 572"/>
              <a:gd name="T92" fmla="*/ 3164 w 3262"/>
              <a:gd name="T93" fmla="*/ 552 h 572"/>
              <a:gd name="T94" fmla="*/ 3208 w 3262"/>
              <a:gd name="T95" fmla="*/ 254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262" h="572">
                <a:moveTo>
                  <a:pt x="430" y="262"/>
                </a:moveTo>
                <a:cubicBezTo>
                  <a:pt x="429" y="241"/>
                  <a:pt x="424" y="221"/>
                  <a:pt x="413" y="202"/>
                </a:cubicBezTo>
                <a:cubicBezTo>
                  <a:pt x="319" y="39"/>
                  <a:pt x="319" y="39"/>
                  <a:pt x="319" y="39"/>
                </a:cubicBezTo>
                <a:cubicBezTo>
                  <a:pt x="312" y="27"/>
                  <a:pt x="307" y="14"/>
                  <a:pt x="304" y="0"/>
                </a:cubicBezTo>
                <a:cubicBezTo>
                  <a:pt x="300" y="7"/>
                  <a:pt x="300" y="7"/>
                  <a:pt x="300" y="7"/>
                </a:cubicBezTo>
                <a:cubicBezTo>
                  <a:pt x="277" y="47"/>
                  <a:pt x="277" y="97"/>
                  <a:pt x="300" y="137"/>
                </a:cubicBezTo>
                <a:cubicBezTo>
                  <a:pt x="375" y="267"/>
                  <a:pt x="375" y="267"/>
                  <a:pt x="375" y="267"/>
                </a:cubicBezTo>
                <a:cubicBezTo>
                  <a:pt x="399" y="308"/>
                  <a:pt x="399" y="357"/>
                  <a:pt x="375" y="398"/>
                </a:cubicBezTo>
                <a:cubicBezTo>
                  <a:pt x="371" y="405"/>
                  <a:pt x="371" y="405"/>
                  <a:pt x="371" y="405"/>
                </a:cubicBezTo>
                <a:cubicBezTo>
                  <a:pt x="369" y="391"/>
                  <a:pt x="364" y="378"/>
                  <a:pt x="356" y="365"/>
                </a:cubicBezTo>
                <a:cubicBezTo>
                  <a:pt x="288" y="246"/>
                  <a:pt x="288" y="246"/>
                  <a:pt x="288" y="246"/>
                </a:cubicBezTo>
                <a:cubicBezTo>
                  <a:pt x="244" y="170"/>
                  <a:pt x="244" y="170"/>
                  <a:pt x="244" y="170"/>
                </a:cubicBezTo>
                <a:cubicBezTo>
                  <a:pt x="236" y="157"/>
                  <a:pt x="232" y="144"/>
                  <a:pt x="229" y="130"/>
                </a:cubicBezTo>
                <a:cubicBezTo>
                  <a:pt x="225" y="137"/>
                  <a:pt x="225" y="137"/>
                  <a:pt x="225" y="137"/>
                </a:cubicBezTo>
                <a:cubicBezTo>
                  <a:pt x="202" y="177"/>
                  <a:pt x="202" y="227"/>
                  <a:pt x="225" y="267"/>
                </a:cubicBezTo>
                <a:cubicBezTo>
                  <a:pt x="225" y="267"/>
                  <a:pt x="225" y="267"/>
                  <a:pt x="225" y="267"/>
                </a:cubicBezTo>
                <a:cubicBezTo>
                  <a:pt x="300" y="398"/>
                  <a:pt x="300" y="398"/>
                  <a:pt x="300" y="398"/>
                </a:cubicBezTo>
                <a:cubicBezTo>
                  <a:pt x="323" y="438"/>
                  <a:pt x="323" y="488"/>
                  <a:pt x="300" y="528"/>
                </a:cubicBezTo>
                <a:cubicBezTo>
                  <a:pt x="296" y="535"/>
                  <a:pt x="296" y="535"/>
                  <a:pt x="296" y="535"/>
                </a:cubicBezTo>
                <a:cubicBezTo>
                  <a:pt x="293" y="521"/>
                  <a:pt x="288" y="508"/>
                  <a:pt x="281" y="495"/>
                </a:cubicBezTo>
                <a:cubicBezTo>
                  <a:pt x="187" y="333"/>
                  <a:pt x="187" y="333"/>
                  <a:pt x="187" y="333"/>
                </a:cubicBezTo>
                <a:cubicBezTo>
                  <a:pt x="175" y="311"/>
                  <a:pt x="169" y="286"/>
                  <a:pt x="170" y="262"/>
                </a:cubicBezTo>
                <a:cubicBezTo>
                  <a:pt x="69" y="288"/>
                  <a:pt x="0" y="344"/>
                  <a:pt x="0" y="409"/>
                </a:cubicBezTo>
                <a:cubicBezTo>
                  <a:pt x="0" y="499"/>
                  <a:pt x="134" y="572"/>
                  <a:pt x="300" y="572"/>
                </a:cubicBezTo>
                <a:cubicBezTo>
                  <a:pt x="466" y="572"/>
                  <a:pt x="600" y="499"/>
                  <a:pt x="600" y="409"/>
                </a:cubicBezTo>
                <a:cubicBezTo>
                  <a:pt x="600" y="344"/>
                  <a:pt x="531" y="288"/>
                  <a:pt x="430" y="262"/>
                </a:cubicBezTo>
                <a:close/>
                <a:moveTo>
                  <a:pt x="714" y="540"/>
                </a:moveTo>
                <a:cubicBezTo>
                  <a:pt x="715" y="517"/>
                  <a:pt x="718" y="501"/>
                  <a:pt x="725" y="483"/>
                </a:cubicBezTo>
                <a:cubicBezTo>
                  <a:pt x="756" y="498"/>
                  <a:pt x="797" y="505"/>
                  <a:pt x="828" y="505"/>
                </a:cubicBezTo>
                <a:cubicBezTo>
                  <a:pt x="880" y="505"/>
                  <a:pt x="910" y="488"/>
                  <a:pt x="910" y="455"/>
                </a:cubicBezTo>
                <a:cubicBezTo>
                  <a:pt x="910" y="422"/>
                  <a:pt x="888" y="407"/>
                  <a:pt x="835" y="384"/>
                </a:cubicBezTo>
                <a:cubicBezTo>
                  <a:pt x="806" y="371"/>
                  <a:pt x="806" y="371"/>
                  <a:pt x="806" y="371"/>
                </a:cubicBezTo>
                <a:cubicBezTo>
                  <a:pt x="753" y="348"/>
                  <a:pt x="717" y="318"/>
                  <a:pt x="717" y="258"/>
                </a:cubicBezTo>
                <a:cubicBezTo>
                  <a:pt x="717" y="194"/>
                  <a:pt x="762" y="153"/>
                  <a:pt x="853" y="153"/>
                </a:cubicBezTo>
                <a:cubicBezTo>
                  <a:pt x="890" y="153"/>
                  <a:pt x="924" y="158"/>
                  <a:pt x="956" y="169"/>
                </a:cubicBezTo>
                <a:cubicBezTo>
                  <a:pt x="955" y="192"/>
                  <a:pt x="951" y="209"/>
                  <a:pt x="945" y="226"/>
                </a:cubicBezTo>
                <a:cubicBezTo>
                  <a:pt x="915" y="214"/>
                  <a:pt x="879" y="209"/>
                  <a:pt x="853" y="209"/>
                </a:cubicBezTo>
                <a:cubicBezTo>
                  <a:pt x="804" y="209"/>
                  <a:pt x="781" y="228"/>
                  <a:pt x="781" y="258"/>
                </a:cubicBezTo>
                <a:cubicBezTo>
                  <a:pt x="781" y="288"/>
                  <a:pt x="803" y="305"/>
                  <a:pt x="842" y="322"/>
                </a:cubicBezTo>
                <a:cubicBezTo>
                  <a:pt x="873" y="335"/>
                  <a:pt x="873" y="335"/>
                  <a:pt x="873" y="335"/>
                </a:cubicBezTo>
                <a:cubicBezTo>
                  <a:pt x="945" y="365"/>
                  <a:pt x="974" y="397"/>
                  <a:pt x="974" y="452"/>
                </a:cubicBezTo>
                <a:cubicBezTo>
                  <a:pt x="974" y="517"/>
                  <a:pt x="925" y="561"/>
                  <a:pt x="829" y="561"/>
                </a:cubicBezTo>
                <a:cubicBezTo>
                  <a:pt x="783" y="561"/>
                  <a:pt x="745" y="555"/>
                  <a:pt x="714" y="540"/>
                </a:cubicBezTo>
                <a:close/>
                <a:moveTo>
                  <a:pt x="1277" y="270"/>
                </a:moveTo>
                <a:cubicBezTo>
                  <a:pt x="1277" y="552"/>
                  <a:pt x="1277" y="552"/>
                  <a:pt x="1277" y="552"/>
                </a:cubicBezTo>
                <a:cubicBezTo>
                  <a:pt x="1220" y="552"/>
                  <a:pt x="1220" y="552"/>
                  <a:pt x="1220" y="552"/>
                </a:cubicBezTo>
                <a:cubicBezTo>
                  <a:pt x="1217" y="518"/>
                  <a:pt x="1217" y="518"/>
                  <a:pt x="1217" y="518"/>
                </a:cubicBezTo>
                <a:cubicBezTo>
                  <a:pt x="1201" y="543"/>
                  <a:pt x="1177" y="559"/>
                  <a:pt x="1138" y="559"/>
                </a:cubicBezTo>
                <a:cubicBezTo>
                  <a:pt x="1063" y="559"/>
                  <a:pt x="1013" y="505"/>
                  <a:pt x="1013" y="410"/>
                </a:cubicBezTo>
                <a:cubicBezTo>
                  <a:pt x="1013" y="311"/>
                  <a:pt x="1066" y="254"/>
                  <a:pt x="1171" y="254"/>
                </a:cubicBezTo>
                <a:cubicBezTo>
                  <a:pt x="1211" y="254"/>
                  <a:pt x="1245" y="259"/>
                  <a:pt x="1277" y="270"/>
                </a:cubicBezTo>
                <a:close/>
                <a:moveTo>
                  <a:pt x="1215" y="488"/>
                </a:moveTo>
                <a:cubicBezTo>
                  <a:pt x="1215" y="311"/>
                  <a:pt x="1215" y="311"/>
                  <a:pt x="1215" y="311"/>
                </a:cubicBezTo>
                <a:cubicBezTo>
                  <a:pt x="1202" y="309"/>
                  <a:pt x="1188" y="307"/>
                  <a:pt x="1171" y="307"/>
                </a:cubicBezTo>
                <a:cubicBezTo>
                  <a:pt x="1107" y="307"/>
                  <a:pt x="1077" y="347"/>
                  <a:pt x="1077" y="410"/>
                </a:cubicBezTo>
                <a:cubicBezTo>
                  <a:pt x="1077" y="468"/>
                  <a:pt x="1100" y="508"/>
                  <a:pt x="1155" y="508"/>
                </a:cubicBezTo>
                <a:cubicBezTo>
                  <a:pt x="1179" y="508"/>
                  <a:pt x="1199" y="500"/>
                  <a:pt x="1215" y="488"/>
                </a:cubicBezTo>
                <a:close/>
                <a:moveTo>
                  <a:pt x="1595" y="363"/>
                </a:moveTo>
                <a:cubicBezTo>
                  <a:pt x="1595" y="552"/>
                  <a:pt x="1595" y="552"/>
                  <a:pt x="1595" y="552"/>
                </a:cubicBezTo>
                <a:cubicBezTo>
                  <a:pt x="1533" y="552"/>
                  <a:pt x="1533" y="552"/>
                  <a:pt x="1533" y="552"/>
                </a:cubicBezTo>
                <a:cubicBezTo>
                  <a:pt x="1533" y="373"/>
                  <a:pt x="1533" y="373"/>
                  <a:pt x="1533" y="373"/>
                </a:cubicBezTo>
                <a:cubicBezTo>
                  <a:pt x="1533" y="329"/>
                  <a:pt x="1518" y="307"/>
                  <a:pt x="1456" y="307"/>
                </a:cubicBezTo>
                <a:cubicBezTo>
                  <a:pt x="1442" y="307"/>
                  <a:pt x="1424" y="309"/>
                  <a:pt x="1407" y="312"/>
                </a:cubicBezTo>
                <a:cubicBezTo>
                  <a:pt x="1407" y="552"/>
                  <a:pt x="1407" y="552"/>
                  <a:pt x="1407" y="552"/>
                </a:cubicBezTo>
                <a:cubicBezTo>
                  <a:pt x="1345" y="552"/>
                  <a:pt x="1345" y="552"/>
                  <a:pt x="1345" y="552"/>
                </a:cubicBezTo>
                <a:cubicBezTo>
                  <a:pt x="1345" y="270"/>
                  <a:pt x="1345" y="270"/>
                  <a:pt x="1345" y="270"/>
                </a:cubicBezTo>
                <a:cubicBezTo>
                  <a:pt x="1385" y="261"/>
                  <a:pt x="1428" y="254"/>
                  <a:pt x="1458" y="254"/>
                </a:cubicBezTo>
                <a:cubicBezTo>
                  <a:pt x="1562" y="254"/>
                  <a:pt x="1595" y="294"/>
                  <a:pt x="1595" y="363"/>
                </a:cubicBezTo>
                <a:close/>
                <a:moveTo>
                  <a:pt x="1767" y="506"/>
                </a:moveTo>
                <a:cubicBezTo>
                  <a:pt x="1785" y="506"/>
                  <a:pt x="1802" y="503"/>
                  <a:pt x="1816" y="498"/>
                </a:cubicBezTo>
                <a:cubicBezTo>
                  <a:pt x="1814" y="515"/>
                  <a:pt x="1812" y="534"/>
                  <a:pt x="1808" y="550"/>
                </a:cubicBezTo>
                <a:cubicBezTo>
                  <a:pt x="1791" y="557"/>
                  <a:pt x="1773" y="559"/>
                  <a:pt x="1756" y="559"/>
                </a:cubicBezTo>
                <a:cubicBezTo>
                  <a:pt x="1696" y="559"/>
                  <a:pt x="1657" y="531"/>
                  <a:pt x="1657" y="463"/>
                </a:cubicBezTo>
                <a:cubicBezTo>
                  <a:pt x="1657" y="166"/>
                  <a:pt x="1657" y="166"/>
                  <a:pt x="1657" y="166"/>
                </a:cubicBezTo>
                <a:cubicBezTo>
                  <a:pt x="1676" y="160"/>
                  <a:pt x="1700" y="157"/>
                  <a:pt x="1719" y="157"/>
                </a:cubicBezTo>
                <a:cubicBezTo>
                  <a:pt x="1719" y="264"/>
                  <a:pt x="1719" y="264"/>
                  <a:pt x="1719" y="264"/>
                </a:cubicBezTo>
                <a:cubicBezTo>
                  <a:pt x="1817" y="264"/>
                  <a:pt x="1817" y="264"/>
                  <a:pt x="1817" y="264"/>
                </a:cubicBezTo>
                <a:cubicBezTo>
                  <a:pt x="1816" y="283"/>
                  <a:pt x="1815" y="301"/>
                  <a:pt x="1812" y="317"/>
                </a:cubicBezTo>
                <a:cubicBezTo>
                  <a:pt x="1719" y="317"/>
                  <a:pt x="1719" y="317"/>
                  <a:pt x="1719" y="317"/>
                </a:cubicBezTo>
                <a:cubicBezTo>
                  <a:pt x="1719" y="455"/>
                  <a:pt x="1719" y="455"/>
                  <a:pt x="1719" y="455"/>
                </a:cubicBezTo>
                <a:cubicBezTo>
                  <a:pt x="1719" y="492"/>
                  <a:pt x="1737" y="506"/>
                  <a:pt x="1767" y="506"/>
                </a:cubicBezTo>
                <a:close/>
                <a:moveTo>
                  <a:pt x="2100" y="270"/>
                </a:moveTo>
                <a:cubicBezTo>
                  <a:pt x="2100" y="552"/>
                  <a:pt x="2100" y="552"/>
                  <a:pt x="2100" y="552"/>
                </a:cubicBezTo>
                <a:cubicBezTo>
                  <a:pt x="2043" y="552"/>
                  <a:pt x="2043" y="552"/>
                  <a:pt x="2043" y="552"/>
                </a:cubicBezTo>
                <a:cubicBezTo>
                  <a:pt x="2040" y="518"/>
                  <a:pt x="2040" y="518"/>
                  <a:pt x="2040" y="518"/>
                </a:cubicBezTo>
                <a:cubicBezTo>
                  <a:pt x="2024" y="543"/>
                  <a:pt x="2000" y="559"/>
                  <a:pt x="1960" y="559"/>
                </a:cubicBezTo>
                <a:cubicBezTo>
                  <a:pt x="1886" y="559"/>
                  <a:pt x="1836" y="505"/>
                  <a:pt x="1836" y="410"/>
                </a:cubicBezTo>
                <a:cubicBezTo>
                  <a:pt x="1836" y="311"/>
                  <a:pt x="1889" y="254"/>
                  <a:pt x="1993" y="254"/>
                </a:cubicBezTo>
                <a:cubicBezTo>
                  <a:pt x="2034" y="254"/>
                  <a:pt x="2067" y="259"/>
                  <a:pt x="2100" y="270"/>
                </a:cubicBezTo>
                <a:close/>
                <a:moveTo>
                  <a:pt x="2038" y="488"/>
                </a:moveTo>
                <a:cubicBezTo>
                  <a:pt x="2038" y="311"/>
                  <a:pt x="2038" y="311"/>
                  <a:pt x="2038" y="311"/>
                </a:cubicBezTo>
                <a:cubicBezTo>
                  <a:pt x="2025" y="309"/>
                  <a:pt x="2011" y="307"/>
                  <a:pt x="1993" y="307"/>
                </a:cubicBezTo>
                <a:cubicBezTo>
                  <a:pt x="1929" y="307"/>
                  <a:pt x="1899" y="347"/>
                  <a:pt x="1899" y="410"/>
                </a:cubicBezTo>
                <a:cubicBezTo>
                  <a:pt x="1899" y="468"/>
                  <a:pt x="1922" y="508"/>
                  <a:pt x="1978" y="508"/>
                </a:cubicBezTo>
                <a:cubicBezTo>
                  <a:pt x="2002" y="508"/>
                  <a:pt x="2022" y="500"/>
                  <a:pt x="2038" y="488"/>
                </a:cubicBezTo>
                <a:close/>
                <a:moveTo>
                  <a:pt x="2418" y="363"/>
                </a:moveTo>
                <a:cubicBezTo>
                  <a:pt x="2418" y="552"/>
                  <a:pt x="2418" y="552"/>
                  <a:pt x="2418" y="552"/>
                </a:cubicBezTo>
                <a:cubicBezTo>
                  <a:pt x="2356" y="552"/>
                  <a:pt x="2356" y="552"/>
                  <a:pt x="2356" y="552"/>
                </a:cubicBezTo>
                <a:cubicBezTo>
                  <a:pt x="2356" y="373"/>
                  <a:pt x="2356" y="373"/>
                  <a:pt x="2356" y="373"/>
                </a:cubicBezTo>
                <a:cubicBezTo>
                  <a:pt x="2356" y="329"/>
                  <a:pt x="2341" y="307"/>
                  <a:pt x="2279" y="307"/>
                </a:cubicBezTo>
                <a:cubicBezTo>
                  <a:pt x="2264" y="307"/>
                  <a:pt x="2247" y="309"/>
                  <a:pt x="2230" y="312"/>
                </a:cubicBezTo>
                <a:cubicBezTo>
                  <a:pt x="2230" y="552"/>
                  <a:pt x="2230" y="552"/>
                  <a:pt x="2230" y="552"/>
                </a:cubicBezTo>
                <a:cubicBezTo>
                  <a:pt x="2168" y="552"/>
                  <a:pt x="2168" y="552"/>
                  <a:pt x="2168" y="552"/>
                </a:cubicBezTo>
                <a:cubicBezTo>
                  <a:pt x="2168" y="270"/>
                  <a:pt x="2168" y="270"/>
                  <a:pt x="2168" y="270"/>
                </a:cubicBezTo>
                <a:cubicBezTo>
                  <a:pt x="2207" y="261"/>
                  <a:pt x="2251" y="254"/>
                  <a:pt x="2281" y="254"/>
                </a:cubicBezTo>
                <a:cubicBezTo>
                  <a:pt x="2384" y="254"/>
                  <a:pt x="2418" y="294"/>
                  <a:pt x="2418" y="363"/>
                </a:cubicBezTo>
                <a:close/>
                <a:moveTo>
                  <a:pt x="2733" y="157"/>
                </a:moveTo>
                <a:cubicBezTo>
                  <a:pt x="2733" y="552"/>
                  <a:pt x="2733" y="552"/>
                  <a:pt x="2733" y="552"/>
                </a:cubicBezTo>
                <a:cubicBezTo>
                  <a:pt x="2676" y="552"/>
                  <a:pt x="2676" y="552"/>
                  <a:pt x="2676" y="552"/>
                </a:cubicBezTo>
                <a:cubicBezTo>
                  <a:pt x="2672" y="516"/>
                  <a:pt x="2672" y="516"/>
                  <a:pt x="2672" y="516"/>
                </a:cubicBezTo>
                <a:cubicBezTo>
                  <a:pt x="2656" y="543"/>
                  <a:pt x="2632" y="559"/>
                  <a:pt x="2591" y="559"/>
                </a:cubicBezTo>
                <a:cubicBezTo>
                  <a:pt x="2517" y="559"/>
                  <a:pt x="2467" y="505"/>
                  <a:pt x="2467" y="410"/>
                </a:cubicBezTo>
                <a:cubicBezTo>
                  <a:pt x="2467" y="311"/>
                  <a:pt x="2520" y="254"/>
                  <a:pt x="2625" y="254"/>
                </a:cubicBezTo>
                <a:cubicBezTo>
                  <a:pt x="2641" y="254"/>
                  <a:pt x="2656" y="256"/>
                  <a:pt x="2671" y="259"/>
                </a:cubicBezTo>
                <a:cubicBezTo>
                  <a:pt x="2671" y="166"/>
                  <a:pt x="2671" y="166"/>
                  <a:pt x="2671" y="166"/>
                </a:cubicBezTo>
                <a:cubicBezTo>
                  <a:pt x="2690" y="159"/>
                  <a:pt x="2712" y="157"/>
                  <a:pt x="2733" y="157"/>
                </a:cubicBezTo>
                <a:close/>
                <a:moveTo>
                  <a:pt x="2671" y="487"/>
                </a:moveTo>
                <a:cubicBezTo>
                  <a:pt x="2671" y="313"/>
                  <a:pt x="2671" y="313"/>
                  <a:pt x="2671" y="313"/>
                </a:cubicBezTo>
                <a:cubicBezTo>
                  <a:pt x="2655" y="310"/>
                  <a:pt x="2638" y="307"/>
                  <a:pt x="2621" y="307"/>
                </a:cubicBezTo>
                <a:cubicBezTo>
                  <a:pt x="2560" y="307"/>
                  <a:pt x="2531" y="346"/>
                  <a:pt x="2531" y="410"/>
                </a:cubicBezTo>
                <a:cubicBezTo>
                  <a:pt x="2531" y="468"/>
                  <a:pt x="2554" y="508"/>
                  <a:pt x="2609" y="508"/>
                </a:cubicBezTo>
                <a:cubicBezTo>
                  <a:pt x="2634" y="508"/>
                  <a:pt x="2654" y="500"/>
                  <a:pt x="2671" y="487"/>
                </a:cubicBezTo>
                <a:close/>
                <a:moveTo>
                  <a:pt x="3045" y="432"/>
                </a:moveTo>
                <a:cubicBezTo>
                  <a:pt x="2847" y="432"/>
                  <a:pt x="2847" y="432"/>
                  <a:pt x="2847" y="432"/>
                </a:cubicBezTo>
                <a:cubicBezTo>
                  <a:pt x="2854" y="482"/>
                  <a:pt x="2884" y="506"/>
                  <a:pt x="2939" y="506"/>
                </a:cubicBezTo>
                <a:cubicBezTo>
                  <a:pt x="2973" y="506"/>
                  <a:pt x="3007" y="499"/>
                  <a:pt x="3038" y="485"/>
                </a:cubicBezTo>
                <a:cubicBezTo>
                  <a:pt x="3036" y="501"/>
                  <a:pt x="3033" y="522"/>
                  <a:pt x="3029" y="541"/>
                </a:cubicBezTo>
                <a:cubicBezTo>
                  <a:pt x="3001" y="554"/>
                  <a:pt x="2971" y="559"/>
                  <a:pt x="2937" y="559"/>
                </a:cubicBezTo>
                <a:cubicBezTo>
                  <a:pt x="2834" y="559"/>
                  <a:pt x="2783" y="502"/>
                  <a:pt x="2783" y="405"/>
                </a:cubicBezTo>
                <a:cubicBezTo>
                  <a:pt x="2783" y="321"/>
                  <a:pt x="2822" y="254"/>
                  <a:pt x="2921" y="254"/>
                </a:cubicBezTo>
                <a:cubicBezTo>
                  <a:pt x="3010" y="254"/>
                  <a:pt x="3048" y="313"/>
                  <a:pt x="3048" y="384"/>
                </a:cubicBezTo>
                <a:cubicBezTo>
                  <a:pt x="3048" y="401"/>
                  <a:pt x="3047" y="415"/>
                  <a:pt x="3045" y="432"/>
                </a:cubicBezTo>
                <a:close/>
                <a:moveTo>
                  <a:pt x="2845" y="380"/>
                </a:moveTo>
                <a:cubicBezTo>
                  <a:pt x="2985" y="380"/>
                  <a:pt x="2985" y="380"/>
                  <a:pt x="2985" y="380"/>
                </a:cubicBezTo>
                <a:cubicBezTo>
                  <a:pt x="2985" y="333"/>
                  <a:pt x="2960" y="306"/>
                  <a:pt x="2918" y="306"/>
                </a:cubicBezTo>
                <a:cubicBezTo>
                  <a:pt x="2874" y="306"/>
                  <a:pt x="2850" y="332"/>
                  <a:pt x="2845" y="380"/>
                </a:cubicBezTo>
                <a:close/>
                <a:moveTo>
                  <a:pt x="3262" y="257"/>
                </a:moveTo>
                <a:cubicBezTo>
                  <a:pt x="3262" y="275"/>
                  <a:pt x="3260" y="298"/>
                  <a:pt x="3256" y="310"/>
                </a:cubicBezTo>
                <a:cubicBezTo>
                  <a:pt x="3241" y="308"/>
                  <a:pt x="3227" y="307"/>
                  <a:pt x="3209" y="307"/>
                </a:cubicBezTo>
                <a:cubicBezTo>
                  <a:pt x="3194" y="307"/>
                  <a:pt x="3179" y="309"/>
                  <a:pt x="3164" y="311"/>
                </a:cubicBezTo>
                <a:cubicBezTo>
                  <a:pt x="3164" y="552"/>
                  <a:pt x="3164" y="552"/>
                  <a:pt x="3164" y="552"/>
                </a:cubicBezTo>
                <a:cubicBezTo>
                  <a:pt x="3102" y="552"/>
                  <a:pt x="3102" y="552"/>
                  <a:pt x="3102" y="552"/>
                </a:cubicBezTo>
                <a:cubicBezTo>
                  <a:pt x="3102" y="270"/>
                  <a:pt x="3102" y="270"/>
                  <a:pt x="3102" y="270"/>
                </a:cubicBezTo>
                <a:cubicBezTo>
                  <a:pt x="3128" y="261"/>
                  <a:pt x="3173" y="254"/>
                  <a:pt x="3208" y="254"/>
                </a:cubicBezTo>
                <a:cubicBezTo>
                  <a:pt x="3227" y="254"/>
                  <a:pt x="3248" y="255"/>
                  <a:pt x="3262" y="25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>
              <a:solidFill>
                <a:prstClr val="black"/>
              </a:solidFill>
            </a:endParaRPr>
          </a:p>
        </p:txBody>
      </p:sp>
      <p:pic>
        <p:nvPicPr>
          <p:cNvPr id="2050" name="Picture 2" descr="NTT Data Business Solutions Türkiye Senior Data Scientist İş İlanı - 09 ...">
            <a:extLst>
              <a:ext uri="{FF2B5EF4-FFF2-40B4-BE49-F238E27FC236}">
                <a16:creationId xmlns:a16="http://schemas.microsoft.com/office/drawing/2014/main" id="{44344033-E14C-6ECA-1616-3420E32C46F1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50" t="39459" r="23956" b="39089"/>
          <a:stretch>
            <a:fillRect/>
          </a:stretch>
        </p:blipFill>
        <p:spPr bwMode="auto">
          <a:xfrm>
            <a:off x="2130638" y="6315594"/>
            <a:ext cx="950995" cy="2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46DDC47-31DD-2E25-6343-8C99A745A81B}"/>
              </a:ext>
            </a:extLst>
          </p:cNvPr>
          <p:cNvCxnSpPr/>
          <p:nvPr userDrawn="1"/>
        </p:nvCxnSpPr>
        <p:spPr>
          <a:xfrm>
            <a:off x="2059615" y="6214062"/>
            <a:ext cx="0" cy="3600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9150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49C540BB-A189-4361-ABD8-4DA84C6612C3}"/>
              </a:ext>
            </a:extLst>
          </p:cNvPr>
          <p:cNvSpPr/>
          <p:nvPr userDrawn="1"/>
        </p:nvSpPr>
        <p:spPr>
          <a:xfrm>
            <a:off x="8925340" y="0"/>
            <a:ext cx="3266660" cy="685800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>
              <a:solidFill>
                <a:srgbClr val="FFFFFF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519" y="626373"/>
            <a:ext cx="4386194" cy="2852737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lang="es-ES" sz="5000" kern="1200" dirty="0">
                <a:solidFill>
                  <a:schemeClr val="accent1"/>
                </a:solidFill>
                <a:latin typeface="Santander Headline" panose="020B0504020201020104" pitchFamily="34" charset="0"/>
                <a:ea typeface="+mj-ea"/>
                <a:cs typeface="+mj-cs"/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6E38BAEA-EEE9-4346-9DB7-91D26BC942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270526"/>
            <a:ext cx="2958754" cy="236496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lang="es-ES" sz="16600" kern="1200" dirty="0">
                <a:solidFill>
                  <a:schemeClr val="bg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>
              <a:defRPr sz="138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760410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&amp;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024" y="1087457"/>
            <a:ext cx="5297557" cy="1606047"/>
          </a:xfrm>
        </p:spPr>
        <p:txBody>
          <a:bodyPr anchor="t">
            <a:noAutofit/>
          </a:bodyPr>
          <a:lstStyle>
            <a:lvl1pPr>
              <a:defRPr lang="en-US" sz="3800" kern="1200" dirty="0">
                <a:solidFill>
                  <a:schemeClr val="accent1"/>
                </a:solidFill>
                <a:latin typeface="Santander Headline" panose="020B0504020201020104" pitchFamily="34" charset="0"/>
                <a:ea typeface="+mj-ea"/>
                <a:cs typeface="+mj-cs"/>
              </a:defRPr>
            </a:lvl1pPr>
          </a:lstStyle>
          <a:p>
            <a:r>
              <a:rPr lang="en-US" err="1"/>
              <a:t>Haga</a:t>
            </a:r>
            <a:r>
              <a:rPr lang="en-US"/>
              <a:t> </a:t>
            </a:r>
            <a:r>
              <a:rPr lang="en-US" err="1"/>
              <a:t>clic</a:t>
            </a:r>
            <a:r>
              <a:rPr lang="en-US"/>
              <a:t> para </a:t>
            </a:r>
            <a:r>
              <a:rPr lang="en-US" err="1"/>
              <a:t>modificar</a:t>
            </a:r>
            <a:r>
              <a:rPr lang="en-US"/>
              <a:t> el </a:t>
            </a:r>
            <a:r>
              <a:rPr lang="en-US" err="1"/>
              <a:t>estilo</a:t>
            </a:r>
            <a:r>
              <a:rPr lang="en-US"/>
              <a:t> de </a:t>
            </a:r>
            <a:r>
              <a:rPr lang="en-US" err="1"/>
              <a:t>título</a:t>
            </a:r>
            <a:r>
              <a:rPr lang="en-US"/>
              <a:t> del </a:t>
            </a:r>
            <a:r>
              <a:rPr lang="en-US" err="1"/>
              <a:t>patrón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lang="es-ES" sz="1300" kern="1200" smtClean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</a:lstStyle>
          <a:p>
            <a:fld id="{BC0D97B6-E32F-4D7D-B839-7C3B51F2640F}" type="slidenum">
              <a:rPr>
                <a:solidFill>
                  <a:srgbClr val="EC0000"/>
                </a:solidFill>
              </a:rPr>
              <a:pPr/>
              <a:t>‹#›</a:t>
            </a:fld>
            <a:endParaRPr>
              <a:solidFill>
                <a:srgbClr val="EC0000"/>
              </a:solidFill>
            </a:endParaRP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1024" y="2944750"/>
            <a:ext cx="5308776" cy="308340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n-US" sz="1600" kern="1200" dirty="0">
                <a:solidFill>
                  <a:schemeClr val="tx2"/>
                </a:solidFill>
                <a:latin typeface="Santander Text Light" panose="020B03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err="1"/>
              <a:t>Editar</a:t>
            </a:r>
            <a:r>
              <a:rPr lang="en-US"/>
              <a:t> los </a:t>
            </a:r>
            <a:r>
              <a:rPr lang="en-US" err="1"/>
              <a:t>estilos</a:t>
            </a:r>
            <a:r>
              <a:rPr lang="en-US"/>
              <a:t> de </a:t>
            </a:r>
            <a:r>
              <a:rPr lang="en-US" err="1"/>
              <a:t>texto</a:t>
            </a:r>
            <a:r>
              <a:rPr lang="en-US"/>
              <a:t> del </a:t>
            </a:r>
            <a:r>
              <a:rPr lang="en-US" err="1"/>
              <a:t>patrón</a:t>
            </a:r>
            <a:endParaRPr lang="en-US"/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99971" y="1087458"/>
            <a:ext cx="5081004" cy="494069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n-US" sz="1600" kern="1200" dirty="0">
                <a:solidFill>
                  <a:schemeClr val="tx2"/>
                </a:solidFill>
                <a:latin typeface="Santander Text Light" panose="020B03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err="1"/>
              <a:t>Editar</a:t>
            </a:r>
            <a:r>
              <a:rPr lang="en-US"/>
              <a:t> los </a:t>
            </a:r>
            <a:r>
              <a:rPr lang="en-US" err="1"/>
              <a:t>estilos</a:t>
            </a:r>
            <a:r>
              <a:rPr lang="en-US"/>
              <a:t> de </a:t>
            </a:r>
            <a:r>
              <a:rPr lang="en-US" err="1"/>
              <a:t>texto</a:t>
            </a:r>
            <a:r>
              <a:rPr lang="en-US"/>
              <a:t> del </a:t>
            </a:r>
            <a:r>
              <a:rPr lang="en-US" err="1"/>
              <a:t>patrón</a:t>
            </a:r>
            <a:endParaRPr lang="en-US"/>
          </a:p>
        </p:txBody>
      </p:sp>
      <p:sp>
        <p:nvSpPr>
          <p:cNvPr id="14" name="Marcador de texto 14">
            <a:extLst>
              <a:ext uri="{FF2B5EF4-FFF2-40B4-BE49-F238E27FC236}">
                <a16:creationId xmlns:a16="http://schemas.microsoft.com/office/drawing/2014/main" id="{20D6169B-7727-478C-9F79-E3312A448FE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lang="es-ES" sz="1600" kern="1200" dirty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8C223F00-ADFD-45B5-AB42-E3946CD7E5BA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32642" y="6262326"/>
            <a:ext cx="1171705" cy="206714"/>
          </a:xfrm>
          <a:custGeom>
            <a:avLst/>
            <a:gdLst>
              <a:gd name="T0" fmla="*/ 319 w 3262"/>
              <a:gd name="T1" fmla="*/ 39 h 572"/>
              <a:gd name="T2" fmla="*/ 300 w 3262"/>
              <a:gd name="T3" fmla="*/ 137 h 572"/>
              <a:gd name="T4" fmla="*/ 371 w 3262"/>
              <a:gd name="T5" fmla="*/ 405 h 572"/>
              <a:gd name="T6" fmla="*/ 244 w 3262"/>
              <a:gd name="T7" fmla="*/ 170 h 572"/>
              <a:gd name="T8" fmla="*/ 225 w 3262"/>
              <a:gd name="T9" fmla="*/ 267 h 572"/>
              <a:gd name="T10" fmla="*/ 300 w 3262"/>
              <a:gd name="T11" fmla="*/ 528 h 572"/>
              <a:gd name="T12" fmla="*/ 187 w 3262"/>
              <a:gd name="T13" fmla="*/ 333 h 572"/>
              <a:gd name="T14" fmla="*/ 300 w 3262"/>
              <a:gd name="T15" fmla="*/ 572 h 572"/>
              <a:gd name="T16" fmla="*/ 714 w 3262"/>
              <a:gd name="T17" fmla="*/ 540 h 572"/>
              <a:gd name="T18" fmla="*/ 910 w 3262"/>
              <a:gd name="T19" fmla="*/ 455 h 572"/>
              <a:gd name="T20" fmla="*/ 717 w 3262"/>
              <a:gd name="T21" fmla="*/ 258 h 572"/>
              <a:gd name="T22" fmla="*/ 945 w 3262"/>
              <a:gd name="T23" fmla="*/ 226 h 572"/>
              <a:gd name="T24" fmla="*/ 842 w 3262"/>
              <a:gd name="T25" fmla="*/ 322 h 572"/>
              <a:gd name="T26" fmla="*/ 829 w 3262"/>
              <a:gd name="T27" fmla="*/ 561 h 572"/>
              <a:gd name="T28" fmla="*/ 1277 w 3262"/>
              <a:gd name="T29" fmla="*/ 552 h 572"/>
              <a:gd name="T30" fmla="*/ 1138 w 3262"/>
              <a:gd name="T31" fmla="*/ 559 h 572"/>
              <a:gd name="T32" fmla="*/ 1277 w 3262"/>
              <a:gd name="T33" fmla="*/ 270 h 572"/>
              <a:gd name="T34" fmla="*/ 1171 w 3262"/>
              <a:gd name="T35" fmla="*/ 307 h 572"/>
              <a:gd name="T36" fmla="*/ 1215 w 3262"/>
              <a:gd name="T37" fmla="*/ 488 h 572"/>
              <a:gd name="T38" fmla="*/ 1533 w 3262"/>
              <a:gd name="T39" fmla="*/ 552 h 572"/>
              <a:gd name="T40" fmla="*/ 1407 w 3262"/>
              <a:gd name="T41" fmla="*/ 312 h 572"/>
              <a:gd name="T42" fmla="*/ 1345 w 3262"/>
              <a:gd name="T43" fmla="*/ 270 h 572"/>
              <a:gd name="T44" fmla="*/ 1767 w 3262"/>
              <a:gd name="T45" fmla="*/ 506 h 572"/>
              <a:gd name="T46" fmla="*/ 1756 w 3262"/>
              <a:gd name="T47" fmla="*/ 559 h 572"/>
              <a:gd name="T48" fmla="*/ 1719 w 3262"/>
              <a:gd name="T49" fmla="*/ 157 h 572"/>
              <a:gd name="T50" fmla="*/ 1812 w 3262"/>
              <a:gd name="T51" fmla="*/ 317 h 572"/>
              <a:gd name="T52" fmla="*/ 1767 w 3262"/>
              <a:gd name="T53" fmla="*/ 506 h 572"/>
              <a:gd name="T54" fmla="*/ 2043 w 3262"/>
              <a:gd name="T55" fmla="*/ 552 h 572"/>
              <a:gd name="T56" fmla="*/ 1836 w 3262"/>
              <a:gd name="T57" fmla="*/ 410 h 572"/>
              <a:gd name="T58" fmla="*/ 2038 w 3262"/>
              <a:gd name="T59" fmla="*/ 488 h 572"/>
              <a:gd name="T60" fmla="*/ 1899 w 3262"/>
              <a:gd name="T61" fmla="*/ 410 h 572"/>
              <a:gd name="T62" fmla="*/ 2418 w 3262"/>
              <a:gd name="T63" fmla="*/ 363 h 572"/>
              <a:gd name="T64" fmla="*/ 2356 w 3262"/>
              <a:gd name="T65" fmla="*/ 373 h 572"/>
              <a:gd name="T66" fmla="*/ 2230 w 3262"/>
              <a:gd name="T67" fmla="*/ 552 h 572"/>
              <a:gd name="T68" fmla="*/ 2281 w 3262"/>
              <a:gd name="T69" fmla="*/ 254 h 572"/>
              <a:gd name="T70" fmla="*/ 2733 w 3262"/>
              <a:gd name="T71" fmla="*/ 552 h 572"/>
              <a:gd name="T72" fmla="*/ 2591 w 3262"/>
              <a:gd name="T73" fmla="*/ 559 h 572"/>
              <a:gd name="T74" fmla="*/ 2671 w 3262"/>
              <a:gd name="T75" fmla="*/ 259 h 572"/>
              <a:gd name="T76" fmla="*/ 2671 w 3262"/>
              <a:gd name="T77" fmla="*/ 487 h 572"/>
              <a:gd name="T78" fmla="*/ 2531 w 3262"/>
              <a:gd name="T79" fmla="*/ 410 h 572"/>
              <a:gd name="T80" fmla="*/ 3045 w 3262"/>
              <a:gd name="T81" fmla="*/ 432 h 572"/>
              <a:gd name="T82" fmla="*/ 3038 w 3262"/>
              <a:gd name="T83" fmla="*/ 485 h 572"/>
              <a:gd name="T84" fmla="*/ 2783 w 3262"/>
              <a:gd name="T85" fmla="*/ 405 h 572"/>
              <a:gd name="T86" fmla="*/ 3045 w 3262"/>
              <a:gd name="T87" fmla="*/ 432 h 572"/>
              <a:gd name="T88" fmla="*/ 2918 w 3262"/>
              <a:gd name="T89" fmla="*/ 306 h 572"/>
              <a:gd name="T90" fmla="*/ 3256 w 3262"/>
              <a:gd name="T91" fmla="*/ 310 h 572"/>
              <a:gd name="T92" fmla="*/ 3164 w 3262"/>
              <a:gd name="T93" fmla="*/ 552 h 572"/>
              <a:gd name="T94" fmla="*/ 3208 w 3262"/>
              <a:gd name="T95" fmla="*/ 254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262" h="572">
                <a:moveTo>
                  <a:pt x="430" y="262"/>
                </a:moveTo>
                <a:cubicBezTo>
                  <a:pt x="429" y="241"/>
                  <a:pt x="424" y="221"/>
                  <a:pt x="413" y="202"/>
                </a:cubicBezTo>
                <a:cubicBezTo>
                  <a:pt x="319" y="39"/>
                  <a:pt x="319" y="39"/>
                  <a:pt x="319" y="39"/>
                </a:cubicBezTo>
                <a:cubicBezTo>
                  <a:pt x="312" y="27"/>
                  <a:pt x="307" y="14"/>
                  <a:pt x="304" y="0"/>
                </a:cubicBezTo>
                <a:cubicBezTo>
                  <a:pt x="300" y="7"/>
                  <a:pt x="300" y="7"/>
                  <a:pt x="300" y="7"/>
                </a:cubicBezTo>
                <a:cubicBezTo>
                  <a:pt x="277" y="47"/>
                  <a:pt x="277" y="97"/>
                  <a:pt x="300" y="137"/>
                </a:cubicBezTo>
                <a:cubicBezTo>
                  <a:pt x="375" y="267"/>
                  <a:pt x="375" y="267"/>
                  <a:pt x="375" y="267"/>
                </a:cubicBezTo>
                <a:cubicBezTo>
                  <a:pt x="399" y="308"/>
                  <a:pt x="399" y="357"/>
                  <a:pt x="375" y="398"/>
                </a:cubicBezTo>
                <a:cubicBezTo>
                  <a:pt x="371" y="405"/>
                  <a:pt x="371" y="405"/>
                  <a:pt x="371" y="405"/>
                </a:cubicBezTo>
                <a:cubicBezTo>
                  <a:pt x="369" y="391"/>
                  <a:pt x="364" y="378"/>
                  <a:pt x="356" y="365"/>
                </a:cubicBezTo>
                <a:cubicBezTo>
                  <a:pt x="288" y="246"/>
                  <a:pt x="288" y="246"/>
                  <a:pt x="288" y="246"/>
                </a:cubicBezTo>
                <a:cubicBezTo>
                  <a:pt x="244" y="170"/>
                  <a:pt x="244" y="170"/>
                  <a:pt x="244" y="170"/>
                </a:cubicBezTo>
                <a:cubicBezTo>
                  <a:pt x="236" y="157"/>
                  <a:pt x="232" y="144"/>
                  <a:pt x="229" y="130"/>
                </a:cubicBezTo>
                <a:cubicBezTo>
                  <a:pt x="225" y="137"/>
                  <a:pt x="225" y="137"/>
                  <a:pt x="225" y="137"/>
                </a:cubicBezTo>
                <a:cubicBezTo>
                  <a:pt x="202" y="177"/>
                  <a:pt x="202" y="227"/>
                  <a:pt x="225" y="267"/>
                </a:cubicBezTo>
                <a:cubicBezTo>
                  <a:pt x="225" y="267"/>
                  <a:pt x="225" y="267"/>
                  <a:pt x="225" y="267"/>
                </a:cubicBezTo>
                <a:cubicBezTo>
                  <a:pt x="300" y="398"/>
                  <a:pt x="300" y="398"/>
                  <a:pt x="300" y="398"/>
                </a:cubicBezTo>
                <a:cubicBezTo>
                  <a:pt x="323" y="438"/>
                  <a:pt x="323" y="488"/>
                  <a:pt x="300" y="528"/>
                </a:cubicBezTo>
                <a:cubicBezTo>
                  <a:pt x="296" y="535"/>
                  <a:pt x="296" y="535"/>
                  <a:pt x="296" y="535"/>
                </a:cubicBezTo>
                <a:cubicBezTo>
                  <a:pt x="293" y="521"/>
                  <a:pt x="288" y="508"/>
                  <a:pt x="281" y="495"/>
                </a:cubicBezTo>
                <a:cubicBezTo>
                  <a:pt x="187" y="333"/>
                  <a:pt x="187" y="333"/>
                  <a:pt x="187" y="333"/>
                </a:cubicBezTo>
                <a:cubicBezTo>
                  <a:pt x="175" y="311"/>
                  <a:pt x="169" y="286"/>
                  <a:pt x="170" y="262"/>
                </a:cubicBezTo>
                <a:cubicBezTo>
                  <a:pt x="69" y="288"/>
                  <a:pt x="0" y="344"/>
                  <a:pt x="0" y="409"/>
                </a:cubicBezTo>
                <a:cubicBezTo>
                  <a:pt x="0" y="499"/>
                  <a:pt x="134" y="572"/>
                  <a:pt x="300" y="572"/>
                </a:cubicBezTo>
                <a:cubicBezTo>
                  <a:pt x="466" y="572"/>
                  <a:pt x="600" y="499"/>
                  <a:pt x="600" y="409"/>
                </a:cubicBezTo>
                <a:cubicBezTo>
                  <a:pt x="600" y="344"/>
                  <a:pt x="531" y="288"/>
                  <a:pt x="430" y="262"/>
                </a:cubicBezTo>
                <a:close/>
                <a:moveTo>
                  <a:pt x="714" y="540"/>
                </a:moveTo>
                <a:cubicBezTo>
                  <a:pt x="715" y="517"/>
                  <a:pt x="718" y="501"/>
                  <a:pt x="725" y="483"/>
                </a:cubicBezTo>
                <a:cubicBezTo>
                  <a:pt x="756" y="498"/>
                  <a:pt x="797" y="505"/>
                  <a:pt x="828" y="505"/>
                </a:cubicBezTo>
                <a:cubicBezTo>
                  <a:pt x="880" y="505"/>
                  <a:pt x="910" y="488"/>
                  <a:pt x="910" y="455"/>
                </a:cubicBezTo>
                <a:cubicBezTo>
                  <a:pt x="910" y="422"/>
                  <a:pt x="888" y="407"/>
                  <a:pt x="835" y="384"/>
                </a:cubicBezTo>
                <a:cubicBezTo>
                  <a:pt x="806" y="371"/>
                  <a:pt x="806" y="371"/>
                  <a:pt x="806" y="371"/>
                </a:cubicBezTo>
                <a:cubicBezTo>
                  <a:pt x="753" y="348"/>
                  <a:pt x="717" y="318"/>
                  <a:pt x="717" y="258"/>
                </a:cubicBezTo>
                <a:cubicBezTo>
                  <a:pt x="717" y="194"/>
                  <a:pt x="762" y="153"/>
                  <a:pt x="853" y="153"/>
                </a:cubicBezTo>
                <a:cubicBezTo>
                  <a:pt x="890" y="153"/>
                  <a:pt x="924" y="158"/>
                  <a:pt x="956" y="169"/>
                </a:cubicBezTo>
                <a:cubicBezTo>
                  <a:pt x="955" y="192"/>
                  <a:pt x="951" y="209"/>
                  <a:pt x="945" y="226"/>
                </a:cubicBezTo>
                <a:cubicBezTo>
                  <a:pt x="915" y="214"/>
                  <a:pt x="879" y="209"/>
                  <a:pt x="853" y="209"/>
                </a:cubicBezTo>
                <a:cubicBezTo>
                  <a:pt x="804" y="209"/>
                  <a:pt x="781" y="228"/>
                  <a:pt x="781" y="258"/>
                </a:cubicBezTo>
                <a:cubicBezTo>
                  <a:pt x="781" y="288"/>
                  <a:pt x="803" y="305"/>
                  <a:pt x="842" y="322"/>
                </a:cubicBezTo>
                <a:cubicBezTo>
                  <a:pt x="873" y="335"/>
                  <a:pt x="873" y="335"/>
                  <a:pt x="873" y="335"/>
                </a:cubicBezTo>
                <a:cubicBezTo>
                  <a:pt x="945" y="365"/>
                  <a:pt x="974" y="397"/>
                  <a:pt x="974" y="452"/>
                </a:cubicBezTo>
                <a:cubicBezTo>
                  <a:pt x="974" y="517"/>
                  <a:pt x="925" y="561"/>
                  <a:pt x="829" y="561"/>
                </a:cubicBezTo>
                <a:cubicBezTo>
                  <a:pt x="783" y="561"/>
                  <a:pt x="745" y="555"/>
                  <a:pt x="714" y="540"/>
                </a:cubicBezTo>
                <a:close/>
                <a:moveTo>
                  <a:pt x="1277" y="270"/>
                </a:moveTo>
                <a:cubicBezTo>
                  <a:pt x="1277" y="552"/>
                  <a:pt x="1277" y="552"/>
                  <a:pt x="1277" y="552"/>
                </a:cubicBezTo>
                <a:cubicBezTo>
                  <a:pt x="1220" y="552"/>
                  <a:pt x="1220" y="552"/>
                  <a:pt x="1220" y="552"/>
                </a:cubicBezTo>
                <a:cubicBezTo>
                  <a:pt x="1217" y="518"/>
                  <a:pt x="1217" y="518"/>
                  <a:pt x="1217" y="518"/>
                </a:cubicBezTo>
                <a:cubicBezTo>
                  <a:pt x="1201" y="543"/>
                  <a:pt x="1177" y="559"/>
                  <a:pt x="1138" y="559"/>
                </a:cubicBezTo>
                <a:cubicBezTo>
                  <a:pt x="1063" y="559"/>
                  <a:pt x="1013" y="505"/>
                  <a:pt x="1013" y="410"/>
                </a:cubicBezTo>
                <a:cubicBezTo>
                  <a:pt x="1013" y="311"/>
                  <a:pt x="1066" y="254"/>
                  <a:pt x="1171" y="254"/>
                </a:cubicBezTo>
                <a:cubicBezTo>
                  <a:pt x="1211" y="254"/>
                  <a:pt x="1245" y="259"/>
                  <a:pt x="1277" y="270"/>
                </a:cubicBezTo>
                <a:close/>
                <a:moveTo>
                  <a:pt x="1215" y="488"/>
                </a:moveTo>
                <a:cubicBezTo>
                  <a:pt x="1215" y="311"/>
                  <a:pt x="1215" y="311"/>
                  <a:pt x="1215" y="311"/>
                </a:cubicBezTo>
                <a:cubicBezTo>
                  <a:pt x="1202" y="309"/>
                  <a:pt x="1188" y="307"/>
                  <a:pt x="1171" y="307"/>
                </a:cubicBezTo>
                <a:cubicBezTo>
                  <a:pt x="1107" y="307"/>
                  <a:pt x="1077" y="347"/>
                  <a:pt x="1077" y="410"/>
                </a:cubicBezTo>
                <a:cubicBezTo>
                  <a:pt x="1077" y="468"/>
                  <a:pt x="1100" y="508"/>
                  <a:pt x="1155" y="508"/>
                </a:cubicBezTo>
                <a:cubicBezTo>
                  <a:pt x="1179" y="508"/>
                  <a:pt x="1199" y="500"/>
                  <a:pt x="1215" y="488"/>
                </a:cubicBezTo>
                <a:close/>
                <a:moveTo>
                  <a:pt x="1595" y="363"/>
                </a:moveTo>
                <a:cubicBezTo>
                  <a:pt x="1595" y="552"/>
                  <a:pt x="1595" y="552"/>
                  <a:pt x="1595" y="552"/>
                </a:cubicBezTo>
                <a:cubicBezTo>
                  <a:pt x="1533" y="552"/>
                  <a:pt x="1533" y="552"/>
                  <a:pt x="1533" y="552"/>
                </a:cubicBezTo>
                <a:cubicBezTo>
                  <a:pt x="1533" y="373"/>
                  <a:pt x="1533" y="373"/>
                  <a:pt x="1533" y="373"/>
                </a:cubicBezTo>
                <a:cubicBezTo>
                  <a:pt x="1533" y="329"/>
                  <a:pt x="1518" y="307"/>
                  <a:pt x="1456" y="307"/>
                </a:cubicBezTo>
                <a:cubicBezTo>
                  <a:pt x="1442" y="307"/>
                  <a:pt x="1424" y="309"/>
                  <a:pt x="1407" y="312"/>
                </a:cubicBezTo>
                <a:cubicBezTo>
                  <a:pt x="1407" y="552"/>
                  <a:pt x="1407" y="552"/>
                  <a:pt x="1407" y="552"/>
                </a:cubicBezTo>
                <a:cubicBezTo>
                  <a:pt x="1345" y="552"/>
                  <a:pt x="1345" y="552"/>
                  <a:pt x="1345" y="552"/>
                </a:cubicBezTo>
                <a:cubicBezTo>
                  <a:pt x="1345" y="270"/>
                  <a:pt x="1345" y="270"/>
                  <a:pt x="1345" y="270"/>
                </a:cubicBezTo>
                <a:cubicBezTo>
                  <a:pt x="1385" y="261"/>
                  <a:pt x="1428" y="254"/>
                  <a:pt x="1458" y="254"/>
                </a:cubicBezTo>
                <a:cubicBezTo>
                  <a:pt x="1562" y="254"/>
                  <a:pt x="1595" y="294"/>
                  <a:pt x="1595" y="363"/>
                </a:cubicBezTo>
                <a:close/>
                <a:moveTo>
                  <a:pt x="1767" y="506"/>
                </a:moveTo>
                <a:cubicBezTo>
                  <a:pt x="1785" y="506"/>
                  <a:pt x="1802" y="503"/>
                  <a:pt x="1816" y="498"/>
                </a:cubicBezTo>
                <a:cubicBezTo>
                  <a:pt x="1814" y="515"/>
                  <a:pt x="1812" y="534"/>
                  <a:pt x="1808" y="550"/>
                </a:cubicBezTo>
                <a:cubicBezTo>
                  <a:pt x="1791" y="557"/>
                  <a:pt x="1773" y="559"/>
                  <a:pt x="1756" y="559"/>
                </a:cubicBezTo>
                <a:cubicBezTo>
                  <a:pt x="1696" y="559"/>
                  <a:pt x="1657" y="531"/>
                  <a:pt x="1657" y="463"/>
                </a:cubicBezTo>
                <a:cubicBezTo>
                  <a:pt x="1657" y="166"/>
                  <a:pt x="1657" y="166"/>
                  <a:pt x="1657" y="166"/>
                </a:cubicBezTo>
                <a:cubicBezTo>
                  <a:pt x="1676" y="160"/>
                  <a:pt x="1700" y="157"/>
                  <a:pt x="1719" y="157"/>
                </a:cubicBezTo>
                <a:cubicBezTo>
                  <a:pt x="1719" y="264"/>
                  <a:pt x="1719" y="264"/>
                  <a:pt x="1719" y="264"/>
                </a:cubicBezTo>
                <a:cubicBezTo>
                  <a:pt x="1817" y="264"/>
                  <a:pt x="1817" y="264"/>
                  <a:pt x="1817" y="264"/>
                </a:cubicBezTo>
                <a:cubicBezTo>
                  <a:pt x="1816" y="283"/>
                  <a:pt x="1815" y="301"/>
                  <a:pt x="1812" y="317"/>
                </a:cubicBezTo>
                <a:cubicBezTo>
                  <a:pt x="1719" y="317"/>
                  <a:pt x="1719" y="317"/>
                  <a:pt x="1719" y="317"/>
                </a:cubicBezTo>
                <a:cubicBezTo>
                  <a:pt x="1719" y="455"/>
                  <a:pt x="1719" y="455"/>
                  <a:pt x="1719" y="455"/>
                </a:cubicBezTo>
                <a:cubicBezTo>
                  <a:pt x="1719" y="492"/>
                  <a:pt x="1737" y="506"/>
                  <a:pt x="1767" y="506"/>
                </a:cubicBezTo>
                <a:close/>
                <a:moveTo>
                  <a:pt x="2100" y="270"/>
                </a:moveTo>
                <a:cubicBezTo>
                  <a:pt x="2100" y="552"/>
                  <a:pt x="2100" y="552"/>
                  <a:pt x="2100" y="552"/>
                </a:cubicBezTo>
                <a:cubicBezTo>
                  <a:pt x="2043" y="552"/>
                  <a:pt x="2043" y="552"/>
                  <a:pt x="2043" y="552"/>
                </a:cubicBezTo>
                <a:cubicBezTo>
                  <a:pt x="2040" y="518"/>
                  <a:pt x="2040" y="518"/>
                  <a:pt x="2040" y="518"/>
                </a:cubicBezTo>
                <a:cubicBezTo>
                  <a:pt x="2024" y="543"/>
                  <a:pt x="2000" y="559"/>
                  <a:pt x="1960" y="559"/>
                </a:cubicBezTo>
                <a:cubicBezTo>
                  <a:pt x="1886" y="559"/>
                  <a:pt x="1836" y="505"/>
                  <a:pt x="1836" y="410"/>
                </a:cubicBezTo>
                <a:cubicBezTo>
                  <a:pt x="1836" y="311"/>
                  <a:pt x="1889" y="254"/>
                  <a:pt x="1993" y="254"/>
                </a:cubicBezTo>
                <a:cubicBezTo>
                  <a:pt x="2034" y="254"/>
                  <a:pt x="2067" y="259"/>
                  <a:pt x="2100" y="270"/>
                </a:cubicBezTo>
                <a:close/>
                <a:moveTo>
                  <a:pt x="2038" y="488"/>
                </a:moveTo>
                <a:cubicBezTo>
                  <a:pt x="2038" y="311"/>
                  <a:pt x="2038" y="311"/>
                  <a:pt x="2038" y="311"/>
                </a:cubicBezTo>
                <a:cubicBezTo>
                  <a:pt x="2025" y="309"/>
                  <a:pt x="2011" y="307"/>
                  <a:pt x="1993" y="307"/>
                </a:cubicBezTo>
                <a:cubicBezTo>
                  <a:pt x="1929" y="307"/>
                  <a:pt x="1899" y="347"/>
                  <a:pt x="1899" y="410"/>
                </a:cubicBezTo>
                <a:cubicBezTo>
                  <a:pt x="1899" y="468"/>
                  <a:pt x="1922" y="508"/>
                  <a:pt x="1978" y="508"/>
                </a:cubicBezTo>
                <a:cubicBezTo>
                  <a:pt x="2002" y="508"/>
                  <a:pt x="2022" y="500"/>
                  <a:pt x="2038" y="488"/>
                </a:cubicBezTo>
                <a:close/>
                <a:moveTo>
                  <a:pt x="2418" y="363"/>
                </a:moveTo>
                <a:cubicBezTo>
                  <a:pt x="2418" y="552"/>
                  <a:pt x="2418" y="552"/>
                  <a:pt x="2418" y="552"/>
                </a:cubicBezTo>
                <a:cubicBezTo>
                  <a:pt x="2356" y="552"/>
                  <a:pt x="2356" y="552"/>
                  <a:pt x="2356" y="552"/>
                </a:cubicBezTo>
                <a:cubicBezTo>
                  <a:pt x="2356" y="373"/>
                  <a:pt x="2356" y="373"/>
                  <a:pt x="2356" y="373"/>
                </a:cubicBezTo>
                <a:cubicBezTo>
                  <a:pt x="2356" y="329"/>
                  <a:pt x="2341" y="307"/>
                  <a:pt x="2279" y="307"/>
                </a:cubicBezTo>
                <a:cubicBezTo>
                  <a:pt x="2264" y="307"/>
                  <a:pt x="2247" y="309"/>
                  <a:pt x="2230" y="312"/>
                </a:cubicBezTo>
                <a:cubicBezTo>
                  <a:pt x="2230" y="552"/>
                  <a:pt x="2230" y="552"/>
                  <a:pt x="2230" y="552"/>
                </a:cubicBezTo>
                <a:cubicBezTo>
                  <a:pt x="2168" y="552"/>
                  <a:pt x="2168" y="552"/>
                  <a:pt x="2168" y="552"/>
                </a:cubicBezTo>
                <a:cubicBezTo>
                  <a:pt x="2168" y="270"/>
                  <a:pt x="2168" y="270"/>
                  <a:pt x="2168" y="270"/>
                </a:cubicBezTo>
                <a:cubicBezTo>
                  <a:pt x="2207" y="261"/>
                  <a:pt x="2251" y="254"/>
                  <a:pt x="2281" y="254"/>
                </a:cubicBezTo>
                <a:cubicBezTo>
                  <a:pt x="2384" y="254"/>
                  <a:pt x="2418" y="294"/>
                  <a:pt x="2418" y="363"/>
                </a:cubicBezTo>
                <a:close/>
                <a:moveTo>
                  <a:pt x="2733" y="157"/>
                </a:moveTo>
                <a:cubicBezTo>
                  <a:pt x="2733" y="552"/>
                  <a:pt x="2733" y="552"/>
                  <a:pt x="2733" y="552"/>
                </a:cubicBezTo>
                <a:cubicBezTo>
                  <a:pt x="2676" y="552"/>
                  <a:pt x="2676" y="552"/>
                  <a:pt x="2676" y="552"/>
                </a:cubicBezTo>
                <a:cubicBezTo>
                  <a:pt x="2672" y="516"/>
                  <a:pt x="2672" y="516"/>
                  <a:pt x="2672" y="516"/>
                </a:cubicBezTo>
                <a:cubicBezTo>
                  <a:pt x="2656" y="543"/>
                  <a:pt x="2632" y="559"/>
                  <a:pt x="2591" y="559"/>
                </a:cubicBezTo>
                <a:cubicBezTo>
                  <a:pt x="2517" y="559"/>
                  <a:pt x="2467" y="505"/>
                  <a:pt x="2467" y="410"/>
                </a:cubicBezTo>
                <a:cubicBezTo>
                  <a:pt x="2467" y="311"/>
                  <a:pt x="2520" y="254"/>
                  <a:pt x="2625" y="254"/>
                </a:cubicBezTo>
                <a:cubicBezTo>
                  <a:pt x="2641" y="254"/>
                  <a:pt x="2656" y="256"/>
                  <a:pt x="2671" y="259"/>
                </a:cubicBezTo>
                <a:cubicBezTo>
                  <a:pt x="2671" y="166"/>
                  <a:pt x="2671" y="166"/>
                  <a:pt x="2671" y="166"/>
                </a:cubicBezTo>
                <a:cubicBezTo>
                  <a:pt x="2690" y="159"/>
                  <a:pt x="2712" y="157"/>
                  <a:pt x="2733" y="157"/>
                </a:cubicBezTo>
                <a:close/>
                <a:moveTo>
                  <a:pt x="2671" y="487"/>
                </a:moveTo>
                <a:cubicBezTo>
                  <a:pt x="2671" y="313"/>
                  <a:pt x="2671" y="313"/>
                  <a:pt x="2671" y="313"/>
                </a:cubicBezTo>
                <a:cubicBezTo>
                  <a:pt x="2655" y="310"/>
                  <a:pt x="2638" y="307"/>
                  <a:pt x="2621" y="307"/>
                </a:cubicBezTo>
                <a:cubicBezTo>
                  <a:pt x="2560" y="307"/>
                  <a:pt x="2531" y="346"/>
                  <a:pt x="2531" y="410"/>
                </a:cubicBezTo>
                <a:cubicBezTo>
                  <a:pt x="2531" y="468"/>
                  <a:pt x="2554" y="508"/>
                  <a:pt x="2609" y="508"/>
                </a:cubicBezTo>
                <a:cubicBezTo>
                  <a:pt x="2634" y="508"/>
                  <a:pt x="2654" y="500"/>
                  <a:pt x="2671" y="487"/>
                </a:cubicBezTo>
                <a:close/>
                <a:moveTo>
                  <a:pt x="3045" y="432"/>
                </a:moveTo>
                <a:cubicBezTo>
                  <a:pt x="2847" y="432"/>
                  <a:pt x="2847" y="432"/>
                  <a:pt x="2847" y="432"/>
                </a:cubicBezTo>
                <a:cubicBezTo>
                  <a:pt x="2854" y="482"/>
                  <a:pt x="2884" y="506"/>
                  <a:pt x="2939" y="506"/>
                </a:cubicBezTo>
                <a:cubicBezTo>
                  <a:pt x="2973" y="506"/>
                  <a:pt x="3007" y="499"/>
                  <a:pt x="3038" y="485"/>
                </a:cubicBezTo>
                <a:cubicBezTo>
                  <a:pt x="3036" y="501"/>
                  <a:pt x="3033" y="522"/>
                  <a:pt x="3029" y="541"/>
                </a:cubicBezTo>
                <a:cubicBezTo>
                  <a:pt x="3001" y="554"/>
                  <a:pt x="2971" y="559"/>
                  <a:pt x="2937" y="559"/>
                </a:cubicBezTo>
                <a:cubicBezTo>
                  <a:pt x="2834" y="559"/>
                  <a:pt x="2783" y="502"/>
                  <a:pt x="2783" y="405"/>
                </a:cubicBezTo>
                <a:cubicBezTo>
                  <a:pt x="2783" y="321"/>
                  <a:pt x="2822" y="254"/>
                  <a:pt x="2921" y="254"/>
                </a:cubicBezTo>
                <a:cubicBezTo>
                  <a:pt x="3010" y="254"/>
                  <a:pt x="3048" y="313"/>
                  <a:pt x="3048" y="384"/>
                </a:cubicBezTo>
                <a:cubicBezTo>
                  <a:pt x="3048" y="401"/>
                  <a:pt x="3047" y="415"/>
                  <a:pt x="3045" y="432"/>
                </a:cubicBezTo>
                <a:close/>
                <a:moveTo>
                  <a:pt x="2845" y="380"/>
                </a:moveTo>
                <a:cubicBezTo>
                  <a:pt x="2985" y="380"/>
                  <a:pt x="2985" y="380"/>
                  <a:pt x="2985" y="380"/>
                </a:cubicBezTo>
                <a:cubicBezTo>
                  <a:pt x="2985" y="333"/>
                  <a:pt x="2960" y="306"/>
                  <a:pt x="2918" y="306"/>
                </a:cubicBezTo>
                <a:cubicBezTo>
                  <a:pt x="2874" y="306"/>
                  <a:pt x="2850" y="332"/>
                  <a:pt x="2845" y="380"/>
                </a:cubicBezTo>
                <a:close/>
                <a:moveTo>
                  <a:pt x="3262" y="257"/>
                </a:moveTo>
                <a:cubicBezTo>
                  <a:pt x="3262" y="275"/>
                  <a:pt x="3260" y="298"/>
                  <a:pt x="3256" y="310"/>
                </a:cubicBezTo>
                <a:cubicBezTo>
                  <a:pt x="3241" y="308"/>
                  <a:pt x="3227" y="307"/>
                  <a:pt x="3209" y="307"/>
                </a:cubicBezTo>
                <a:cubicBezTo>
                  <a:pt x="3194" y="307"/>
                  <a:pt x="3179" y="309"/>
                  <a:pt x="3164" y="311"/>
                </a:cubicBezTo>
                <a:cubicBezTo>
                  <a:pt x="3164" y="552"/>
                  <a:pt x="3164" y="552"/>
                  <a:pt x="3164" y="552"/>
                </a:cubicBezTo>
                <a:cubicBezTo>
                  <a:pt x="3102" y="552"/>
                  <a:pt x="3102" y="552"/>
                  <a:pt x="3102" y="552"/>
                </a:cubicBezTo>
                <a:cubicBezTo>
                  <a:pt x="3102" y="270"/>
                  <a:pt x="3102" y="270"/>
                  <a:pt x="3102" y="270"/>
                </a:cubicBezTo>
                <a:cubicBezTo>
                  <a:pt x="3128" y="261"/>
                  <a:pt x="3173" y="254"/>
                  <a:pt x="3208" y="254"/>
                </a:cubicBezTo>
                <a:cubicBezTo>
                  <a:pt x="3227" y="254"/>
                  <a:pt x="3248" y="255"/>
                  <a:pt x="3262" y="25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>
              <a:solidFill>
                <a:prstClr val="black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90152A3-D48F-C8C7-90BD-40D764D58E61}"/>
              </a:ext>
            </a:extLst>
          </p:cNvPr>
          <p:cNvCxnSpPr/>
          <p:nvPr userDrawn="1"/>
        </p:nvCxnSpPr>
        <p:spPr>
          <a:xfrm>
            <a:off x="2059615" y="6214062"/>
            <a:ext cx="0" cy="3600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17E91FA5-4193-0EC7-9F16-C98D9F3E45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97128" y="6250667"/>
            <a:ext cx="1117512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973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ulo y conteni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024" y="1087457"/>
            <a:ext cx="10758733" cy="1123937"/>
          </a:xfrm>
        </p:spPr>
        <p:txBody>
          <a:bodyPr anchor="t">
            <a:noAutofit/>
          </a:bodyPr>
          <a:lstStyle>
            <a:lvl1pPr>
              <a:defRPr lang="es-ES" sz="3800" kern="1200" dirty="0">
                <a:solidFill>
                  <a:schemeClr val="accent1"/>
                </a:solidFill>
                <a:latin typeface="Santander Headline" panose="020B0504020201020104" pitchFamily="34" charset="0"/>
                <a:ea typeface="+mj-ea"/>
                <a:cs typeface="+mj-cs"/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lang="es-ES" sz="1300" kern="1200" smtClean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</a:lstStyle>
          <a:p>
            <a:fld id="{BC0D97B6-E32F-4D7D-B839-7C3B51F2640F}" type="slidenum">
              <a:rPr>
                <a:solidFill>
                  <a:srgbClr val="EC0000"/>
                </a:solidFill>
              </a:rPr>
              <a:pPr/>
              <a:t>‹#›</a:t>
            </a:fld>
            <a:endParaRPr>
              <a:solidFill>
                <a:srgbClr val="EC0000"/>
              </a:solidFill>
            </a:endParaRP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lang="es-ES" sz="1600" kern="1200" dirty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4" y="2626797"/>
            <a:ext cx="10758733" cy="3393003"/>
          </a:xfrm>
        </p:spPr>
        <p:txBody>
          <a:bodyPr numCol="2" spcCol="72000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600" kern="1200" dirty="0">
                <a:solidFill>
                  <a:schemeClr val="tx2"/>
                </a:solidFill>
                <a:latin typeface="Santander Text Light" panose="020B03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10CD5C40-9C2B-4740-BB85-4793D380FBF5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32642" y="6262326"/>
            <a:ext cx="1171705" cy="206714"/>
          </a:xfrm>
          <a:custGeom>
            <a:avLst/>
            <a:gdLst>
              <a:gd name="T0" fmla="*/ 319 w 3262"/>
              <a:gd name="T1" fmla="*/ 39 h 572"/>
              <a:gd name="T2" fmla="*/ 300 w 3262"/>
              <a:gd name="T3" fmla="*/ 137 h 572"/>
              <a:gd name="T4" fmla="*/ 371 w 3262"/>
              <a:gd name="T5" fmla="*/ 405 h 572"/>
              <a:gd name="T6" fmla="*/ 244 w 3262"/>
              <a:gd name="T7" fmla="*/ 170 h 572"/>
              <a:gd name="T8" fmla="*/ 225 w 3262"/>
              <a:gd name="T9" fmla="*/ 267 h 572"/>
              <a:gd name="T10" fmla="*/ 300 w 3262"/>
              <a:gd name="T11" fmla="*/ 528 h 572"/>
              <a:gd name="T12" fmla="*/ 187 w 3262"/>
              <a:gd name="T13" fmla="*/ 333 h 572"/>
              <a:gd name="T14" fmla="*/ 300 w 3262"/>
              <a:gd name="T15" fmla="*/ 572 h 572"/>
              <a:gd name="T16" fmla="*/ 714 w 3262"/>
              <a:gd name="T17" fmla="*/ 540 h 572"/>
              <a:gd name="T18" fmla="*/ 910 w 3262"/>
              <a:gd name="T19" fmla="*/ 455 h 572"/>
              <a:gd name="T20" fmla="*/ 717 w 3262"/>
              <a:gd name="T21" fmla="*/ 258 h 572"/>
              <a:gd name="T22" fmla="*/ 945 w 3262"/>
              <a:gd name="T23" fmla="*/ 226 h 572"/>
              <a:gd name="T24" fmla="*/ 842 w 3262"/>
              <a:gd name="T25" fmla="*/ 322 h 572"/>
              <a:gd name="T26" fmla="*/ 829 w 3262"/>
              <a:gd name="T27" fmla="*/ 561 h 572"/>
              <a:gd name="T28" fmla="*/ 1277 w 3262"/>
              <a:gd name="T29" fmla="*/ 552 h 572"/>
              <a:gd name="T30" fmla="*/ 1138 w 3262"/>
              <a:gd name="T31" fmla="*/ 559 h 572"/>
              <a:gd name="T32" fmla="*/ 1277 w 3262"/>
              <a:gd name="T33" fmla="*/ 270 h 572"/>
              <a:gd name="T34" fmla="*/ 1171 w 3262"/>
              <a:gd name="T35" fmla="*/ 307 h 572"/>
              <a:gd name="T36" fmla="*/ 1215 w 3262"/>
              <a:gd name="T37" fmla="*/ 488 h 572"/>
              <a:gd name="T38" fmla="*/ 1533 w 3262"/>
              <a:gd name="T39" fmla="*/ 552 h 572"/>
              <a:gd name="T40" fmla="*/ 1407 w 3262"/>
              <a:gd name="T41" fmla="*/ 312 h 572"/>
              <a:gd name="T42" fmla="*/ 1345 w 3262"/>
              <a:gd name="T43" fmla="*/ 270 h 572"/>
              <a:gd name="T44" fmla="*/ 1767 w 3262"/>
              <a:gd name="T45" fmla="*/ 506 h 572"/>
              <a:gd name="T46" fmla="*/ 1756 w 3262"/>
              <a:gd name="T47" fmla="*/ 559 h 572"/>
              <a:gd name="T48" fmla="*/ 1719 w 3262"/>
              <a:gd name="T49" fmla="*/ 157 h 572"/>
              <a:gd name="T50" fmla="*/ 1812 w 3262"/>
              <a:gd name="T51" fmla="*/ 317 h 572"/>
              <a:gd name="T52" fmla="*/ 1767 w 3262"/>
              <a:gd name="T53" fmla="*/ 506 h 572"/>
              <a:gd name="T54" fmla="*/ 2043 w 3262"/>
              <a:gd name="T55" fmla="*/ 552 h 572"/>
              <a:gd name="T56" fmla="*/ 1836 w 3262"/>
              <a:gd name="T57" fmla="*/ 410 h 572"/>
              <a:gd name="T58" fmla="*/ 2038 w 3262"/>
              <a:gd name="T59" fmla="*/ 488 h 572"/>
              <a:gd name="T60" fmla="*/ 1899 w 3262"/>
              <a:gd name="T61" fmla="*/ 410 h 572"/>
              <a:gd name="T62" fmla="*/ 2418 w 3262"/>
              <a:gd name="T63" fmla="*/ 363 h 572"/>
              <a:gd name="T64" fmla="*/ 2356 w 3262"/>
              <a:gd name="T65" fmla="*/ 373 h 572"/>
              <a:gd name="T66" fmla="*/ 2230 w 3262"/>
              <a:gd name="T67" fmla="*/ 552 h 572"/>
              <a:gd name="T68" fmla="*/ 2281 w 3262"/>
              <a:gd name="T69" fmla="*/ 254 h 572"/>
              <a:gd name="T70" fmla="*/ 2733 w 3262"/>
              <a:gd name="T71" fmla="*/ 552 h 572"/>
              <a:gd name="T72" fmla="*/ 2591 w 3262"/>
              <a:gd name="T73" fmla="*/ 559 h 572"/>
              <a:gd name="T74" fmla="*/ 2671 w 3262"/>
              <a:gd name="T75" fmla="*/ 259 h 572"/>
              <a:gd name="T76" fmla="*/ 2671 w 3262"/>
              <a:gd name="T77" fmla="*/ 487 h 572"/>
              <a:gd name="T78" fmla="*/ 2531 w 3262"/>
              <a:gd name="T79" fmla="*/ 410 h 572"/>
              <a:gd name="T80" fmla="*/ 3045 w 3262"/>
              <a:gd name="T81" fmla="*/ 432 h 572"/>
              <a:gd name="T82" fmla="*/ 3038 w 3262"/>
              <a:gd name="T83" fmla="*/ 485 h 572"/>
              <a:gd name="T84" fmla="*/ 2783 w 3262"/>
              <a:gd name="T85" fmla="*/ 405 h 572"/>
              <a:gd name="T86" fmla="*/ 3045 w 3262"/>
              <a:gd name="T87" fmla="*/ 432 h 572"/>
              <a:gd name="T88" fmla="*/ 2918 w 3262"/>
              <a:gd name="T89" fmla="*/ 306 h 572"/>
              <a:gd name="T90" fmla="*/ 3256 w 3262"/>
              <a:gd name="T91" fmla="*/ 310 h 572"/>
              <a:gd name="T92" fmla="*/ 3164 w 3262"/>
              <a:gd name="T93" fmla="*/ 552 h 572"/>
              <a:gd name="T94" fmla="*/ 3208 w 3262"/>
              <a:gd name="T95" fmla="*/ 254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262" h="572">
                <a:moveTo>
                  <a:pt x="430" y="262"/>
                </a:moveTo>
                <a:cubicBezTo>
                  <a:pt x="429" y="241"/>
                  <a:pt x="424" y="221"/>
                  <a:pt x="413" y="202"/>
                </a:cubicBezTo>
                <a:cubicBezTo>
                  <a:pt x="319" y="39"/>
                  <a:pt x="319" y="39"/>
                  <a:pt x="319" y="39"/>
                </a:cubicBezTo>
                <a:cubicBezTo>
                  <a:pt x="312" y="27"/>
                  <a:pt x="307" y="14"/>
                  <a:pt x="304" y="0"/>
                </a:cubicBezTo>
                <a:cubicBezTo>
                  <a:pt x="300" y="7"/>
                  <a:pt x="300" y="7"/>
                  <a:pt x="300" y="7"/>
                </a:cubicBezTo>
                <a:cubicBezTo>
                  <a:pt x="277" y="47"/>
                  <a:pt x="277" y="97"/>
                  <a:pt x="300" y="137"/>
                </a:cubicBezTo>
                <a:cubicBezTo>
                  <a:pt x="375" y="267"/>
                  <a:pt x="375" y="267"/>
                  <a:pt x="375" y="267"/>
                </a:cubicBezTo>
                <a:cubicBezTo>
                  <a:pt x="399" y="308"/>
                  <a:pt x="399" y="357"/>
                  <a:pt x="375" y="398"/>
                </a:cubicBezTo>
                <a:cubicBezTo>
                  <a:pt x="371" y="405"/>
                  <a:pt x="371" y="405"/>
                  <a:pt x="371" y="405"/>
                </a:cubicBezTo>
                <a:cubicBezTo>
                  <a:pt x="369" y="391"/>
                  <a:pt x="364" y="378"/>
                  <a:pt x="356" y="365"/>
                </a:cubicBezTo>
                <a:cubicBezTo>
                  <a:pt x="288" y="246"/>
                  <a:pt x="288" y="246"/>
                  <a:pt x="288" y="246"/>
                </a:cubicBezTo>
                <a:cubicBezTo>
                  <a:pt x="244" y="170"/>
                  <a:pt x="244" y="170"/>
                  <a:pt x="244" y="170"/>
                </a:cubicBezTo>
                <a:cubicBezTo>
                  <a:pt x="236" y="157"/>
                  <a:pt x="232" y="144"/>
                  <a:pt x="229" y="130"/>
                </a:cubicBezTo>
                <a:cubicBezTo>
                  <a:pt x="225" y="137"/>
                  <a:pt x="225" y="137"/>
                  <a:pt x="225" y="137"/>
                </a:cubicBezTo>
                <a:cubicBezTo>
                  <a:pt x="202" y="177"/>
                  <a:pt x="202" y="227"/>
                  <a:pt x="225" y="267"/>
                </a:cubicBezTo>
                <a:cubicBezTo>
                  <a:pt x="225" y="267"/>
                  <a:pt x="225" y="267"/>
                  <a:pt x="225" y="267"/>
                </a:cubicBezTo>
                <a:cubicBezTo>
                  <a:pt x="300" y="398"/>
                  <a:pt x="300" y="398"/>
                  <a:pt x="300" y="398"/>
                </a:cubicBezTo>
                <a:cubicBezTo>
                  <a:pt x="323" y="438"/>
                  <a:pt x="323" y="488"/>
                  <a:pt x="300" y="528"/>
                </a:cubicBezTo>
                <a:cubicBezTo>
                  <a:pt x="296" y="535"/>
                  <a:pt x="296" y="535"/>
                  <a:pt x="296" y="535"/>
                </a:cubicBezTo>
                <a:cubicBezTo>
                  <a:pt x="293" y="521"/>
                  <a:pt x="288" y="508"/>
                  <a:pt x="281" y="495"/>
                </a:cubicBezTo>
                <a:cubicBezTo>
                  <a:pt x="187" y="333"/>
                  <a:pt x="187" y="333"/>
                  <a:pt x="187" y="333"/>
                </a:cubicBezTo>
                <a:cubicBezTo>
                  <a:pt x="175" y="311"/>
                  <a:pt x="169" y="286"/>
                  <a:pt x="170" y="262"/>
                </a:cubicBezTo>
                <a:cubicBezTo>
                  <a:pt x="69" y="288"/>
                  <a:pt x="0" y="344"/>
                  <a:pt x="0" y="409"/>
                </a:cubicBezTo>
                <a:cubicBezTo>
                  <a:pt x="0" y="499"/>
                  <a:pt x="134" y="572"/>
                  <a:pt x="300" y="572"/>
                </a:cubicBezTo>
                <a:cubicBezTo>
                  <a:pt x="466" y="572"/>
                  <a:pt x="600" y="499"/>
                  <a:pt x="600" y="409"/>
                </a:cubicBezTo>
                <a:cubicBezTo>
                  <a:pt x="600" y="344"/>
                  <a:pt x="531" y="288"/>
                  <a:pt x="430" y="262"/>
                </a:cubicBezTo>
                <a:close/>
                <a:moveTo>
                  <a:pt x="714" y="540"/>
                </a:moveTo>
                <a:cubicBezTo>
                  <a:pt x="715" y="517"/>
                  <a:pt x="718" y="501"/>
                  <a:pt x="725" y="483"/>
                </a:cubicBezTo>
                <a:cubicBezTo>
                  <a:pt x="756" y="498"/>
                  <a:pt x="797" y="505"/>
                  <a:pt x="828" y="505"/>
                </a:cubicBezTo>
                <a:cubicBezTo>
                  <a:pt x="880" y="505"/>
                  <a:pt x="910" y="488"/>
                  <a:pt x="910" y="455"/>
                </a:cubicBezTo>
                <a:cubicBezTo>
                  <a:pt x="910" y="422"/>
                  <a:pt x="888" y="407"/>
                  <a:pt x="835" y="384"/>
                </a:cubicBezTo>
                <a:cubicBezTo>
                  <a:pt x="806" y="371"/>
                  <a:pt x="806" y="371"/>
                  <a:pt x="806" y="371"/>
                </a:cubicBezTo>
                <a:cubicBezTo>
                  <a:pt x="753" y="348"/>
                  <a:pt x="717" y="318"/>
                  <a:pt x="717" y="258"/>
                </a:cubicBezTo>
                <a:cubicBezTo>
                  <a:pt x="717" y="194"/>
                  <a:pt x="762" y="153"/>
                  <a:pt x="853" y="153"/>
                </a:cubicBezTo>
                <a:cubicBezTo>
                  <a:pt x="890" y="153"/>
                  <a:pt x="924" y="158"/>
                  <a:pt x="956" y="169"/>
                </a:cubicBezTo>
                <a:cubicBezTo>
                  <a:pt x="955" y="192"/>
                  <a:pt x="951" y="209"/>
                  <a:pt x="945" y="226"/>
                </a:cubicBezTo>
                <a:cubicBezTo>
                  <a:pt x="915" y="214"/>
                  <a:pt x="879" y="209"/>
                  <a:pt x="853" y="209"/>
                </a:cubicBezTo>
                <a:cubicBezTo>
                  <a:pt x="804" y="209"/>
                  <a:pt x="781" y="228"/>
                  <a:pt x="781" y="258"/>
                </a:cubicBezTo>
                <a:cubicBezTo>
                  <a:pt x="781" y="288"/>
                  <a:pt x="803" y="305"/>
                  <a:pt x="842" y="322"/>
                </a:cubicBezTo>
                <a:cubicBezTo>
                  <a:pt x="873" y="335"/>
                  <a:pt x="873" y="335"/>
                  <a:pt x="873" y="335"/>
                </a:cubicBezTo>
                <a:cubicBezTo>
                  <a:pt x="945" y="365"/>
                  <a:pt x="974" y="397"/>
                  <a:pt x="974" y="452"/>
                </a:cubicBezTo>
                <a:cubicBezTo>
                  <a:pt x="974" y="517"/>
                  <a:pt x="925" y="561"/>
                  <a:pt x="829" y="561"/>
                </a:cubicBezTo>
                <a:cubicBezTo>
                  <a:pt x="783" y="561"/>
                  <a:pt x="745" y="555"/>
                  <a:pt x="714" y="540"/>
                </a:cubicBezTo>
                <a:close/>
                <a:moveTo>
                  <a:pt x="1277" y="270"/>
                </a:moveTo>
                <a:cubicBezTo>
                  <a:pt x="1277" y="552"/>
                  <a:pt x="1277" y="552"/>
                  <a:pt x="1277" y="552"/>
                </a:cubicBezTo>
                <a:cubicBezTo>
                  <a:pt x="1220" y="552"/>
                  <a:pt x="1220" y="552"/>
                  <a:pt x="1220" y="552"/>
                </a:cubicBezTo>
                <a:cubicBezTo>
                  <a:pt x="1217" y="518"/>
                  <a:pt x="1217" y="518"/>
                  <a:pt x="1217" y="518"/>
                </a:cubicBezTo>
                <a:cubicBezTo>
                  <a:pt x="1201" y="543"/>
                  <a:pt x="1177" y="559"/>
                  <a:pt x="1138" y="559"/>
                </a:cubicBezTo>
                <a:cubicBezTo>
                  <a:pt x="1063" y="559"/>
                  <a:pt x="1013" y="505"/>
                  <a:pt x="1013" y="410"/>
                </a:cubicBezTo>
                <a:cubicBezTo>
                  <a:pt x="1013" y="311"/>
                  <a:pt x="1066" y="254"/>
                  <a:pt x="1171" y="254"/>
                </a:cubicBezTo>
                <a:cubicBezTo>
                  <a:pt x="1211" y="254"/>
                  <a:pt x="1245" y="259"/>
                  <a:pt x="1277" y="270"/>
                </a:cubicBezTo>
                <a:close/>
                <a:moveTo>
                  <a:pt x="1215" y="488"/>
                </a:moveTo>
                <a:cubicBezTo>
                  <a:pt x="1215" y="311"/>
                  <a:pt x="1215" y="311"/>
                  <a:pt x="1215" y="311"/>
                </a:cubicBezTo>
                <a:cubicBezTo>
                  <a:pt x="1202" y="309"/>
                  <a:pt x="1188" y="307"/>
                  <a:pt x="1171" y="307"/>
                </a:cubicBezTo>
                <a:cubicBezTo>
                  <a:pt x="1107" y="307"/>
                  <a:pt x="1077" y="347"/>
                  <a:pt x="1077" y="410"/>
                </a:cubicBezTo>
                <a:cubicBezTo>
                  <a:pt x="1077" y="468"/>
                  <a:pt x="1100" y="508"/>
                  <a:pt x="1155" y="508"/>
                </a:cubicBezTo>
                <a:cubicBezTo>
                  <a:pt x="1179" y="508"/>
                  <a:pt x="1199" y="500"/>
                  <a:pt x="1215" y="488"/>
                </a:cubicBezTo>
                <a:close/>
                <a:moveTo>
                  <a:pt x="1595" y="363"/>
                </a:moveTo>
                <a:cubicBezTo>
                  <a:pt x="1595" y="552"/>
                  <a:pt x="1595" y="552"/>
                  <a:pt x="1595" y="552"/>
                </a:cubicBezTo>
                <a:cubicBezTo>
                  <a:pt x="1533" y="552"/>
                  <a:pt x="1533" y="552"/>
                  <a:pt x="1533" y="552"/>
                </a:cubicBezTo>
                <a:cubicBezTo>
                  <a:pt x="1533" y="373"/>
                  <a:pt x="1533" y="373"/>
                  <a:pt x="1533" y="373"/>
                </a:cubicBezTo>
                <a:cubicBezTo>
                  <a:pt x="1533" y="329"/>
                  <a:pt x="1518" y="307"/>
                  <a:pt x="1456" y="307"/>
                </a:cubicBezTo>
                <a:cubicBezTo>
                  <a:pt x="1442" y="307"/>
                  <a:pt x="1424" y="309"/>
                  <a:pt x="1407" y="312"/>
                </a:cubicBezTo>
                <a:cubicBezTo>
                  <a:pt x="1407" y="552"/>
                  <a:pt x="1407" y="552"/>
                  <a:pt x="1407" y="552"/>
                </a:cubicBezTo>
                <a:cubicBezTo>
                  <a:pt x="1345" y="552"/>
                  <a:pt x="1345" y="552"/>
                  <a:pt x="1345" y="552"/>
                </a:cubicBezTo>
                <a:cubicBezTo>
                  <a:pt x="1345" y="270"/>
                  <a:pt x="1345" y="270"/>
                  <a:pt x="1345" y="270"/>
                </a:cubicBezTo>
                <a:cubicBezTo>
                  <a:pt x="1385" y="261"/>
                  <a:pt x="1428" y="254"/>
                  <a:pt x="1458" y="254"/>
                </a:cubicBezTo>
                <a:cubicBezTo>
                  <a:pt x="1562" y="254"/>
                  <a:pt x="1595" y="294"/>
                  <a:pt x="1595" y="363"/>
                </a:cubicBezTo>
                <a:close/>
                <a:moveTo>
                  <a:pt x="1767" y="506"/>
                </a:moveTo>
                <a:cubicBezTo>
                  <a:pt x="1785" y="506"/>
                  <a:pt x="1802" y="503"/>
                  <a:pt x="1816" y="498"/>
                </a:cubicBezTo>
                <a:cubicBezTo>
                  <a:pt x="1814" y="515"/>
                  <a:pt x="1812" y="534"/>
                  <a:pt x="1808" y="550"/>
                </a:cubicBezTo>
                <a:cubicBezTo>
                  <a:pt x="1791" y="557"/>
                  <a:pt x="1773" y="559"/>
                  <a:pt x="1756" y="559"/>
                </a:cubicBezTo>
                <a:cubicBezTo>
                  <a:pt x="1696" y="559"/>
                  <a:pt x="1657" y="531"/>
                  <a:pt x="1657" y="463"/>
                </a:cubicBezTo>
                <a:cubicBezTo>
                  <a:pt x="1657" y="166"/>
                  <a:pt x="1657" y="166"/>
                  <a:pt x="1657" y="166"/>
                </a:cubicBezTo>
                <a:cubicBezTo>
                  <a:pt x="1676" y="160"/>
                  <a:pt x="1700" y="157"/>
                  <a:pt x="1719" y="157"/>
                </a:cubicBezTo>
                <a:cubicBezTo>
                  <a:pt x="1719" y="264"/>
                  <a:pt x="1719" y="264"/>
                  <a:pt x="1719" y="264"/>
                </a:cubicBezTo>
                <a:cubicBezTo>
                  <a:pt x="1817" y="264"/>
                  <a:pt x="1817" y="264"/>
                  <a:pt x="1817" y="264"/>
                </a:cubicBezTo>
                <a:cubicBezTo>
                  <a:pt x="1816" y="283"/>
                  <a:pt x="1815" y="301"/>
                  <a:pt x="1812" y="317"/>
                </a:cubicBezTo>
                <a:cubicBezTo>
                  <a:pt x="1719" y="317"/>
                  <a:pt x="1719" y="317"/>
                  <a:pt x="1719" y="317"/>
                </a:cubicBezTo>
                <a:cubicBezTo>
                  <a:pt x="1719" y="455"/>
                  <a:pt x="1719" y="455"/>
                  <a:pt x="1719" y="455"/>
                </a:cubicBezTo>
                <a:cubicBezTo>
                  <a:pt x="1719" y="492"/>
                  <a:pt x="1737" y="506"/>
                  <a:pt x="1767" y="506"/>
                </a:cubicBezTo>
                <a:close/>
                <a:moveTo>
                  <a:pt x="2100" y="270"/>
                </a:moveTo>
                <a:cubicBezTo>
                  <a:pt x="2100" y="552"/>
                  <a:pt x="2100" y="552"/>
                  <a:pt x="2100" y="552"/>
                </a:cubicBezTo>
                <a:cubicBezTo>
                  <a:pt x="2043" y="552"/>
                  <a:pt x="2043" y="552"/>
                  <a:pt x="2043" y="552"/>
                </a:cubicBezTo>
                <a:cubicBezTo>
                  <a:pt x="2040" y="518"/>
                  <a:pt x="2040" y="518"/>
                  <a:pt x="2040" y="518"/>
                </a:cubicBezTo>
                <a:cubicBezTo>
                  <a:pt x="2024" y="543"/>
                  <a:pt x="2000" y="559"/>
                  <a:pt x="1960" y="559"/>
                </a:cubicBezTo>
                <a:cubicBezTo>
                  <a:pt x="1886" y="559"/>
                  <a:pt x="1836" y="505"/>
                  <a:pt x="1836" y="410"/>
                </a:cubicBezTo>
                <a:cubicBezTo>
                  <a:pt x="1836" y="311"/>
                  <a:pt x="1889" y="254"/>
                  <a:pt x="1993" y="254"/>
                </a:cubicBezTo>
                <a:cubicBezTo>
                  <a:pt x="2034" y="254"/>
                  <a:pt x="2067" y="259"/>
                  <a:pt x="2100" y="270"/>
                </a:cubicBezTo>
                <a:close/>
                <a:moveTo>
                  <a:pt x="2038" y="488"/>
                </a:moveTo>
                <a:cubicBezTo>
                  <a:pt x="2038" y="311"/>
                  <a:pt x="2038" y="311"/>
                  <a:pt x="2038" y="311"/>
                </a:cubicBezTo>
                <a:cubicBezTo>
                  <a:pt x="2025" y="309"/>
                  <a:pt x="2011" y="307"/>
                  <a:pt x="1993" y="307"/>
                </a:cubicBezTo>
                <a:cubicBezTo>
                  <a:pt x="1929" y="307"/>
                  <a:pt x="1899" y="347"/>
                  <a:pt x="1899" y="410"/>
                </a:cubicBezTo>
                <a:cubicBezTo>
                  <a:pt x="1899" y="468"/>
                  <a:pt x="1922" y="508"/>
                  <a:pt x="1978" y="508"/>
                </a:cubicBezTo>
                <a:cubicBezTo>
                  <a:pt x="2002" y="508"/>
                  <a:pt x="2022" y="500"/>
                  <a:pt x="2038" y="488"/>
                </a:cubicBezTo>
                <a:close/>
                <a:moveTo>
                  <a:pt x="2418" y="363"/>
                </a:moveTo>
                <a:cubicBezTo>
                  <a:pt x="2418" y="552"/>
                  <a:pt x="2418" y="552"/>
                  <a:pt x="2418" y="552"/>
                </a:cubicBezTo>
                <a:cubicBezTo>
                  <a:pt x="2356" y="552"/>
                  <a:pt x="2356" y="552"/>
                  <a:pt x="2356" y="552"/>
                </a:cubicBezTo>
                <a:cubicBezTo>
                  <a:pt x="2356" y="373"/>
                  <a:pt x="2356" y="373"/>
                  <a:pt x="2356" y="373"/>
                </a:cubicBezTo>
                <a:cubicBezTo>
                  <a:pt x="2356" y="329"/>
                  <a:pt x="2341" y="307"/>
                  <a:pt x="2279" y="307"/>
                </a:cubicBezTo>
                <a:cubicBezTo>
                  <a:pt x="2264" y="307"/>
                  <a:pt x="2247" y="309"/>
                  <a:pt x="2230" y="312"/>
                </a:cubicBezTo>
                <a:cubicBezTo>
                  <a:pt x="2230" y="552"/>
                  <a:pt x="2230" y="552"/>
                  <a:pt x="2230" y="552"/>
                </a:cubicBezTo>
                <a:cubicBezTo>
                  <a:pt x="2168" y="552"/>
                  <a:pt x="2168" y="552"/>
                  <a:pt x="2168" y="552"/>
                </a:cubicBezTo>
                <a:cubicBezTo>
                  <a:pt x="2168" y="270"/>
                  <a:pt x="2168" y="270"/>
                  <a:pt x="2168" y="270"/>
                </a:cubicBezTo>
                <a:cubicBezTo>
                  <a:pt x="2207" y="261"/>
                  <a:pt x="2251" y="254"/>
                  <a:pt x="2281" y="254"/>
                </a:cubicBezTo>
                <a:cubicBezTo>
                  <a:pt x="2384" y="254"/>
                  <a:pt x="2418" y="294"/>
                  <a:pt x="2418" y="363"/>
                </a:cubicBezTo>
                <a:close/>
                <a:moveTo>
                  <a:pt x="2733" y="157"/>
                </a:moveTo>
                <a:cubicBezTo>
                  <a:pt x="2733" y="552"/>
                  <a:pt x="2733" y="552"/>
                  <a:pt x="2733" y="552"/>
                </a:cubicBezTo>
                <a:cubicBezTo>
                  <a:pt x="2676" y="552"/>
                  <a:pt x="2676" y="552"/>
                  <a:pt x="2676" y="552"/>
                </a:cubicBezTo>
                <a:cubicBezTo>
                  <a:pt x="2672" y="516"/>
                  <a:pt x="2672" y="516"/>
                  <a:pt x="2672" y="516"/>
                </a:cubicBezTo>
                <a:cubicBezTo>
                  <a:pt x="2656" y="543"/>
                  <a:pt x="2632" y="559"/>
                  <a:pt x="2591" y="559"/>
                </a:cubicBezTo>
                <a:cubicBezTo>
                  <a:pt x="2517" y="559"/>
                  <a:pt x="2467" y="505"/>
                  <a:pt x="2467" y="410"/>
                </a:cubicBezTo>
                <a:cubicBezTo>
                  <a:pt x="2467" y="311"/>
                  <a:pt x="2520" y="254"/>
                  <a:pt x="2625" y="254"/>
                </a:cubicBezTo>
                <a:cubicBezTo>
                  <a:pt x="2641" y="254"/>
                  <a:pt x="2656" y="256"/>
                  <a:pt x="2671" y="259"/>
                </a:cubicBezTo>
                <a:cubicBezTo>
                  <a:pt x="2671" y="166"/>
                  <a:pt x="2671" y="166"/>
                  <a:pt x="2671" y="166"/>
                </a:cubicBezTo>
                <a:cubicBezTo>
                  <a:pt x="2690" y="159"/>
                  <a:pt x="2712" y="157"/>
                  <a:pt x="2733" y="157"/>
                </a:cubicBezTo>
                <a:close/>
                <a:moveTo>
                  <a:pt x="2671" y="487"/>
                </a:moveTo>
                <a:cubicBezTo>
                  <a:pt x="2671" y="313"/>
                  <a:pt x="2671" y="313"/>
                  <a:pt x="2671" y="313"/>
                </a:cubicBezTo>
                <a:cubicBezTo>
                  <a:pt x="2655" y="310"/>
                  <a:pt x="2638" y="307"/>
                  <a:pt x="2621" y="307"/>
                </a:cubicBezTo>
                <a:cubicBezTo>
                  <a:pt x="2560" y="307"/>
                  <a:pt x="2531" y="346"/>
                  <a:pt x="2531" y="410"/>
                </a:cubicBezTo>
                <a:cubicBezTo>
                  <a:pt x="2531" y="468"/>
                  <a:pt x="2554" y="508"/>
                  <a:pt x="2609" y="508"/>
                </a:cubicBezTo>
                <a:cubicBezTo>
                  <a:pt x="2634" y="508"/>
                  <a:pt x="2654" y="500"/>
                  <a:pt x="2671" y="487"/>
                </a:cubicBezTo>
                <a:close/>
                <a:moveTo>
                  <a:pt x="3045" y="432"/>
                </a:moveTo>
                <a:cubicBezTo>
                  <a:pt x="2847" y="432"/>
                  <a:pt x="2847" y="432"/>
                  <a:pt x="2847" y="432"/>
                </a:cubicBezTo>
                <a:cubicBezTo>
                  <a:pt x="2854" y="482"/>
                  <a:pt x="2884" y="506"/>
                  <a:pt x="2939" y="506"/>
                </a:cubicBezTo>
                <a:cubicBezTo>
                  <a:pt x="2973" y="506"/>
                  <a:pt x="3007" y="499"/>
                  <a:pt x="3038" y="485"/>
                </a:cubicBezTo>
                <a:cubicBezTo>
                  <a:pt x="3036" y="501"/>
                  <a:pt x="3033" y="522"/>
                  <a:pt x="3029" y="541"/>
                </a:cubicBezTo>
                <a:cubicBezTo>
                  <a:pt x="3001" y="554"/>
                  <a:pt x="2971" y="559"/>
                  <a:pt x="2937" y="559"/>
                </a:cubicBezTo>
                <a:cubicBezTo>
                  <a:pt x="2834" y="559"/>
                  <a:pt x="2783" y="502"/>
                  <a:pt x="2783" y="405"/>
                </a:cubicBezTo>
                <a:cubicBezTo>
                  <a:pt x="2783" y="321"/>
                  <a:pt x="2822" y="254"/>
                  <a:pt x="2921" y="254"/>
                </a:cubicBezTo>
                <a:cubicBezTo>
                  <a:pt x="3010" y="254"/>
                  <a:pt x="3048" y="313"/>
                  <a:pt x="3048" y="384"/>
                </a:cubicBezTo>
                <a:cubicBezTo>
                  <a:pt x="3048" y="401"/>
                  <a:pt x="3047" y="415"/>
                  <a:pt x="3045" y="432"/>
                </a:cubicBezTo>
                <a:close/>
                <a:moveTo>
                  <a:pt x="2845" y="380"/>
                </a:moveTo>
                <a:cubicBezTo>
                  <a:pt x="2985" y="380"/>
                  <a:pt x="2985" y="380"/>
                  <a:pt x="2985" y="380"/>
                </a:cubicBezTo>
                <a:cubicBezTo>
                  <a:pt x="2985" y="333"/>
                  <a:pt x="2960" y="306"/>
                  <a:pt x="2918" y="306"/>
                </a:cubicBezTo>
                <a:cubicBezTo>
                  <a:pt x="2874" y="306"/>
                  <a:pt x="2850" y="332"/>
                  <a:pt x="2845" y="380"/>
                </a:cubicBezTo>
                <a:close/>
                <a:moveTo>
                  <a:pt x="3262" y="257"/>
                </a:moveTo>
                <a:cubicBezTo>
                  <a:pt x="3262" y="275"/>
                  <a:pt x="3260" y="298"/>
                  <a:pt x="3256" y="310"/>
                </a:cubicBezTo>
                <a:cubicBezTo>
                  <a:pt x="3241" y="308"/>
                  <a:pt x="3227" y="307"/>
                  <a:pt x="3209" y="307"/>
                </a:cubicBezTo>
                <a:cubicBezTo>
                  <a:pt x="3194" y="307"/>
                  <a:pt x="3179" y="309"/>
                  <a:pt x="3164" y="311"/>
                </a:cubicBezTo>
                <a:cubicBezTo>
                  <a:pt x="3164" y="552"/>
                  <a:pt x="3164" y="552"/>
                  <a:pt x="3164" y="552"/>
                </a:cubicBezTo>
                <a:cubicBezTo>
                  <a:pt x="3102" y="552"/>
                  <a:pt x="3102" y="552"/>
                  <a:pt x="3102" y="552"/>
                </a:cubicBezTo>
                <a:cubicBezTo>
                  <a:pt x="3102" y="270"/>
                  <a:pt x="3102" y="270"/>
                  <a:pt x="3102" y="270"/>
                </a:cubicBezTo>
                <a:cubicBezTo>
                  <a:pt x="3128" y="261"/>
                  <a:pt x="3173" y="254"/>
                  <a:pt x="3208" y="254"/>
                </a:cubicBezTo>
                <a:cubicBezTo>
                  <a:pt x="3227" y="254"/>
                  <a:pt x="3248" y="255"/>
                  <a:pt x="3262" y="25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>
              <a:solidFill>
                <a:prstClr val="black"/>
              </a:solidFill>
            </a:endParaRPr>
          </a:p>
        </p:txBody>
      </p:sp>
      <p:pic>
        <p:nvPicPr>
          <p:cNvPr id="3" name="Picture 2" descr="NTT Data Business Solutions Türkiye Senior Data Scientist İş İlanı - 09 ...">
            <a:extLst>
              <a:ext uri="{FF2B5EF4-FFF2-40B4-BE49-F238E27FC236}">
                <a16:creationId xmlns:a16="http://schemas.microsoft.com/office/drawing/2014/main" id="{A0F420EA-A5D9-A70F-97C6-0DBE4367786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50" t="39459" r="23956" b="39089"/>
          <a:stretch>
            <a:fillRect/>
          </a:stretch>
        </p:blipFill>
        <p:spPr bwMode="auto">
          <a:xfrm>
            <a:off x="2130638" y="6315594"/>
            <a:ext cx="950995" cy="2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025A644-929A-CA3F-53BE-A101CA29CABC}"/>
              </a:ext>
            </a:extLst>
          </p:cNvPr>
          <p:cNvCxnSpPr/>
          <p:nvPr userDrawn="1"/>
        </p:nvCxnSpPr>
        <p:spPr>
          <a:xfrm>
            <a:off x="2059615" y="6214062"/>
            <a:ext cx="0" cy="3600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0421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stac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024" y="1087458"/>
            <a:ext cx="3801119" cy="4933929"/>
          </a:xfrm>
        </p:spPr>
        <p:txBody>
          <a:bodyPr anchor="t">
            <a:noAutofit/>
          </a:bodyPr>
          <a:lstStyle>
            <a:lvl1pPr>
              <a:defRPr lang="es-ES" sz="2600" b="0" kern="1200" dirty="0" err="1">
                <a:solidFill>
                  <a:schemeClr val="accent3"/>
                </a:solidFill>
                <a:latin typeface="Santander Text" panose="020B0504020201020104" pitchFamily="34" charset="0"/>
                <a:ea typeface="+mj-ea"/>
                <a:cs typeface="+mj-cs"/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lang="es-ES" sz="1300" kern="1200" smtClean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</a:lstStyle>
          <a:p>
            <a:fld id="{BC0D97B6-E32F-4D7D-B839-7C3B51F2640F}" type="slidenum">
              <a:rPr>
                <a:solidFill>
                  <a:srgbClr val="EC0000"/>
                </a:solidFill>
              </a:rPr>
              <a:pPr/>
              <a:t>‹#›</a:t>
            </a:fld>
            <a:endParaRPr>
              <a:solidFill>
                <a:srgbClr val="EC0000"/>
              </a:solidFill>
            </a:endParaRP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lang="es-ES" sz="1600" kern="1200" dirty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2" y="1087458"/>
            <a:ext cx="6697035" cy="4933928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 typeface="Arial" panose="020B0604020202020204" pitchFamily="34" charset="0"/>
              <a:buNone/>
              <a:defRPr lang="es-ES" sz="1600" kern="1200" dirty="0">
                <a:solidFill>
                  <a:schemeClr val="tx2"/>
                </a:solidFill>
                <a:latin typeface="Santander Text Light" panose="020B03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2ACA880E-0A64-47E3-A2A7-9510B186C13A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32642" y="6262326"/>
            <a:ext cx="1171705" cy="206714"/>
          </a:xfrm>
          <a:custGeom>
            <a:avLst/>
            <a:gdLst>
              <a:gd name="T0" fmla="*/ 319 w 3262"/>
              <a:gd name="T1" fmla="*/ 39 h 572"/>
              <a:gd name="T2" fmla="*/ 300 w 3262"/>
              <a:gd name="T3" fmla="*/ 137 h 572"/>
              <a:gd name="T4" fmla="*/ 371 w 3262"/>
              <a:gd name="T5" fmla="*/ 405 h 572"/>
              <a:gd name="T6" fmla="*/ 244 w 3262"/>
              <a:gd name="T7" fmla="*/ 170 h 572"/>
              <a:gd name="T8" fmla="*/ 225 w 3262"/>
              <a:gd name="T9" fmla="*/ 267 h 572"/>
              <a:gd name="T10" fmla="*/ 300 w 3262"/>
              <a:gd name="T11" fmla="*/ 528 h 572"/>
              <a:gd name="T12" fmla="*/ 187 w 3262"/>
              <a:gd name="T13" fmla="*/ 333 h 572"/>
              <a:gd name="T14" fmla="*/ 300 w 3262"/>
              <a:gd name="T15" fmla="*/ 572 h 572"/>
              <a:gd name="T16" fmla="*/ 714 w 3262"/>
              <a:gd name="T17" fmla="*/ 540 h 572"/>
              <a:gd name="T18" fmla="*/ 910 w 3262"/>
              <a:gd name="T19" fmla="*/ 455 h 572"/>
              <a:gd name="T20" fmla="*/ 717 w 3262"/>
              <a:gd name="T21" fmla="*/ 258 h 572"/>
              <a:gd name="T22" fmla="*/ 945 w 3262"/>
              <a:gd name="T23" fmla="*/ 226 h 572"/>
              <a:gd name="T24" fmla="*/ 842 w 3262"/>
              <a:gd name="T25" fmla="*/ 322 h 572"/>
              <a:gd name="T26" fmla="*/ 829 w 3262"/>
              <a:gd name="T27" fmla="*/ 561 h 572"/>
              <a:gd name="T28" fmla="*/ 1277 w 3262"/>
              <a:gd name="T29" fmla="*/ 552 h 572"/>
              <a:gd name="T30" fmla="*/ 1138 w 3262"/>
              <a:gd name="T31" fmla="*/ 559 h 572"/>
              <a:gd name="T32" fmla="*/ 1277 w 3262"/>
              <a:gd name="T33" fmla="*/ 270 h 572"/>
              <a:gd name="T34" fmla="*/ 1171 w 3262"/>
              <a:gd name="T35" fmla="*/ 307 h 572"/>
              <a:gd name="T36" fmla="*/ 1215 w 3262"/>
              <a:gd name="T37" fmla="*/ 488 h 572"/>
              <a:gd name="T38" fmla="*/ 1533 w 3262"/>
              <a:gd name="T39" fmla="*/ 552 h 572"/>
              <a:gd name="T40" fmla="*/ 1407 w 3262"/>
              <a:gd name="T41" fmla="*/ 312 h 572"/>
              <a:gd name="T42" fmla="*/ 1345 w 3262"/>
              <a:gd name="T43" fmla="*/ 270 h 572"/>
              <a:gd name="T44" fmla="*/ 1767 w 3262"/>
              <a:gd name="T45" fmla="*/ 506 h 572"/>
              <a:gd name="T46" fmla="*/ 1756 w 3262"/>
              <a:gd name="T47" fmla="*/ 559 h 572"/>
              <a:gd name="T48" fmla="*/ 1719 w 3262"/>
              <a:gd name="T49" fmla="*/ 157 h 572"/>
              <a:gd name="T50" fmla="*/ 1812 w 3262"/>
              <a:gd name="T51" fmla="*/ 317 h 572"/>
              <a:gd name="T52" fmla="*/ 1767 w 3262"/>
              <a:gd name="T53" fmla="*/ 506 h 572"/>
              <a:gd name="T54" fmla="*/ 2043 w 3262"/>
              <a:gd name="T55" fmla="*/ 552 h 572"/>
              <a:gd name="T56" fmla="*/ 1836 w 3262"/>
              <a:gd name="T57" fmla="*/ 410 h 572"/>
              <a:gd name="T58" fmla="*/ 2038 w 3262"/>
              <a:gd name="T59" fmla="*/ 488 h 572"/>
              <a:gd name="T60" fmla="*/ 1899 w 3262"/>
              <a:gd name="T61" fmla="*/ 410 h 572"/>
              <a:gd name="T62" fmla="*/ 2418 w 3262"/>
              <a:gd name="T63" fmla="*/ 363 h 572"/>
              <a:gd name="T64" fmla="*/ 2356 w 3262"/>
              <a:gd name="T65" fmla="*/ 373 h 572"/>
              <a:gd name="T66" fmla="*/ 2230 w 3262"/>
              <a:gd name="T67" fmla="*/ 552 h 572"/>
              <a:gd name="T68" fmla="*/ 2281 w 3262"/>
              <a:gd name="T69" fmla="*/ 254 h 572"/>
              <a:gd name="T70" fmla="*/ 2733 w 3262"/>
              <a:gd name="T71" fmla="*/ 552 h 572"/>
              <a:gd name="T72" fmla="*/ 2591 w 3262"/>
              <a:gd name="T73" fmla="*/ 559 h 572"/>
              <a:gd name="T74" fmla="*/ 2671 w 3262"/>
              <a:gd name="T75" fmla="*/ 259 h 572"/>
              <a:gd name="T76" fmla="*/ 2671 w 3262"/>
              <a:gd name="T77" fmla="*/ 487 h 572"/>
              <a:gd name="T78" fmla="*/ 2531 w 3262"/>
              <a:gd name="T79" fmla="*/ 410 h 572"/>
              <a:gd name="T80" fmla="*/ 3045 w 3262"/>
              <a:gd name="T81" fmla="*/ 432 h 572"/>
              <a:gd name="T82" fmla="*/ 3038 w 3262"/>
              <a:gd name="T83" fmla="*/ 485 h 572"/>
              <a:gd name="T84" fmla="*/ 2783 w 3262"/>
              <a:gd name="T85" fmla="*/ 405 h 572"/>
              <a:gd name="T86" fmla="*/ 3045 w 3262"/>
              <a:gd name="T87" fmla="*/ 432 h 572"/>
              <a:gd name="T88" fmla="*/ 2918 w 3262"/>
              <a:gd name="T89" fmla="*/ 306 h 572"/>
              <a:gd name="T90" fmla="*/ 3256 w 3262"/>
              <a:gd name="T91" fmla="*/ 310 h 572"/>
              <a:gd name="T92" fmla="*/ 3164 w 3262"/>
              <a:gd name="T93" fmla="*/ 552 h 572"/>
              <a:gd name="T94" fmla="*/ 3208 w 3262"/>
              <a:gd name="T95" fmla="*/ 254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262" h="572">
                <a:moveTo>
                  <a:pt x="430" y="262"/>
                </a:moveTo>
                <a:cubicBezTo>
                  <a:pt x="429" y="241"/>
                  <a:pt x="424" y="221"/>
                  <a:pt x="413" y="202"/>
                </a:cubicBezTo>
                <a:cubicBezTo>
                  <a:pt x="319" y="39"/>
                  <a:pt x="319" y="39"/>
                  <a:pt x="319" y="39"/>
                </a:cubicBezTo>
                <a:cubicBezTo>
                  <a:pt x="312" y="27"/>
                  <a:pt x="307" y="14"/>
                  <a:pt x="304" y="0"/>
                </a:cubicBezTo>
                <a:cubicBezTo>
                  <a:pt x="300" y="7"/>
                  <a:pt x="300" y="7"/>
                  <a:pt x="300" y="7"/>
                </a:cubicBezTo>
                <a:cubicBezTo>
                  <a:pt x="277" y="47"/>
                  <a:pt x="277" y="97"/>
                  <a:pt x="300" y="137"/>
                </a:cubicBezTo>
                <a:cubicBezTo>
                  <a:pt x="375" y="267"/>
                  <a:pt x="375" y="267"/>
                  <a:pt x="375" y="267"/>
                </a:cubicBezTo>
                <a:cubicBezTo>
                  <a:pt x="399" y="308"/>
                  <a:pt x="399" y="357"/>
                  <a:pt x="375" y="398"/>
                </a:cubicBezTo>
                <a:cubicBezTo>
                  <a:pt x="371" y="405"/>
                  <a:pt x="371" y="405"/>
                  <a:pt x="371" y="405"/>
                </a:cubicBezTo>
                <a:cubicBezTo>
                  <a:pt x="369" y="391"/>
                  <a:pt x="364" y="378"/>
                  <a:pt x="356" y="365"/>
                </a:cubicBezTo>
                <a:cubicBezTo>
                  <a:pt x="288" y="246"/>
                  <a:pt x="288" y="246"/>
                  <a:pt x="288" y="246"/>
                </a:cubicBezTo>
                <a:cubicBezTo>
                  <a:pt x="244" y="170"/>
                  <a:pt x="244" y="170"/>
                  <a:pt x="244" y="170"/>
                </a:cubicBezTo>
                <a:cubicBezTo>
                  <a:pt x="236" y="157"/>
                  <a:pt x="232" y="144"/>
                  <a:pt x="229" y="130"/>
                </a:cubicBezTo>
                <a:cubicBezTo>
                  <a:pt x="225" y="137"/>
                  <a:pt x="225" y="137"/>
                  <a:pt x="225" y="137"/>
                </a:cubicBezTo>
                <a:cubicBezTo>
                  <a:pt x="202" y="177"/>
                  <a:pt x="202" y="227"/>
                  <a:pt x="225" y="267"/>
                </a:cubicBezTo>
                <a:cubicBezTo>
                  <a:pt x="225" y="267"/>
                  <a:pt x="225" y="267"/>
                  <a:pt x="225" y="267"/>
                </a:cubicBezTo>
                <a:cubicBezTo>
                  <a:pt x="300" y="398"/>
                  <a:pt x="300" y="398"/>
                  <a:pt x="300" y="398"/>
                </a:cubicBezTo>
                <a:cubicBezTo>
                  <a:pt x="323" y="438"/>
                  <a:pt x="323" y="488"/>
                  <a:pt x="300" y="528"/>
                </a:cubicBezTo>
                <a:cubicBezTo>
                  <a:pt x="296" y="535"/>
                  <a:pt x="296" y="535"/>
                  <a:pt x="296" y="535"/>
                </a:cubicBezTo>
                <a:cubicBezTo>
                  <a:pt x="293" y="521"/>
                  <a:pt x="288" y="508"/>
                  <a:pt x="281" y="495"/>
                </a:cubicBezTo>
                <a:cubicBezTo>
                  <a:pt x="187" y="333"/>
                  <a:pt x="187" y="333"/>
                  <a:pt x="187" y="333"/>
                </a:cubicBezTo>
                <a:cubicBezTo>
                  <a:pt x="175" y="311"/>
                  <a:pt x="169" y="286"/>
                  <a:pt x="170" y="262"/>
                </a:cubicBezTo>
                <a:cubicBezTo>
                  <a:pt x="69" y="288"/>
                  <a:pt x="0" y="344"/>
                  <a:pt x="0" y="409"/>
                </a:cubicBezTo>
                <a:cubicBezTo>
                  <a:pt x="0" y="499"/>
                  <a:pt x="134" y="572"/>
                  <a:pt x="300" y="572"/>
                </a:cubicBezTo>
                <a:cubicBezTo>
                  <a:pt x="466" y="572"/>
                  <a:pt x="600" y="499"/>
                  <a:pt x="600" y="409"/>
                </a:cubicBezTo>
                <a:cubicBezTo>
                  <a:pt x="600" y="344"/>
                  <a:pt x="531" y="288"/>
                  <a:pt x="430" y="262"/>
                </a:cubicBezTo>
                <a:close/>
                <a:moveTo>
                  <a:pt x="714" y="540"/>
                </a:moveTo>
                <a:cubicBezTo>
                  <a:pt x="715" y="517"/>
                  <a:pt x="718" y="501"/>
                  <a:pt x="725" y="483"/>
                </a:cubicBezTo>
                <a:cubicBezTo>
                  <a:pt x="756" y="498"/>
                  <a:pt x="797" y="505"/>
                  <a:pt x="828" y="505"/>
                </a:cubicBezTo>
                <a:cubicBezTo>
                  <a:pt x="880" y="505"/>
                  <a:pt x="910" y="488"/>
                  <a:pt x="910" y="455"/>
                </a:cubicBezTo>
                <a:cubicBezTo>
                  <a:pt x="910" y="422"/>
                  <a:pt x="888" y="407"/>
                  <a:pt x="835" y="384"/>
                </a:cubicBezTo>
                <a:cubicBezTo>
                  <a:pt x="806" y="371"/>
                  <a:pt x="806" y="371"/>
                  <a:pt x="806" y="371"/>
                </a:cubicBezTo>
                <a:cubicBezTo>
                  <a:pt x="753" y="348"/>
                  <a:pt x="717" y="318"/>
                  <a:pt x="717" y="258"/>
                </a:cubicBezTo>
                <a:cubicBezTo>
                  <a:pt x="717" y="194"/>
                  <a:pt x="762" y="153"/>
                  <a:pt x="853" y="153"/>
                </a:cubicBezTo>
                <a:cubicBezTo>
                  <a:pt x="890" y="153"/>
                  <a:pt x="924" y="158"/>
                  <a:pt x="956" y="169"/>
                </a:cubicBezTo>
                <a:cubicBezTo>
                  <a:pt x="955" y="192"/>
                  <a:pt x="951" y="209"/>
                  <a:pt x="945" y="226"/>
                </a:cubicBezTo>
                <a:cubicBezTo>
                  <a:pt x="915" y="214"/>
                  <a:pt x="879" y="209"/>
                  <a:pt x="853" y="209"/>
                </a:cubicBezTo>
                <a:cubicBezTo>
                  <a:pt x="804" y="209"/>
                  <a:pt x="781" y="228"/>
                  <a:pt x="781" y="258"/>
                </a:cubicBezTo>
                <a:cubicBezTo>
                  <a:pt x="781" y="288"/>
                  <a:pt x="803" y="305"/>
                  <a:pt x="842" y="322"/>
                </a:cubicBezTo>
                <a:cubicBezTo>
                  <a:pt x="873" y="335"/>
                  <a:pt x="873" y="335"/>
                  <a:pt x="873" y="335"/>
                </a:cubicBezTo>
                <a:cubicBezTo>
                  <a:pt x="945" y="365"/>
                  <a:pt x="974" y="397"/>
                  <a:pt x="974" y="452"/>
                </a:cubicBezTo>
                <a:cubicBezTo>
                  <a:pt x="974" y="517"/>
                  <a:pt x="925" y="561"/>
                  <a:pt x="829" y="561"/>
                </a:cubicBezTo>
                <a:cubicBezTo>
                  <a:pt x="783" y="561"/>
                  <a:pt x="745" y="555"/>
                  <a:pt x="714" y="540"/>
                </a:cubicBezTo>
                <a:close/>
                <a:moveTo>
                  <a:pt x="1277" y="270"/>
                </a:moveTo>
                <a:cubicBezTo>
                  <a:pt x="1277" y="552"/>
                  <a:pt x="1277" y="552"/>
                  <a:pt x="1277" y="552"/>
                </a:cubicBezTo>
                <a:cubicBezTo>
                  <a:pt x="1220" y="552"/>
                  <a:pt x="1220" y="552"/>
                  <a:pt x="1220" y="552"/>
                </a:cubicBezTo>
                <a:cubicBezTo>
                  <a:pt x="1217" y="518"/>
                  <a:pt x="1217" y="518"/>
                  <a:pt x="1217" y="518"/>
                </a:cubicBezTo>
                <a:cubicBezTo>
                  <a:pt x="1201" y="543"/>
                  <a:pt x="1177" y="559"/>
                  <a:pt x="1138" y="559"/>
                </a:cubicBezTo>
                <a:cubicBezTo>
                  <a:pt x="1063" y="559"/>
                  <a:pt x="1013" y="505"/>
                  <a:pt x="1013" y="410"/>
                </a:cubicBezTo>
                <a:cubicBezTo>
                  <a:pt x="1013" y="311"/>
                  <a:pt x="1066" y="254"/>
                  <a:pt x="1171" y="254"/>
                </a:cubicBezTo>
                <a:cubicBezTo>
                  <a:pt x="1211" y="254"/>
                  <a:pt x="1245" y="259"/>
                  <a:pt x="1277" y="270"/>
                </a:cubicBezTo>
                <a:close/>
                <a:moveTo>
                  <a:pt x="1215" y="488"/>
                </a:moveTo>
                <a:cubicBezTo>
                  <a:pt x="1215" y="311"/>
                  <a:pt x="1215" y="311"/>
                  <a:pt x="1215" y="311"/>
                </a:cubicBezTo>
                <a:cubicBezTo>
                  <a:pt x="1202" y="309"/>
                  <a:pt x="1188" y="307"/>
                  <a:pt x="1171" y="307"/>
                </a:cubicBezTo>
                <a:cubicBezTo>
                  <a:pt x="1107" y="307"/>
                  <a:pt x="1077" y="347"/>
                  <a:pt x="1077" y="410"/>
                </a:cubicBezTo>
                <a:cubicBezTo>
                  <a:pt x="1077" y="468"/>
                  <a:pt x="1100" y="508"/>
                  <a:pt x="1155" y="508"/>
                </a:cubicBezTo>
                <a:cubicBezTo>
                  <a:pt x="1179" y="508"/>
                  <a:pt x="1199" y="500"/>
                  <a:pt x="1215" y="488"/>
                </a:cubicBezTo>
                <a:close/>
                <a:moveTo>
                  <a:pt x="1595" y="363"/>
                </a:moveTo>
                <a:cubicBezTo>
                  <a:pt x="1595" y="552"/>
                  <a:pt x="1595" y="552"/>
                  <a:pt x="1595" y="552"/>
                </a:cubicBezTo>
                <a:cubicBezTo>
                  <a:pt x="1533" y="552"/>
                  <a:pt x="1533" y="552"/>
                  <a:pt x="1533" y="552"/>
                </a:cubicBezTo>
                <a:cubicBezTo>
                  <a:pt x="1533" y="373"/>
                  <a:pt x="1533" y="373"/>
                  <a:pt x="1533" y="373"/>
                </a:cubicBezTo>
                <a:cubicBezTo>
                  <a:pt x="1533" y="329"/>
                  <a:pt x="1518" y="307"/>
                  <a:pt x="1456" y="307"/>
                </a:cubicBezTo>
                <a:cubicBezTo>
                  <a:pt x="1442" y="307"/>
                  <a:pt x="1424" y="309"/>
                  <a:pt x="1407" y="312"/>
                </a:cubicBezTo>
                <a:cubicBezTo>
                  <a:pt x="1407" y="552"/>
                  <a:pt x="1407" y="552"/>
                  <a:pt x="1407" y="552"/>
                </a:cubicBezTo>
                <a:cubicBezTo>
                  <a:pt x="1345" y="552"/>
                  <a:pt x="1345" y="552"/>
                  <a:pt x="1345" y="552"/>
                </a:cubicBezTo>
                <a:cubicBezTo>
                  <a:pt x="1345" y="270"/>
                  <a:pt x="1345" y="270"/>
                  <a:pt x="1345" y="270"/>
                </a:cubicBezTo>
                <a:cubicBezTo>
                  <a:pt x="1385" y="261"/>
                  <a:pt x="1428" y="254"/>
                  <a:pt x="1458" y="254"/>
                </a:cubicBezTo>
                <a:cubicBezTo>
                  <a:pt x="1562" y="254"/>
                  <a:pt x="1595" y="294"/>
                  <a:pt x="1595" y="363"/>
                </a:cubicBezTo>
                <a:close/>
                <a:moveTo>
                  <a:pt x="1767" y="506"/>
                </a:moveTo>
                <a:cubicBezTo>
                  <a:pt x="1785" y="506"/>
                  <a:pt x="1802" y="503"/>
                  <a:pt x="1816" y="498"/>
                </a:cubicBezTo>
                <a:cubicBezTo>
                  <a:pt x="1814" y="515"/>
                  <a:pt x="1812" y="534"/>
                  <a:pt x="1808" y="550"/>
                </a:cubicBezTo>
                <a:cubicBezTo>
                  <a:pt x="1791" y="557"/>
                  <a:pt x="1773" y="559"/>
                  <a:pt x="1756" y="559"/>
                </a:cubicBezTo>
                <a:cubicBezTo>
                  <a:pt x="1696" y="559"/>
                  <a:pt x="1657" y="531"/>
                  <a:pt x="1657" y="463"/>
                </a:cubicBezTo>
                <a:cubicBezTo>
                  <a:pt x="1657" y="166"/>
                  <a:pt x="1657" y="166"/>
                  <a:pt x="1657" y="166"/>
                </a:cubicBezTo>
                <a:cubicBezTo>
                  <a:pt x="1676" y="160"/>
                  <a:pt x="1700" y="157"/>
                  <a:pt x="1719" y="157"/>
                </a:cubicBezTo>
                <a:cubicBezTo>
                  <a:pt x="1719" y="264"/>
                  <a:pt x="1719" y="264"/>
                  <a:pt x="1719" y="264"/>
                </a:cubicBezTo>
                <a:cubicBezTo>
                  <a:pt x="1817" y="264"/>
                  <a:pt x="1817" y="264"/>
                  <a:pt x="1817" y="264"/>
                </a:cubicBezTo>
                <a:cubicBezTo>
                  <a:pt x="1816" y="283"/>
                  <a:pt x="1815" y="301"/>
                  <a:pt x="1812" y="317"/>
                </a:cubicBezTo>
                <a:cubicBezTo>
                  <a:pt x="1719" y="317"/>
                  <a:pt x="1719" y="317"/>
                  <a:pt x="1719" y="317"/>
                </a:cubicBezTo>
                <a:cubicBezTo>
                  <a:pt x="1719" y="455"/>
                  <a:pt x="1719" y="455"/>
                  <a:pt x="1719" y="455"/>
                </a:cubicBezTo>
                <a:cubicBezTo>
                  <a:pt x="1719" y="492"/>
                  <a:pt x="1737" y="506"/>
                  <a:pt x="1767" y="506"/>
                </a:cubicBezTo>
                <a:close/>
                <a:moveTo>
                  <a:pt x="2100" y="270"/>
                </a:moveTo>
                <a:cubicBezTo>
                  <a:pt x="2100" y="552"/>
                  <a:pt x="2100" y="552"/>
                  <a:pt x="2100" y="552"/>
                </a:cubicBezTo>
                <a:cubicBezTo>
                  <a:pt x="2043" y="552"/>
                  <a:pt x="2043" y="552"/>
                  <a:pt x="2043" y="552"/>
                </a:cubicBezTo>
                <a:cubicBezTo>
                  <a:pt x="2040" y="518"/>
                  <a:pt x="2040" y="518"/>
                  <a:pt x="2040" y="518"/>
                </a:cubicBezTo>
                <a:cubicBezTo>
                  <a:pt x="2024" y="543"/>
                  <a:pt x="2000" y="559"/>
                  <a:pt x="1960" y="559"/>
                </a:cubicBezTo>
                <a:cubicBezTo>
                  <a:pt x="1886" y="559"/>
                  <a:pt x="1836" y="505"/>
                  <a:pt x="1836" y="410"/>
                </a:cubicBezTo>
                <a:cubicBezTo>
                  <a:pt x="1836" y="311"/>
                  <a:pt x="1889" y="254"/>
                  <a:pt x="1993" y="254"/>
                </a:cubicBezTo>
                <a:cubicBezTo>
                  <a:pt x="2034" y="254"/>
                  <a:pt x="2067" y="259"/>
                  <a:pt x="2100" y="270"/>
                </a:cubicBezTo>
                <a:close/>
                <a:moveTo>
                  <a:pt x="2038" y="488"/>
                </a:moveTo>
                <a:cubicBezTo>
                  <a:pt x="2038" y="311"/>
                  <a:pt x="2038" y="311"/>
                  <a:pt x="2038" y="311"/>
                </a:cubicBezTo>
                <a:cubicBezTo>
                  <a:pt x="2025" y="309"/>
                  <a:pt x="2011" y="307"/>
                  <a:pt x="1993" y="307"/>
                </a:cubicBezTo>
                <a:cubicBezTo>
                  <a:pt x="1929" y="307"/>
                  <a:pt x="1899" y="347"/>
                  <a:pt x="1899" y="410"/>
                </a:cubicBezTo>
                <a:cubicBezTo>
                  <a:pt x="1899" y="468"/>
                  <a:pt x="1922" y="508"/>
                  <a:pt x="1978" y="508"/>
                </a:cubicBezTo>
                <a:cubicBezTo>
                  <a:pt x="2002" y="508"/>
                  <a:pt x="2022" y="500"/>
                  <a:pt x="2038" y="488"/>
                </a:cubicBezTo>
                <a:close/>
                <a:moveTo>
                  <a:pt x="2418" y="363"/>
                </a:moveTo>
                <a:cubicBezTo>
                  <a:pt x="2418" y="552"/>
                  <a:pt x="2418" y="552"/>
                  <a:pt x="2418" y="552"/>
                </a:cubicBezTo>
                <a:cubicBezTo>
                  <a:pt x="2356" y="552"/>
                  <a:pt x="2356" y="552"/>
                  <a:pt x="2356" y="552"/>
                </a:cubicBezTo>
                <a:cubicBezTo>
                  <a:pt x="2356" y="373"/>
                  <a:pt x="2356" y="373"/>
                  <a:pt x="2356" y="373"/>
                </a:cubicBezTo>
                <a:cubicBezTo>
                  <a:pt x="2356" y="329"/>
                  <a:pt x="2341" y="307"/>
                  <a:pt x="2279" y="307"/>
                </a:cubicBezTo>
                <a:cubicBezTo>
                  <a:pt x="2264" y="307"/>
                  <a:pt x="2247" y="309"/>
                  <a:pt x="2230" y="312"/>
                </a:cubicBezTo>
                <a:cubicBezTo>
                  <a:pt x="2230" y="552"/>
                  <a:pt x="2230" y="552"/>
                  <a:pt x="2230" y="552"/>
                </a:cubicBezTo>
                <a:cubicBezTo>
                  <a:pt x="2168" y="552"/>
                  <a:pt x="2168" y="552"/>
                  <a:pt x="2168" y="552"/>
                </a:cubicBezTo>
                <a:cubicBezTo>
                  <a:pt x="2168" y="270"/>
                  <a:pt x="2168" y="270"/>
                  <a:pt x="2168" y="270"/>
                </a:cubicBezTo>
                <a:cubicBezTo>
                  <a:pt x="2207" y="261"/>
                  <a:pt x="2251" y="254"/>
                  <a:pt x="2281" y="254"/>
                </a:cubicBezTo>
                <a:cubicBezTo>
                  <a:pt x="2384" y="254"/>
                  <a:pt x="2418" y="294"/>
                  <a:pt x="2418" y="363"/>
                </a:cubicBezTo>
                <a:close/>
                <a:moveTo>
                  <a:pt x="2733" y="157"/>
                </a:moveTo>
                <a:cubicBezTo>
                  <a:pt x="2733" y="552"/>
                  <a:pt x="2733" y="552"/>
                  <a:pt x="2733" y="552"/>
                </a:cubicBezTo>
                <a:cubicBezTo>
                  <a:pt x="2676" y="552"/>
                  <a:pt x="2676" y="552"/>
                  <a:pt x="2676" y="552"/>
                </a:cubicBezTo>
                <a:cubicBezTo>
                  <a:pt x="2672" y="516"/>
                  <a:pt x="2672" y="516"/>
                  <a:pt x="2672" y="516"/>
                </a:cubicBezTo>
                <a:cubicBezTo>
                  <a:pt x="2656" y="543"/>
                  <a:pt x="2632" y="559"/>
                  <a:pt x="2591" y="559"/>
                </a:cubicBezTo>
                <a:cubicBezTo>
                  <a:pt x="2517" y="559"/>
                  <a:pt x="2467" y="505"/>
                  <a:pt x="2467" y="410"/>
                </a:cubicBezTo>
                <a:cubicBezTo>
                  <a:pt x="2467" y="311"/>
                  <a:pt x="2520" y="254"/>
                  <a:pt x="2625" y="254"/>
                </a:cubicBezTo>
                <a:cubicBezTo>
                  <a:pt x="2641" y="254"/>
                  <a:pt x="2656" y="256"/>
                  <a:pt x="2671" y="259"/>
                </a:cubicBezTo>
                <a:cubicBezTo>
                  <a:pt x="2671" y="166"/>
                  <a:pt x="2671" y="166"/>
                  <a:pt x="2671" y="166"/>
                </a:cubicBezTo>
                <a:cubicBezTo>
                  <a:pt x="2690" y="159"/>
                  <a:pt x="2712" y="157"/>
                  <a:pt x="2733" y="157"/>
                </a:cubicBezTo>
                <a:close/>
                <a:moveTo>
                  <a:pt x="2671" y="487"/>
                </a:moveTo>
                <a:cubicBezTo>
                  <a:pt x="2671" y="313"/>
                  <a:pt x="2671" y="313"/>
                  <a:pt x="2671" y="313"/>
                </a:cubicBezTo>
                <a:cubicBezTo>
                  <a:pt x="2655" y="310"/>
                  <a:pt x="2638" y="307"/>
                  <a:pt x="2621" y="307"/>
                </a:cubicBezTo>
                <a:cubicBezTo>
                  <a:pt x="2560" y="307"/>
                  <a:pt x="2531" y="346"/>
                  <a:pt x="2531" y="410"/>
                </a:cubicBezTo>
                <a:cubicBezTo>
                  <a:pt x="2531" y="468"/>
                  <a:pt x="2554" y="508"/>
                  <a:pt x="2609" y="508"/>
                </a:cubicBezTo>
                <a:cubicBezTo>
                  <a:pt x="2634" y="508"/>
                  <a:pt x="2654" y="500"/>
                  <a:pt x="2671" y="487"/>
                </a:cubicBezTo>
                <a:close/>
                <a:moveTo>
                  <a:pt x="3045" y="432"/>
                </a:moveTo>
                <a:cubicBezTo>
                  <a:pt x="2847" y="432"/>
                  <a:pt x="2847" y="432"/>
                  <a:pt x="2847" y="432"/>
                </a:cubicBezTo>
                <a:cubicBezTo>
                  <a:pt x="2854" y="482"/>
                  <a:pt x="2884" y="506"/>
                  <a:pt x="2939" y="506"/>
                </a:cubicBezTo>
                <a:cubicBezTo>
                  <a:pt x="2973" y="506"/>
                  <a:pt x="3007" y="499"/>
                  <a:pt x="3038" y="485"/>
                </a:cubicBezTo>
                <a:cubicBezTo>
                  <a:pt x="3036" y="501"/>
                  <a:pt x="3033" y="522"/>
                  <a:pt x="3029" y="541"/>
                </a:cubicBezTo>
                <a:cubicBezTo>
                  <a:pt x="3001" y="554"/>
                  <a:pt x="2971" y="559"/>
                  <a:pt x="2937" y="559"/>
                </a:cubicBezTo>
                <a:cubicBezTo>
                  <a:pt x="2834" y="559"/>
                  <a:pt x="2783" y="502"/>
                  <a:pt x="2783" y="405"/>
                </a:cubicBezTo>
                <a:cubicBezTo>
                  <a:pt x="2783" y="321"/>
                  <a:pt x="2822" y="254"/>
                  <a:pt x="2921" y="254"/>
                </a:cubicBezTo>
                <a:cubicBezTo>
                  <a:pt x="3010" y="254"/>
                  <a:pt x="3048" y="313"/>
                  <a:pt x="3048" y="384"/>
                </a:cubicBezTo>
                <a:cubicBezTo>
                  <a:pt x="3048" y="401"/>
                  <a:pt x="3047" y="415"/>
                  <a:pt x="3045" y="432"/>
                </a:cubicBezTo>
                <a:close/>
                <a:moveTo>
                  <a:pt x="2845" y="380"/>
                </a:moveTo>
                <a:cubicBezTo>
                  <a:pt x="2985" y="380"/>
                  <a:pt x="2985" y="380"/>
                  <a:pt x="2985" y="380"/>
                </a:cubicBezTo>
                <a:cubicBezTo>
                  <a:pt x="2985" y="333"/>
                  <a:pt x="2960" y="306"/>
                  <a:pt x="2918" y="306"/>
                </a:cubicBezTo>
                <a:cubicBezTo>
                  <a:pt x="2874" y="306"/>
                  <a:pt x="2850" y="332"/>
                  <a:pt x="2845" y="380"/>
                </a:cubicBezTo>
                <a:close/>
                <a:moveTo>
                  <a:pt x="3262" y="257"/>
                </a:moveTo>
                <a:cubicBezTo>
                  <a:pt x="3262" y="275"/>
                  <a:pt x="3260" y="298"/>
                  <a:pt x="3256" y="310"/>
                </a:cubicBezTo>
                <a:cubicBezTo>
                  <a:pt x="3241" y="308"/>
                  <a:pt x="3227" y="307"/>
                  <a:pt x="3209" y="307"/>
                </a:cubicBezTo>
                <a:cubicBezTo>
                  <a:pt x="3194" y="307"/>
                  <a:pt x="3179" y="309"/>
                  <a:pt x="3164" y="311"/>
                </a:cubicBezTo>
                <a:cubicBezTo>
                  <a:pt x="3164" y="552"/>
                  <a:pt x="3164" y="552"/>
                  <a:pt x="3164" y="552"/>
                </a:cubicBezTo>
                <a:cubicBezTo>
                  <a:pt x="3102" y="552"/>
                  <a:pt x="3102" y="552"/>
                  <a:pt x="3102" y="552"/>
                </a:cubicBezTo>
                <a:cubicBezTo>
                  <a:pt x="3102" y="270"/>
                  <a:pt x="3102" y="270"/>
                  <a:pt x="3102" y="270"/>
                </a:cubicBezTo>
                <a:cubicBezTo>
                  <a:pt x="3128" y="261"/>
                  <a:pt x="3173" y="254"/>
                  <a:pt x="3208" y="254"/>
                </a:cubicBezTo>
                <a:cubicBezTo>
                  <a:pt x="3227" y="254"/>
                  <a:pt x="3248" y="255"/>
                  <a:pt x="3262" y="25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>
              <a:solidFill>
                <a:prstClr val="black"/>
              </a:solidFill>
            </a:endParaRPr>
          </a:p>
        </p:txBody>
      </p:sp>
      <p:pic>
        <p:nvPicPr>
          <p:cNvPr id="3" name="Picture 2" descr="NTT Data Business Solutions Türkiye Senior Data Scientist İş İlanı - 09 ...">
            <a:extLst>
              <a:ext uri="{FF2B5EF4-FFF2-40B4-BE49-F238E27FC236}">
                <a16:creationId xmlns:a16="http://schemas.microsoft.com/office/drawing/2014/main" id="{B9D8C5C5-2E26-3165-54A5-3B4010AD1F9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50" t="39459" r="23956" b="39089"/>
          <a:stretch>
            <a:fillRect/>
          </a:stretch>
        </p:blipFill>
        <p:spPr bwMode="auto">
          <a:xfrm>
            <a:off x="2130638" y="6315594"/>
            <a:ext cx="950995" cy="2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A91533D-E6F9-DD3F-8EF8-5BA678D3845D}"/>
              </a:ext>
            </a:extLst>
          </p:cNvPr>
          <p:cNvCxnSpPr/>
          <p:nvPr userDrawn="1"/>
        </p:nvCxnSpPr>
        <p:spPr>
          <a:xfrm>
            <a:off x="2059615" y="6214062"/>
            <a:ext cx="0" cy="3600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7257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ido y gráfic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lang="es-ES" sz="1300" kern="1200" smtClean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</a:lstStyle>
          <a:p>
            <a:fld id="{BC0D97B6-E32F-4D7D-B839-7C3B51F2640F}" type="slidenum">
              <a:rPr>
                <a:solidFill>
                  <a:srgbClr val="EC0000"/>
                </a:solidFill>
              </a:rPr>
              <a:pPr/>
              <a:t>‹#›</a:t>
            </a:fld>
            <a:endParaRPr>
              <a:solidFill>
                <a:srgbClr val="EC0000"/>
              </a:solidFill>
            </a:endParaRP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lang="es-ES" sz="1600" kern="1200" dirty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024" y="1087458"/>
            <a:ext cx="3911401" cy="1183132"/>
          </a:xfrm>
        </p:spPr>
        <p:txBody>
          <a:bodyPr anchor="t">
            <a:noAutofit/>
          </a:bodyPr>
          <a:lstStyle>
            <a:lvl1pPr>
              <a:defRPr lang="es-ES" sz="3800" kern="1200" dirty="0">
                <a:solidFill>
                  <a:schemeClr val="accent1"/>
                </a:solidFill>
                <a:latin typeface="Santander Headline" panose="020B0504020201020104" pitchFamily="34" charset="0"/>
                <a:ea typeface="+mj-ea"/>
                <a:cs typeface="+mj-cs"/>
              </a:defRPr>
            </a:lvl1pPr>
          </a:lstStyle>
          <a:p>
            <a:r>
              <a:rPr lang="es-ES"/>
              <a:t>Título del patrón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4" y="2517170"/>
            <a:ext cx="3911401" cy="350421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600" kern="1200" dirty="0">
                <a:solidFill>
                  <a:schemeClr val="tx2"/>
                </a:solidFill>
                <a:latin typeface="Santander Text Light" panose="020B03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25" y="1087438"/>
            <a:ext cx="6683550" cy="4933950"/>
          </a:xfrm>
        </p:spPr>
        <p:txBody>
          <a:bodyPr>
            <a:normAutofit/>
          </a:bodyPr>
          <a:lstStyle>
            <a:lvl1pPr marL="0" indent="0" algn="ctr">
              <a:buNone/>
              <a:defRPr lang="es-MX" sz="1600" kern="1200" dirty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</a:lstStyle>
          <a:p>
            <a:r>
              <a:rPr lang="es-MX"/>
              <a:t>Inserte </a:t>
            </a:r>
            <a:r>
              <a:rPr lang="es-MX" err="1"/>
              <a:t>aqu</a:t>
            </a:r>
            <a:r>
              <a:rPr lang="es-ES"/>
              <a:t>í su gráfico</a:t>
            </a:r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7A720A69-A401-44C4-A44F-11858CED5D46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32642" y="6262326"/>
            <a:ext cx="1171705" cy="206714"/>
          </a:xfrm>
          <a:custGeom>
            <a:avLst/>
            <a:gdLst>
              <a:gd name="T0" fmla="*/ 319 w 3262"/>
              <a:gd name="T1" fmla="*/ 39 h 572"/>
              <a:gd name="T2" fmla="*/ 300 w 3262"/>
              <a:gd name="T3" fmla="*/ 137 h 572"/>
              <a:gd name="T4" fmla="*/ 371 w 3262"/>
              <a:gd name="T5" fmla="*/ 405 h 572"/>
              <a:gd name="T6" fmla="*/ 244 w 3262"/>
              <a:gd name="T7" fmla="*/ 170 h 572"/>
              <a:gd name="T8" fmla="*/ 225 w 3262"/>
              <a:gd name="T9" fmla="*/ 267 h 572"/>
              <a:gd name="T10" fmla="*/ 300 w 3262"/>
              <a:gd name="T11" fmla="*/ 528 h 572"/>
              <a:gd name="T12" fmla="*/ 187 w 3262"/>
              <a:gd name="T13" fmla="*/ 333 h 572"/>
              <a:gd name="T14" fmla="*/ 300 w 3262"/>
              <a:gd name="T15" fmla="*/ 572 h 572"/>
              <a:gd name="T16" fmla="*/ 714 w 3262"/>
              <a:gd name="T17" fmla="*/ 540 h 572"/>
              <a:gd name="T18" fmla="*/ 910 w 3262"/>
              <a:gd name="T19" fmla="*/ 455 h 572"/>
              <a:gd name="T20" fmla="*/ 717 w 3262"/>
              <a:gd name="T21" fmla="*/ 258 h 572"/>
              <a:gd name="T22" fmla="*/ 945 w 3262"/>
              <a:gd name="T23" fmla="*/ 226 h 572"/>
              <a:gd name="T24" fmla="*/ 842 w 3262"/>
              <a:gd name="T25" fmla="*/ 322 h 572"/>
              <a:gd name="T26" fmla="*/ 829 w 3262"/>
              <a:gd name="T27" fmla="*/ 561 h 572"/>
              <a:gd name="T28" fmla="*/ 1277 w 3262"/>
              <a:gd name="T29" fmla="*/ 552 h 572"/>
              <a:gd name="T30" fmla="*/ 1138 w 3262"/>
              <a:gd name="T31" fmla="*/ 559 h 572"/>
              <a:gd name="T32" fmla="*/ 1277 w 3262"/>
              <a:gd name="T33" fmla="*/ 270 h 572"/>
              <a:gd name="T34" fmla="*/ 1171 w 3262"/>
              <a:gd name="T35" fmla="*/ 307 h 572"/>
              <a:gd name="T36" fmla="*/ 1215 w 3262"/>
              <a:gd name="T37" fmla="*/ 488 h 572"/>
              <a:gd name="T38" fmla="*/ 1533 w 3262"/>
              <a:gd name="T39" fmla="*/ 552 h 572"/>
              <a:gd name="T40" fmla="*/ 1407 w 3262"/>
              <a:gd name="T41" fmla="*/ 312 h 572"/>
              <a:gd name="T42" fmla="*/ 1345 w 3262"/>
              <a:gd name="T43" fmla="*/ 270 h 572"/>
              <a:gd name="T44" fmla="*/ 1767 w 3262"/>
              <a:gd name="T45" fmla="*/ 506 h 572"/>
              <a:gd name="T46" fmla="*/ 1756 w 3262"/>
              <a:gd name="T47" fmla="*/ 559 h 572"/>
              <a:gd name="T48" fmla="*/ 1719 w 3262"/>
              <a:gd name="T49" fmla="*/ 157 h 572"/>
              <a:gd name="T50" fmla="*/ 1812 w 3262"/>
              <a:gd name="T51" fmla="*/ 317 h 572"/>
              <a:gd name="T52" fmla="*/ 1767 w 3262"/>
              <a:gd name="T53" fmla="*/ 506 h 572"/>
              <a:gd name="T54" fmla="*/ 2043 w 3262"/>
              <a:gd name="T55" fmla="*/ 552 h 572"/>
              <a:gd name="T56" fmla="*/ 1836 w 3262"/>
              <a:gd name="T57" fmla="*/ 410 h 572"/>
              <a:gd name="T58" fmla="*/ 2038 w 3262"/>
              <a:gd name="T59" fmla="*/ 488 h 572"/>
              <a:gd name="T60" fmla="*/ 1899 w 3262"/>
              <a:gd name="T61" fmla="*/ 410 h 572"/>
              <a:gd name="T62" fmla="*/ 2418 w 3262"/>
              <a:gd name="T63" fmla="*/ 363 h 572"/>
              <a:gd name="T64" fmla="*/ 2356 w 3262"/>
              <a:gd name="T65" fmla="*/ 373 h 572"/>
              <a:gd name="T66" fmla="*/ 2230 w 3262"/>
              <a:gd name="T67" fmla="*/ 552 h 572"/>
              <a:gd name="T68" fmla="*/ 2281 w 3262"/>
              <a:gd name="T69" fmla="*/ 254 h 572"/>
              <a:gd name="T70" fmla="*/ 2733 w 3262"/>
              <a:gd name="T71" fmla="*/ 552 h 572"/>
              <a:gd name="T72" fmla="*/ 2591 w 3262"/>
              <a:gd name="T73" fmla="*/ 559 h 572"/>
              <a:gd name="T74" fmla="*/ 2671 w 3262"/>
              <a:gd name="T75" fmla="*/ 259 h 572"/>
              <a:gd name="T76" fmla="*/ 2671 w 3262"/>
              <a:gd name="T77" fmla="*/ 487 h 572"/>
              <a:gd name="T78" fmla="*/ 2531 w 3262"/>
              <a:gd name="T79" fmla="*/ 410 h 572"/>
              <a:gd name="T80" fmla="*/ 3045 w 3262"/>
              <a:gd name="T81" fmla="*/ 432 h 572"/>
              <a:gd name="T82" fmla="*/ 3038 w 3262"/>
              <a:gd name="T83" fmla="*/ 485 h 572"/>
              <a:gd name="T84" fmla="*/ 2783 w 3262"/>
              <a:gd name="T85" fmla="*/ 405 h 572"/>
              <a:gd name="T86" fmla="*/ 3045 w 3262"/>
              <a:gd name="T87" fmla="*/ 432 h 572"/>
              <a:gd name="T88" fmla="*/ 2918 w 3262"/>
              <a:gd name="T89" fmla="*/ 306 h 572"/>
              <a:gd name="T90" fmla="*/ 3256 w 3262"/>
              <a:gd name="T91" fmla="*/ 310 h 572"/>
              <a:gd name="T92" fmla="*/ 3164 w 3262"/>
              <a:gd name="T93" fmla="*/ 552 h 572"/>
              <a:gd name="T94" fmla="*/ 3208 w 3262"/>
              <a:gd name="T95" fmla="*/ 254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262" h="572">
                <a:moveTo>
                  <a:pt x="430" y="262"/>
                </a:moveTo>
                <a:cubicBezTo>
                  <a:pt x="429" y="241"/>
                  <a:pt x="424" y="221"/>
                  <a:pt x="413" y="202"/>
                </a:cubicBezTo>
                <a:cubicBezTo>
                  <a:pt x="319" y="39"/>
                  <a:pt x="319" y="39"/>
                  <a:pt x="319" y="39"/>
                </a:cubicBezTo>
                <a:cubicBezTo>
                  <a:pt x="312" y="27"/>
                  <a:pt x="307" y="14"/>
                  <a:pt x="304" y="0"/>
                </a:cubicBezTo>
                <a:cubicBezTo>
                  <a:pt x="300" y="7"/>
                  <a:pt x="300" y="7"/>
                  <a:pt x="300" y="7"/>
                </a:cubicBezTo>
                <a:cubicBezTo>
                  <a:pt x="277" y="47"/>
                  <a:pt x="277" y="97"/>
                  <a:pt x="300" y="137"/>
                </a:cubicBezTo>
                <a:cubicBezTo>
                  <a:pt x="375" y="267"/>
                  <a:pt x="375" y="267"/>
                  <a:pt x="375" y="267"/>
                </a:cubicBezTo>
                <a:cubicBezTo>
                  <a:pt x="399" y="308"/>
                  <a:pt x="399" y="357"/>
                  <a:pt x="375" y="398"/>
                </a:cubicBezTo>
                <a:cubicBezTo>
                  <a:pt x="371" y="405"/>
                  <a:pt x="371" y="405"/>
                  <a:pt x="371" y="405"/>
                </a:cubicBezTo>
                <a:cubicBezTo>
                  <a:pt x="369" y="391"/>
                  <a:pt x="364" y="378"/>
                  <a:pt x="356" y="365"/>
                </a:cubicBezTo>
                <a:cubicBezTo>
                  <a:pt x="288" y="246"/>
                  <a:pt x="288" y="246"/>
                  <a:pt x="288" y="246"/>
                </a:cubicBezTo>
                <a:cubicBezTo>
                  <a:pt x="244" y="170"/>
                  <a:pt x="244" y="170"/>
                  <a:pt x="244" y="170"/>
                </a:cubicBezTo>
                <a:cubicBezTo>
                  <a:pt x="236" y="157"/>
                  <a:pt x="232" y="144"/>
                  <a:pt x="229" y="130"/>
                </a:cubicBezTo>
                <a:cubicBezTo>
                  <a:pt x="225" y="137"/>
                  <a:pt x="225" y="137"/>
                  <a:pt x="225" y="137"/>
                </a:cubicBezTo>
                <a:cubicBezTo>
                  <a:pt x="202" y="177"/>
                  <a:pt x="202" y="227"/>
                  <a:pt x="225" y="267"/>
                </a:cubicBezTo>
                <a:cubicBezTo>
                  <a:pt x="225" y="267"/>
                  <a:pt x="225" y="267"/>
                  <a:pt x="225" y="267"/>
                </a:cubicBezTo>
                <a:cubicBezTo>
                  <a:pt x="300" y="398"/>
                  <a:pt x="300" y="398"/>
                  <a:pt x="300" y="398"/>
                </a:cubicBezTo>
                <a:cubicBezTo>
                  <a:pt x="323" y="438"/>
                  <a:pt x="323" y="488"/>
                  <a:pt x="300" y="528"/>
                </a:cubicBezTo>
                <a:cubicBezTo>
                  <a:pt x="296" y="535"/>
                  <a:pt x="296" y="535"/>
                  <a:pt x="296" y="535"/>
                </a:cubicBezTo>
                <a:cubicBezTo>
                  <a:pt x="293" y="521"/>
                  <a:pt x="288" y="508"/>
                  <a:pt x="281" y="495"/>
                </a:cubicBezTo>
                <a:cubicBezTo>
                  <a:pt x="187" y="333"/>
                  <a:pt x="187" y="333"/>
                  <a:pt x="187" y="333"/>
                </a:cubicBezTo>
                <a:cubicBezTo>
                  <a:pt x="175" y="311"/>
                  <a:pt x="169" y="286"/>
                  <a:pt x="170" y="262"/>
                </a:cubicBezTo>
                <a:cubicBezTo>
                  <a:pt x="69" y="288"/>
                  <a:pt x="0" y="344"/>
                  <a:pt x="0" y="409"/>
                </a:cubicBezTo>
                <a:cubicBezTo>
                  <a:pt x="0" y="499"/>
                  <a:pt x="134" y="572"/>
                  <a:pt x="300" y="572"/>
                </a:cubicBezTo>
                <a:cubicBezTo>
                  <a:pt x="466" y="572"/>
                  <a:pt x="600" y="499"/>
                  <a:pt x="600" y="409"/>
                </a:cubicBezTo>
                <a:cubicBezTo>
                  <a:pt x="600" y="344"/>
                  <a:pt x="531" y="288"/>
                  <a:pt x="430" y="262"/>
                </a:cubicBezTo>
                <a:close/>
                <a:moveTo>
                  <a:pt x="714" y="540"/>
                </a:moveTo>
                <a:cubicBezTo>
                  <a:pt x="715" y="517"/>
                  <a:pt x="718" y="501"/>
                  <a:pt x="725" y="483"/>
                </a:cubicBezTo>
                <a:cubicBezTo>
                  <a:pt x="756" y="498"/>
                  <a:pt x="797" y="505"/>
                  <a:pt x="828" y="505"/>
                </a:cubicBezTo>
                <a:cubicBezTo>
                  <a:pt x="880" y="505"/>
                  <a:pt x="910" y="488"/>
                  <a:pt x="910" y="455"/>
                </a:cubicBezTo>
                <a:cubicBezTo>
                  <a:pt x="910" y="422"/>
                  <a:pt x="888" y="407"/>
                  <a:pt x="835" y="384"/>
                </a:cubicBezTo>
                <a:cubicBezTo>
                  <a:pt x="806" y="371"/>
                  <a:pt x="806" y="371"/>
                  <a:pt x="806" y="371"/>
                </a:cubicBezTo>
                <a:cubicBezTo>
                  <a:pt x="753" y="348"/>
                  <a:pt x="717" y="318"/>
                  <a:pt x="717" y="258"/>
                </a:cubicBezTo>
                <a:cubicBezTo>
                  <a:pt x="717" y="194"/>
                  <a:pt x="762" y="153"/>
                  <a:pt x="853" y="153"/>
                </a:cubicBezTo>
                <a:cubicBezTo>
                  <a:pt x="890" y="153"/>
                  <a:pt x="924" y="158"/>
                  <a:pt x="956" y="169"/>
                </a:cubicBezTo>
                <a:cubicBezTo>
                  <a:pt x="955" y="192"/>
                  <a:pt x="951" y="209"/>
                  <a:pt x="945" y="226"/>
                </a:cubicBezTo>
                <a:cubicBezTo>
                  <a:pt x="915" y="214"/>
                  <a:pt x="879" y="209"/>
                  <a:pt x="853" y="209"/>
                </a:cubicBezTo>
                <a:cubicBezTo>
                  <a:pt x="804" y="209"/>
                  <a:pt x="781" y="228"/>
                  <a:pt x="781" y="258"/>
                </a:cubicBezTo>
                <a:cubicBezTo>
                  <a:pt x="781" y="288"/>
                  <a:pt x="803" y="305"/>
                  <a:pt x="842" y="322"/>
                </a:cubicBezTo>
                <a:cubicBezTo>
                  <a:pt x="873" y="335"/>
                  <a:pt x="873" y="335"/>
                  <a:pt x="873" y="335"/>
                </a:cubicBezTo>
                <a:cubicBezTo>
                  <a:pt x="945" y="365"/>
                  <a:pt x="974" y="397"/>
                  <a:pt x="974" y="452"/>
                </a:cubicBezTo>
                <a:cubicBezTo>
                  <a:pt x="974" y="517"/>
                  <a:pt x="925" y="561"/>
                  <a:pt x="829" y="561"/>
                </a:cubicBezTo>
                <a:cubicBezTo>
                  <a:pt x="783" y="561"/>
                  <a:pt x="745" y="555"/>
                  <a:pt x="714" y="540"/>
                </a:cubicBezTo>
                <a:close/>
                <a:moveTo>
                  <a:pt x="1277" y="270"/>
                </a:moveTo>
                <a:cubicBezTo>
                  <a:pt x="1277" y="552"/>
                  <a:pt x="1277" y="552"/>
                  <a:pt x="1277" y="552"/>
                </a:cubicBezTo>
                <a:cubicBezTo>
                  <a:pt x="1220" y="552"/>
                  <a:pt x="1220" y="552"/>
                  <a:pt x="1220" y="552"/>
                </a:cubicBezTo>
                <a:cubicBezTo>
                  <a:pt x="1217" y="518"/>
                  <a:pt x="1217" y="518"/>
                  <a:pt x="1217" y="518"/>
                </a:cubicBezTo>
                <a:cubicBezTo>
                  <a:pt x="1201" y="543"/>
                  <a:pt x="1177" y="559"/>
                  <a:pt x="1138" y="559"/>
                </a:cubicBezTo>
                <a:cubicBezTo>
                  <a:pt x="1063" y="559"/>
                  <a:pt x="1013" y="505"/>
                  <a:pt x="1013" y="410"/>
                </a:cubicBezTo>
                <a:cubicBezTo>
                  <a:pt x="1013" y="311"/>
                  <a:pt x="1066" y="254"/>
                  <a:pt x="1171" y="254"/>
                </a:cubicBezTo>
                <a:cubicBezTo>
                  <a:pt x="1211" y="254"/>
                  <a:pt x="1245" y="259"/>
                  <a:pt x="1277" y="270"/>
                </a:cubicBezTo>
                <a:close/>
                <a:moveTo>
                  <a:pt x="1215" y="488"/>
                </a:moveTo>
                <a:cubicBezTo>
                  <a:pt x="1215" y="311"/>
                  <a:pt x="1215" y="311"/>
                  <a:pt x="1215" y="311"/>
                </a:cubicBezTo>
                <a:cubicBezTo>
                  <a:pt x="1202" y="309"/>
                  <a:pt x="1188" y="307"/>
                  <a:pt x="1171" y="307"/>
                </a:cubicBezTo>
                <a:cubicBezTo>
                  <a:pt x="1107" y="307"/>
                  <a:pt x="1077" y="347"/>
                  <a:pt x="1077" y="410"/>
                </a:cubicBezTo>
                <a:cubicBezTo>
                  <a:pt x="1077" y="468"/>
                  <a:pt x="1100" y="508"/>
                  <a:pt x="1155" y="508"/>
                </a:cubicBezTo>
                <a:cubicBezTo>
                  <a:pt x="1179" y="508"/>
                  <a:pt x="1199" y="500"/>
                  <a:pt x="1215" y="488"/>
                </a:cubicBezTo>
                <a:close/>
                <a:moveTo>
                  <a:pt x="1595" y="363"/>
                </a:moveTo>
                <a:cubicBezTo>
                  <a:pt x="1595" y="552"/>
                  <a:pt x="1595" y="552"/>
                  <a:pt x="1595" y="552"/>
                </a:cubicBezTo>
                <a:cubicBezTo>
                  <a:pt x="1533" y="552"/>
                  <a:pt x="1533" y="552"/>
                  <a:pt x="1533" y="552"/>
                </a:cubicBezTo>
                <a:cubicBezTo>
                  <a:pt x="1533" y="373"/>
                  <a:pt x="1533" y="373"/>
                  <a:pt x="1533" y="373"/>
                </a:cubicBezTo>
                <a:cubicBezTo>
                  <a:pt x="1533" y="329"/>
                  <a:pt x="1518" y="307"/>
                  <a:pt x="1456" y="307"/>
                </a:cubicBezTo>
                <a:cubicBezTo>
                  <a:pt x="1442" y="307"/>
                  <a:pt x="1424" y="309"/>
                  <a:pt x="1407" y="312"/>
                </a:cubicBezTo>
                <a:cubicBezTo>
                  <a:pt x="1407" y="552"/>
                  <a:pt x="1407" y="552"/>
                  <a:pt x="1407" y="552"/>
                </a:cubicBezTo>
                <a:cubicBezTo>
                  <a:pt x="1345" y="552"/>
                  <a:pt x="1345" y="552"/>
                  <a:pt x="1345" y="552"/>
                </a:cubicBezTo>
                <a:cubicBezTo>
                  <a:pt x="1345" y="270"/>
                  <a:pt x="1345" y="270"/>
                  <a:pt x="1345" y="270"/>
                </a:cubicBezTo>
                <a:cubicBezTo>
                  <a:pt x="1385" y="261"/>
                  <a:pt x="1428" y="254"/>
                  <a:pt x="1458" y="254"/>
                </a:cubicBezTo>
                <a:cubicBezTo>
                  <a:pt x="1562" y="254"/>
                  <a:pt x="1595" y="294"/>
                  <a:pt x="1595" y="363"/>
                </a:cubicBezTo>
                <a:close/>
                <a:moveTo>
                  <a:pt x="1767" y="506"/>
                </a:moveTo>
                <a:cubicBezTo>
                  <a:pt x="1785" y="506"/>
                  <a:pt x="1802" y="503"/>
                  <a:pt x="1816" y="498"/>
                </a:cubicBezTo>
                <a:cubicBezTo>
                  <a:pt x="1814" y="515"/>
                  <a:pt x="1812" y="534"/>
                  <a:pt x="1808" y="550"/>
                </a:cubicBezTo>
                <a:cubicBezTo>
                  <a:pt x="1791" y="557"/>
                  <a:pt x="1773" y="559"/>
                  <a:pt x="1756" y="559"/>
                </a:cubicBezTo>
                <a:cubicBezTo>
                  <a:pt x="1696" y="559"/>
                  <a:pt x="1657" y="531"/>
                  <a:pt x="1657" y="463"/>
                </a:cubicBezTo>
                <a:cubicBezTo>
                  <a:pt x="1657" y="166"/>
                  <a:pt x="1657" y="166"/>
                  <a:pt x="1657" y="166"/>
                </a:cubicBezTo>
                <a:cubicBezTo>
                  <a:pt x="1676" y="160"/>
                  <a:pt x="1700" y="157"/>
                  <a:pt x="1719" y="157"/>
                </a:cubicBezTo>
                <a:cubicBezTo>
                  <a:pt x="1719" y="264"/>
                  <a:pt x="1719" y="264"/>
                  <a:pt x="1719" y="264"/>
                </a:cubicBezTo>
                <a:cubicBezTo>
                  <a:pt x="1817" y="264"/>
                  <a:pt x="1817" y="264"/>
                  <a:pt x="1817" y="264"/>
                </a:cubicBezTo>
                <a:cubicBezTo>
                  <a:pt x="1816" y="283"/>
                  <a:pt x="1815" y="301"/>
                  <a:pt x="1812" y="317"/>
                </a:cubicBezTo>
                <a:cubicBezTo>
                  <a:pt x="1719" y="317"/>
                  <a:pt x="1719" y="317"/>
                  <a:pt x="1719" y="317"/>
                </a:cubicBezTo>
                <a:cubicBezTo>
                  <a:pt x="1719" y="455"/>
                  <a:pt x="1719" y="455"/>
                  <a:pt x="1719" y="455"/>
                </a:cubicBezTo>
                <a:cubicBezTo>
                  <a:pt x="1719" y="492"/>
                  <a:pt x="1737" y="506"/>
                  <a:pt x="1767" y="506"/>
                </a:cubicBezTo>
                <a:close/>
                <a:moveTo>
                  <a:pt x="2100" y="270"/>
                </a:moveTo>
                <a:cubicBezTo>
                  <a:pt x="2100" y="552"/>
                  <a:pt x="2100" y="552"/>
                  <a:pt x="2100" y="552"/>
                </a:cubicBezTo>
                <a:cubicBezTo>
                  <a:pt x="2043" y="552"/>
                  <a:pt x="2043" y="552"/>
                  <a:pt x="2043" y="552"/>
                </a:cubicBezTo>
                <a:cubicBezTo>
                  <a:pt x="2040" y="518"/>
                  <a:pt x="2040" y="518"/>
                  <a:pt x="2040" y="518"/>
                </a:cubicBezTo>
                <a:cubicBezTo>
                  <a:pt x="2024" y="543"/>
                  <a:pt x="2000" y="559"/>
                  <a:pt x="1960" y="559"/>
                </a:cubicBezTo>
                <a:cubicBezTo>
                  <a:pt x="1886" y="559"/>
                  <a:pt x="1836" y="505"/>
                  <a:pt x="1836" y="410"/>
                </a:cubicBezTo>
                <a:cubicBezTo>
                  <a:pt x="1836" y="311"/>
                  <a:pt x="1889" y="254"/>
                  <a:pt x="1993" y="254"/>
                </a:cubicBezTo>
                <a:cubicBezTo>
                  <a:pt x="2034" y="254"/>
                  <a:pt x="2067" y="259"/>
                  <a:pt x="2100" y="270"/>
                </a:cubicBezTo>
                <a:close/>
                <a:moveTo>
                  <a:pt x="2038" y="488"/>
                </a:moveTo>
                <a:cubicBezTo>
                  <a:pt x="2038" y="311"/>
                  <a:pt x="2038" y="311"/>
                  <a:pt x="2038" y="311"/>
                </a:cubicBezTo>
                <a:cubicBezTo>
                  <a:pt x="2025" y="309"/>
                  <a:pt x="2011" y="307"/>
                  <a:pt x="1993" y="307"/>
                </a:cubicBezTo>
                <a:cubicBezTo>
                  <a:pt x="1929" y="307"/>
                  <a:pt x="1899" y="347"/>
                  <a:pt x="1899" y="410"/>
                </a:cubicBezTo>
                <a:cubicBezTo>
                  <a:pt x="1899" y="468"/>
                  <a:pt x="1922" y="508"/>
                  <a:pt x="1978" y="508"/>
                </a:cubicBezTo>
                <a:cubicBezTo>
                  <a:pt x="2002" y="508"/>
                  <a:pt x="2022" y="500"/>
                  <a:pt x="2038" y="488"/>
                </a:cubicBezTo>
                <a:close/>
                <a:moveTo>
                  <a:pt x="2418" y="363"/>
                </a:moveTo>
                <a:cubicBezTo>
                  <a:pt x="2418" y="552"/>
                  <a:pt x="2418" y="552"/>
                  <a:pt x="2418" y="552"/>
                </a:cubicBezTo>
                <a:cubicBezTo>
                  <a:pt x="2356" y="552"/>
                  <a:pt x="2356" y="552"/>
                  <a:pt x="2356" y="552"/>
                </a:cubicBezTo>
                <a:cubicBezTo>
                  <a:pt x="2356" y="373"/>
                  <a:pt x="2356" y="373"/>
                  <a:pt x="2356" y="373"/>
                </a:cubicBezTo>
                <a:cubicBezTo>
                  <a:pt x="2356" y="329"/>
                  <a:pt x="2341" y="307"/>
                  <a:pt x="2279" y="307"/>
                </a:cubicBezTo>
                <a:cubicBezTo>
                  <a:pt x="2264" y="307"/>
                  <a:pt x="2247" y="309"/>
                  <a:pt x="2230" y="312"/>
                </a:cubicBezTo>
                <a:cubicBezTo>
                  <a:pt x="2230" y="552"/>
                  <a:pt x="2230" y="552"/>
                  <a:pt x="2230" y="552"/>
                </a:cubicBezTo>
                <a:cubicBezTo>
                  <a:pt x="2168" y="552"/>
                  <a:pt x="2168" y="552"/>
                  <a:pt x="2168" y="552"/>
                </a:cubicBezTo>
                <a:cubicBezTo>
                  <a:pt x="2168" y="270"/>
                  <a:pt x="2168" y="270"/>
                  <a:pt x="2168" y="270"/>
                </a:cubicBezTo>
                <a:cubicBezTo>
                  <a:pt x="2207" y="261"/>
                  <a:pt x="2251" y="254"/>
                  <a:pt x="2281" y="254"/>
                </a:cubicBezTo>
                <a:cubicBezTo>
                  <a:pt x="2384" y="254"/>
                  <a:pt x="2418" y="294"/>
                  <a:pt x="2418" y="363"/>
                </a:cubicBezTo>
                <a:close/>
                <a:moveTo>
                  <a:pt x="2733" y="157"/>
                </a:moveTo>
                <a:cubicBezTo>
                  <a:pt x="2733" y="552"/>
                  <a:pt x="2733" y="552"/>
                  <a:pt x="2733" y="552"/>
                </a:cubicBezTo>
                <a:cubicBezTo>
                  <a:pt x="2676" y="552"/>
                  <a:pt x="2676" y="552"/>
                  <a:pt x="2676" y="552"/>
                </a:cubicBezTo>
                <a:cubicBezTo>
                  <a:pt x="2672" y="516"/>
                  <a:pt x="2672" y="516"/>
                  <a:pt x="2672" y="516"/>
                </a:cubicBezTo>
                <a:cubicBezTo>
                  <a:pt x="2656" y="543"/>
                  <a:pt x="2632" y="559"/>
                  <a:pt x="2591" y="559"/>
                </a:cubicBezTo>
                <a:cubicBezTo>
                  <a:pt x="2517" y="559"/>
                  <a:pt x="2467" y="505"/>
                  <a:pt x="2467" y="410"/>
                </a:cubicBezTo>
                <a:cubicBezTo>
                  <a:pt x="2467" y="311"/>
                  <a:pt x="2520" y="254"/>
                  <a:pt x="2625" y="254"/>
                </a:cubicBezTo>
                <a:cubicBezTo>
                  <a:pt x="2641" y="254"/>
                  <a:pt x="2656" y="256"/>
                  <a:pt x="2671" y="259"/>
                </a:cubicBezTo>
                <a:cubicBezTo>
                  <a:pt x="2671" y="166"/>
                  <a:pt x="2671" y="166"/>
                  <a:pt x="2671" y="166"/>
                </a:cubicBezTo>
                <a:cubicBezTo>
                  <a:pt x="2690" y="159"/>
                  <a:pt x="2712" y="157"/>
                  <a:pt x="2733" y="157"/>
                </a:cubicBezTo>
                <a:close/>
                <a:moveTo>
                  <a:pt x="2671" y="487"/>
                </a:moveTo>
                <a:cubicBezTo>
                  <a:pt x="2671" y="313"/>
                  <a:pt x="2671" y="313"/>
                  <a:pt x="2671" y="313"/>
                </a:cubicBezTo>
                <a:cubicBezTo>
                  <a:pt x="2655" y="310"/>
                  <a:pt x="2638" y="307"/>
                  <a:pt x="2621" y="307"/>
                </a:cubicBezTo>
                <a:cubicBezTo>
                  <a:pt x="2560" y="307"/>
                  <a:pt x="2531" y="346"/>
                  <a:pt x="2531" y="410"/>
                </a:cubicBezTo>
                <a:cubicBezTo>
                  <a:pt x="2531" y="468"/>
                  <a:pt x="2554" y="508"/>
                  <a:pt x="2609" y="508"/>
                </a:cubicBezTo>
                <a:cubicBezTo>
                  <a:pt x="2634" y="508"/>
                  <a:pt x="2654" y="500"/>
                  <a:pt x="2671" y="487"/>
                </a:cubicBezTo>
                <a:close/>
                <a:moveTo>
                  <a:pt x="3045" y="432"/>
                </a:moveTo>
                <a:cubicBezTo>
                  <a:pt x="2847" y="432"/>
                  <a:pt x="2847" y="432"/>
                  <a:pt x="2847" y="432"/>
                </a:cubicBezTo>
                <a:cubicBezTo>
                  <a:pt x="2854" y="482"/>
                  <a:pt x="2884" y="506"/>
                  <a:pt x="2939" y="506"/>
                </a:cubicBezTo>
                <a:cubicBezTo>
                  <a:pt x="2973" y="506"/>
                  <a:pt x="3007" y="499"/>
                  <a:pt x="3038" y="485"/>
                </a:cubicBezTo>
                <a:cubicBezTo>
                  <a:pt x="3036" y="501"/>
                  <a:pt x="3033" y="522"/>
                  <a:pt x="3029" y="541"/>
                </a:cubicBezTo>
                <a:cubicBezTo>
                  <a:pt x="3001" y="554"/>
                  <a:pt x="2971" y="559"/>
                  <a:pt x="2937" y="559"/>
                </a:cubicBezTo>
                <a:cubicBezTo>
                  <a:pt x="2834" y="559"/>
                  <a:pt x="2783" y="502"/>
                  <a:pt x="2783" y="405"/>
                </a:cubicBezTo>
                <a:cubicBezTo>
                  <a:pt x="2783" y="321"/>
                  <a:pt x="2822" y="254"/>
                  <a:pt x="2921" y="254"/>
                </a:cubicBezTo>
                <a:cubicBezTo>
                  <a:pt x="3010" y="254"/>
                  <a:pt x="3048" y="313"/>
                  <a:pt x="3048" y="384"/>
                </a:cubicBezTo>
                <a:cubicBezTo>
                  <a:pt x="3048" y="401"/>
                  <a:pt x="3047" y="415"/>
                  <a:pt x="3045" y="432"/>
                </a:cubicBezTo>
                <a:close/>
                <a:moveTo>
                  <a:pt x="2845" y="380"/>
                </a:moveTo>
                <a:cubicBezTo>
                  <a:pt x="2985" y="380"/>
                  <a:pt x="2985" y="380"/>
                  <a:pt x="2985" y="380"/>
                </a:cubicBezTo>
                <a:cubicBezTo>
                  <a:pt x="2985" y="333"/>
                  <a:pt x="2960" y="306"/>
                  <a:pt x="2918" y="306"/>
                </a:cubicBezTo>
                <a:cubicBezTo>
                  <a:pt x="2874" y="306"/>
                  <a:pt x="2850" y="332"/>
                  <a:pt x="2845" y="380"/>
                </a:cubicBezTo>
                <a:close/>
                <a:moveTo>
                  <a:pt x="3262" y="257"/>
                </a:moveTo>
                <a:cubicBezTo>
                  <a:pt x="3262" y="275"/>
                  <a:pt x="3260" y="298"/>
                  <a:pt x="3256" y="310"/>
                </a:cubicBezTo>
                <a:cubicBezTo>
                  <a:pt x="3241" y="308"/>
                  <a:pt x="3227" y="307"/>
                  <a:pt x="3209" y="307"/>
                </a:cubicBezTo>
                <a:cubicBezTo>
                  <a:pt x="3194" y="307"/>
                  <a:pt x="3179" y="309"/>
                  <a:pt x="3164" y="311"/>
                </a:cubicBezTo>
                <a:cubicBezTo>
                  <a:pt x="3164" y="552"/>
                  <a:pt x="3164" y="552"/>
                  <a:pt x="3164" y="552"/>
                </a:cubicBezTo>
                <a:cubicBezTo>
                  <a:pt x="3102" y="552"/>
                  <a:pt x="3102" y="552"/>
                  <a:pt x="3102" y="552"/>
                </a:cubicBezTo>
                <a:cubicBezTo>
                  <a:pt x="3102" y="270"/>
                  <a:pt x="3102" y="270"/>
                  <a:pt x="3102" y="270"/>
                </a:cubicBezTo>
                <a:cubicBezTo>
                  <a:pt x="3128" y="261"/>
                  <a:pt x="3173" y="254"/>
                  <a:pt x="3208" y="254"/>
                </a:cubicBezTo>
                <a:cubicBezTo>
                  <a:pt x="3227" y="254"/>
                  <a:pt x="3248" y="255"/>
                  <a:pt x="3262" y="25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>
              <a:solidFill>
                <a:prstClr val="black"/>
              </a:solidFill>
            </a:endParaRPr>
          </a:p>
        </p:txBody>
      </p:sp>
      <p:pic>
        <p:nvPicPr>
          <p:cNvPr id="2" name="Picture 2" descr="NTT Data Business Solutions Türkiye Senior Data Scientist İş İlanı - 09 ...">
            <a:extLst>
              <a:ext uri="{FF2B5EF4-FFF2-40B4-BE49-F238E27FC236}">
                <a16:creationId xmlns:a16="http://schemas.microsoft.com/office/drawing/2014/main" id="{4EA58996-7A05-3B4A-F380-9014D34C132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50" t="39459" r="23956" b="39089"/>
          <a:stretch>
            <a:fillRect/>
          </a:stretch>
        </p:blipFill>
        <p:spPr bwMode="auto">
          <a:xfrm>
            <a:off x="2130638" y="6315594"/>
            <a:ext cx="950995" cy="2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D95D898-2F8A-510F-05FD-506F764A27B8}"/>
              </a:ext>
            </a:extLst>
          </p:cNvPr>
          <p:cNvCxnSpPr/>
          <p:nvPr userDrawn="1"/>
        </p:nvCxnSpPr>
        <p:spPr>
          <a:xfrm>
            <a:off x="2059615" y="6214062"/>
            <a:ext cx="0" cy="3600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8062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ido y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lang="es-ES" sz="1300" kern="1200" smtClean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</a:lstStyle>
          <a:p>
            <a:fld id="{BC0D97B6-E32F-4D7D-B839-7C3B51F2640F}" type="slidenum">
              <a:rPr>
                <a:solidFill>
                  <a:srgbClr val="EC0000"/>
                </a:solidFill>
              </a:rPr>
              <a:pPr/>
              <a:t>‹#›</a:t>
            </a:fld>
            <a:endParaRPr>
              <a:solidFill>
                <a:srgbClr val="EC0000"/>
              </a:solidFill>
            </a:endParaRP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3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lang="es-ES" sz="1600" kern="1200" dirty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4" y="1087459"/>
            <a:ext cx="3911401" cy="493392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600" kern="1200" dirty="0">
                <a:solidFill>
                  <a:schemeClr val="tx2"/>
                </a:solidFill>
                <a:latin typeface="Santander Text Light" panose="020B03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581149"/>
            <a:ext cx="6612965" cy="4440239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kumimoji="0" lang="es-ES" sz="1200" b="0" i="0" u="none" strike="noStrike" kern="1200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Santander Text Light" panose="020B0304020201020104" pitchFamily="34" charset="0"/>
                <a:ea typeface="+mn-ea"/>
                <a:cs typeface="+mn-cs"/>
              </a:defRPr>
            </a:lvl1pPr>
          </a:lstStyle>
          <a:p>
            <a:r>
              <a:rPr lang="es-ES"/>
              <a:t>Inserte aquí su tabla</a:t>
            </a:r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4" y="1087458"/>
            <a:ext cx="6587576" cy="38150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b="1" kern="1200" dirty="0">
                <a:solidFill>
                  <a:schemeClr val="tx2"/>
                </a:solidFill>
                <a:latin typeface="Santander Text Light" panose="020B03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4FF6CD27-D37B-4983-AEF9-0169EB032F74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32642" y="6262326"/>
            <a:ext cx="1171705" cy="206714"/>
          </a:xfrm>
          <a:custGeom>
            <a:avLst/>
            <a:gdLst>
              <a:gd name="T0" fmla="*/ 319 w 3262"/>
              <a:gd name="T1" fmla="*/ 39 h 572"/>
              <a:gd name="T2" fmla="*/ 300 w 3262"/>
              <a:gd name="T3" fmla="*/ 137 h 572"/>
              <a:gd name="T4" fmla="*/ 371 w 3262"/>
              <a:gd name="T5" fmla="*/ 405 h 572"/>
              <a:gd name="T6" fmla="*/ 244 w 3262"/>
              <a:gd name="T7" fmla="*/ 170 h 572"/>
              <a:gd name="T8" fmla="*/ 225 w 3262"/>
              <a:gd name="T9" fmla="*/ 267 h 572"/>
              <a:gd name="T10" fmla="*/ 300 w 3262"/>
              <a:gd name="T11" fmla="*/ 528 h 572"/>
              <a:gd name="T12" fmla="*/ 187 w 3262"/>
              <a:gd name="T13" fmla="*/ 333 h 572"/>
              <a:gd name="T14" fmla="*/ 300 w 3262"/>
              <a:gd name="T15" fmla="*/ 572 h 572"/>
              <a:gd name="T16" fmla="*/ 714 w 3262"/>
              <a:gd name="T17" fmla="*/ 540 h 572"/>
              <a:gd name="T18" fmla="*/ 910 w 3262"/>
              <a:gd name="T19" fmla="*/ 455 h 572"/>
              <a:gd name="T20" fmla="*/ 717 w 3262"/>
              <a:gd name="T21" fmla="*/ 258 h 572"/>
              <a:gd name="T22" fmla="*/ 945 w 3262"/>
              <a:gd name="T23" fmla="*/ 226 h 572"/>
              <a:gd name="T24" fmla="*/ 842 w 3262"/>
              <a:gd name="T25" fmla="*/ 322 h 572"/>
              <a:gd name="T26" fmla="*/ 829 w 3262"/>
              <a:gd name="T27" fmla="*/ 561 h 572"/>
              <a:gd name="T28" fmla="*/ 1277 w 3262"/>
              <a:gd name="T29" fmla="*/ 552 h 572"/>
              <a:gd name="T30" fmla="*/ 1138 w 3262"/>
              <a:gd name="T31" fmla="*/ 559 h 572"/>
              <a:gd name="T32" fmla="*/ 1277 w 3262"/>
              <a:gd name="T33" fmla="*/ 270 h 572"/>
              <a:gd name="T34" fmla="*/ 1171 w 3262"/>
              <a:gd name="T35" fmla="*/ 307 h 572"/>
              <a:gd name="T36" fmla="*/ 1215 w 3262"/>
              <a:gd name="T37" fmla="*/ 488 h 572"/>
              <a:gd name="T38" fmla="*/ 1533 w 3262"/>
              <a:gd name="T39" fmla="*/ 552 h 572"/>
              <a:gd name="T40" fmla="*/ 1407 w 3262"/>
              <a:gd name="T41" fmla="*/ 312 h 572"/>
              <a:gd name="T42" fmla="*/ 1345 w 3262"/>
              <a:gd name="T43" fmla="*/ 270 h 572"/>
              <a:gd name="T44" fmla="*/ 1767 w 3262"/>
              <a:gd name="T45" fmla="*/ 506 h 572"/>
              <a:gd name="T46" fmla="*/ 1756 w 3262"/>
              <a:gd name="T47" fmla="*/ 559 h 572"/>
              <a:gd name="T48" fmla="*/ 1719 w 3262"/>
              <a:gd name="T49" fmla="*/ 157 h 572"/>
              <a:gd name="T50" fmla="*/ 1812 w 3262"/>
              <a:gd name="T51" fmla="*/ 317 h 572"/>
              <a:gd name="T52" fmla="*/ 1767 w 3262"/>
              <a:gd name="T53" fmla="*/ 506 h 572"/>
              <a:gd name="T54" fmla="*/ 2043 w 3262"/>
              <a:gd name="T55" fmla="*/ 552 h 572"/>
              <a:gd name="T56" fmla="*/ 1836 w 3262"/>
              <a:gd name="T57" fmla="*/ 410 h 572"/>
              <a:gd name="T58" fmla="*/ 2038 w 3262"/>
              <a:gd name="T59" fmla="*/ 488 h 572"/>
              <a:gd name="T60" fmla="*/ 1899 w 3262"/>
              <a:gd name="T61" fmla="*/ 410 h 572"/>
              <a:gd name="T62" fmla="*/ 2418 w 3262"/>
              <a:gd name="T63" fmla="*/ 363 h 572"/>
              <a:gd name="T64" fmla="*/ 2356 w 3262"/>
              <a:gd name="T65" fmla="*/ 373 h 572"/>
              <a:gd name="T66" fmla="*/ 2230 w 3262"/>
              <a:gd name="T67" fmla="*/ 552 h 572"/>
              <a:gd name="T68" fmla="*/ 2281 w 3262"/>
              <a:gd name="T69" fmla="*/ 254 h 572"/>
              <a:gd name="T70" fmla="*/ 2733 w 3262"/>
              <a:gd name="T71" fmla="*/ 552 h 572"/>
              <a:gd name="T72" fmla="*/ 2591 w 3262"/>
              <a:gd name="T73" fmla="*/ 559 h 572"/>
              <a:gd name="T74" fmla="*/ 2671 w 3262"/>
              <a:gd name="T75" fmla="*/ 259 h 572"/>
              <a:gd name="T76" fmla="*/ 2671 w 3262"/>
              <a:gd name="T77" fmla="*/ 487 h 572"/>
              <a:gd name="T78" fmla="*/ 2531 w 3262"/>
              <a:gd name="T79" fmla="*/ 410 h 572"/>
              <a:gd name="T80" fmla="*/ 3045 w 3262"/>
              <a:gd name="T81" fmla="*/ 432 h 572"/>
              <a:gd name="T82" fmla="*/ 3038 w 3262"/>
              <a:gd name="T83" fmla="*/ 485 h 572"/>
              <a:gd name="T84" fmla="*/ 2783 w 3262"/>
              <a:gd name="T85" fmla="*/ 405 h 572"/>
              <a:gd name="T86" fmla="*/ 3045 w 3262"/>
              <a:gd name="T87" fmla="*/ 432 h 572"/>
              <a:gd name="T88" fmla="*/ 2918 w 3262"/>
              <a:gd name="T89" fmla="*/ 306 h 572"/>
              <a:gd name="T90" fmla="*/ 3256 w 3262"/>
              <a:gd name="T91" fmla="*/ 310 h 572"/>
              <a:gd name="T92" fmla="*/ 3164 w 3262"/>
              <a:gd name="T93" fmla="*/ 552 h 572"/>
              <a:gd name="T94" fmla="*/ 3208 w 3262"/>
              <a:gd name="T95" fmla="*/ 254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262" h="572">
                <a:moveTo>
                  <a:pt x="430" y="262"/>
                </a:moveTo>
                <a:cubicBezTo>
                  <a:pt x="429" y="241"/>
                  <a:pt x="424" y="221"/>
                  <a:pt x="413" y="202"/>
                </a:cubicBezTo>
                <a:cubicBezTo>
                  <a:pt x="319" y="39"/>
                  <a:pt x="319" y="39"/>
                  <a:pt x="319" y="39"/>
                </a:cubicBezTo>
                <a:cubicBezTo>
                  <a:pt x="312" y="27"/>
                  <a:pt x="307" y="14"/>
                  <a:pt x="304" y="0"/>
                </a:cubicBezTo>
                <a:cubicBezTo>
                  <a:pt x="300" y="7"/>
                  <a:pt x="300" y="7"/>
                  <a:pt x="300" y="7"/>
                </a:cubicBezTo>
                <a:cubicBezTo>
                  <a:pt x="277" y="47"/>
                  <a:pt x="277" y="97"/>
                  <a:pt x="300" y="137"/>
                </a:cubicBezTo>
                <a:cubicBezTo>
                  <a:pt x="375" y="267"/>
                  <a:pt x="375" y="267"/>
                  <a:pt x="375" y="267"/>
                </a:cubicBezTo>
                <a:cubicBezTo>
                  <a:pt x="399" y="308"/>
                  <a:pt x="399" y="357"/>
                  <a:pt x="375" y="398"/>
                </a:cubicBezTo>
                <a:cubicBezTo>
                  <a:pt x="371" y="405"/>
                  <a:pt x="371" y="405"/>
                  <a:pt x="371" y="405"/>
                </a:cubicBezTo>
                <a:cubicBezTo>
                  <a:pt x="369" y="391"/>
                  <a:pt x="364" y="378"/>
                  <a:pt x="356" y="365"/>
                </a:cubicBezTo>
                <a:cubicBezTo>
                  <a:pt x="288" y="246"/>
                  <a:pt x="288" y="246"/>
                  <a:pt x="288" y="246"/>
                </a:cubicBezTo>
                <a:cubicBezTo>
                  <a:pt x="244" y="170"/>
                  <a:pt x="244" y="170"/>
                  <a:pt x="244" y="170"/>
                </a:cubicBezTo>
                <a:cubicBezTo>
                  <a:pt x="236" y="157"/>
                  <a:pt x="232" y="144"/>
                  <a:pt x="229" y="130"/>
                </a:cubicBezTo>
                <a:cubicBezTo>
                  <a:pt x="225" y="137"/>
                  <a:pt x="225" y="137"/>
                  <a:pt x="225" y="137"/>
                </a:cubicBezTo>
                <a:cubicBezTo>
                  <a:pt x="202" y="177"/>
                  <a:pt x="202" y="227"/>
                  <a:pt x="225" y="267"/>
                </a:cubicBezTo>
                <a:cubicBezTo>
                  <a:pt x="225" y="267"/>
                  <a:pt x="225" y="267"/>
                  <a:pt x="225" y="267"/>
                </a:cubicBezTo>
                <a:cubicBezTo>
                  <a:pt x="300" y="398"/>
                  <a:pt x="300" y="398"/>
                  <a:pt x="300" y="398"/>
                </a:cubicBezTo>
                <a:cubicBezTo>
                  <a:pt x="323" y="438"/>
                  <a:pt x="323" y="488"/>
                  <a:pt x="300" y="528"/>
                </a:cubicBezTo>
                <a:cubicBezTo>
                  <a:pt x="296" y="535"/>
                  <a:pt x="296" y="535"/>
                  <a:pt x="296" y="535"/>
                </a:cubicBezTo>
                <a:cubicBezTo>
                  <a:pt x="293" y="521"/>
                  <a:pt x="288" y="508"/>
                  <a:pt x="281" y="495"/>
                </a:cubicBezTo>
                <a:cubicBezTo>
                  <a:pt x="187" y="333"/>
                  <a:pt x="187" y="333"/>
                  <a:pt x="187" y="333"/>
                </a:cubicBezTo>
                <a:cubicBezTo>
                  <a:pt x="175" y="311"/>
                  <a:pt x="169" y="286"/>
                  <a:pt x="170" y="262"/>
                </a:cubicBezTo>
                <a:cubicBezTo>
                  <a:pt x="69" y="288"/>
                  <a:pt x="0" y="344"/>
                  <a:pt x="0" y="409"/>
                </a:cubicBezTo>
                <a:cubicBezTo>
                  <a:pt x="0" y="499"/>
                  <a:pt x="134" y="572"/>
                  <a:pt x="300" y="572"/>
                </a:cubicBezTo>
                <a:cubicBezTo>
                  <a:pt x="466" y="572"/>
                  <a:pt x="600" y="499"/>
                  <a:pt x="600" y="409"/>
                </a:cubicBezTo>
                <a:cubicBezTo>
                  <a:pt x="600" y="344"/>
                  <a:pt x="531" y="288"/>
                  <a:pt x="430" y="262"/>
                </a:cubicBezTo>
                <a:close/>
                <a:moveTo>
                  <a:pt x="714" y="540"/>
                </a:moveTo>
                <a:cubicBezTo>
                  <a:pt x="715" y="517"/>
                  <a:pt x="718" y="501"/>
                  <a:pt x="725" y="483"/>
                </a:cubicBezTo>
                <a:cubicBezTo>
                  <a:pt x="756" y="498"/>
                  <a:pt x="797" y="505"/>
                  <a:pt x="828" y="505"/>
                </a:cubicBezTo>
                <a:cubicBezTo>
                  <a:pt x="880" y="505"/>
                  <a:pt x="910" y="488"/>
                  <a:pt x="910" y="455"/>
                </a:cubicBezTo>
                <a:cubicBezTo>
                  <a:pt x="910" y="422"/>
                  <a:pt x="888" y="407"/>
                  <a:pt x="835" y="384"/>
                </a:cubicBezTo>
                <a:cubicBezTo>
                  <a:pt x="806" y="371"/>
                  <a:pt x="806" y="371"/>
                  <a:pt x="806" y="371"/>
                </a:cubicBezTo>
                <a:cubicBezTo>
                  <a:pt x="753" y="348"/>
                  <a:pt x="717" y="318"/>
                  <a:pt x="717" y="258"/>
                </a:cubicBezTo>
                <a:cubicBezTo>
                  <a:pt x="717" y="194"/>
                  <a:pt x="762" y="153"/>
                  <a:pt x="853" y="153"/>
                </a:cubicBezTo>
                <a:cubicBezTo>
                  <a:pt x="890" y="153"/>
                  <a:pt x="924" y="158"/>
                  <a:pt x="956" y="169"/>
                </a:cubicBezTo>
                <a:cubicBezTo>
                  <a:pt x="955" y="192"/>
                  <a:pt x="951" y="209"/>
                  <a:pt x="945" y="226"/>
                </a:cubicBezTo>
                <a:cubicBezTo>
                  <a:pt x="915" y="214"/>
                  <a:pt x="879" y="209"/>
                  <a:pt x="853" y="209"/>
                </a:cubicBezTo>
                <a:cubicBezTo>
                  <a:pt x="804" y="209"/>
                  <a:pt x="781" y="228"/>
                  <a:pt x="781" y="258"/>
                </a:cubicBezTo>
                <a:cubicBezTo>
                  <a:pt x="781" y="288"/>
                  <a:pt x="803" y="305"/>
                  <a:pt x="842" y="322"/>
                </a:cubicBezTo>
                <a:cubicBezTo>
                  <a:pt x="873" y="335"/>
                  <a:pt x="873" y="335"/>
                  <a:pt x="873" y="335"/>
                </a:cubicBezTo>
                <a:cubicBezTo>
                  <a:pt x="945" y="365"/>
                  <a:pt x="974" y="397"/>
                  <a:pt x="974" y="452"/>
                </a:cubicBezTo>
                <a:cubicBezTo>
                  <a:pt x="974" y="517"/>
                  <a:pt x="925" y="561"/>
                  <a:pt x="829" y="561"/>
                </a:cubicBezTo>
                <a:cubicBezTo>
                  <a:pt x="783" y="561"/>
                  <a:pt x="745" y="555"/>
                  <a:pt x="714" y="540"/>
                </a:cubicBezTo>
                <a:close/>
                <a:moveTo>
                  <a:pt x="1277" y="270"/>
                </a:moveTo>
                <a:cubicBezTo>
                  <a:pt x="1277" y="552"/>
                  <a:pt x="1277" y="552"/>
                  <a:pt x="1277" y="552"/>
                </a:cubicBezTo>
                <a:cubicBezTo>
                  <a:pt x="1220" y="552"/>
                  <a:pt x="1220" y="552"/>
                  <a:pt x="1220" y="552"/>
                </a:cubicBezTo>
                <a:cubicBezTo>
                  <a:pt x="1217" y="518"/>
                  <a:pt x="1217" y="518"/>
                  <a:pt x="1217" y="518"/>
                </a:cubicBezTo>
                <a:cubicBezTo>
                  <a:pt x="1201" y="543"/>
                  <a:pt x="1177" y="559"/>
                  <a:pt x="1138" y="559"/>
                </a:cubicBezTo>
                <a:cubicBezTo>
                  <a:pt x="1063" y="559"/>
                  <a:pt x="1013" y="505"/>
                  <a:pt x="1013" y="410"/>
                </a:cubicBezTo>
                <a:cubicBezTo>
                  <a:pt x="1013" y="311"/>
                  <a:pt x="1066" y="254"/>
                  <a:pt x="1171" y="254"/>
                </a:cubicBezTo>
                <a:cubicBezTo>
                  <a:pt x="1211" y="254"/>
                  <a:pt x="1245" y="259"/>
                  <a:pt x="1277" y="270"/>
                </a:cubicBezTo>
                <a:close/>
                <a:moveTo>
                  <a:pt x="1215" y="488"/>
                </a:moveTo>
                <a:cubicBezTo>
                  <a:pt x="1215" y="311"/>
                  <a:pt x="1215" y="311"/>
                  <a:pt x="1215" y="311"/>
                </a:cubicBezTo>
                <a:cubicBezTo>
                  <a:pt x="1202" y="309"/>
                  <a:pt x="1188" y="307"/>
                  <a:pt x="1171" y="307"/>
                </a:cubicBezTo>
                <a:cubicBezTo>
                  <a:pt x="1107" y="307"/>
                  <a:pt x="1077" y="347"/>
                  <a:pt x="1077" y="410"/>
                </a:cubicBezTo>
                <a:cubicBezTo>
                  <a:pt x="1077" y="468"/>
                  <a:pt x="1100" y="508"/>
                  <a:pt x="1155" y="508"/>
                </a:cubicBezTo>
                <a:cubicBezTo>
                  <a:pt x="1179" y="508"/>
                  <a:pt x="1199" y="500"/>
                  <a:pt x="1215" y="488"/>
                </a:cubicBezTo>
                <a:close/>
                <a:moveTo>
                  <a:pt x="1595" y="363"/>
                </a:moveTo>
                <a:cubicBezTo>
                  <a:pt x="1595" y="552"/>
                  <a:pt x="1595" y="552"/>
                  <a:pt x="1595" y="552"/>
                </a:cubicBezTo>
                <a:cubicBezTo>
                  <a:pt x="1533" y="552"/>
                  <a:pt x="1533" y="552"/>
                  <a:pt x="1533" y="552"/>
                </a:cubicBezTo>
                <a:cubicBezTo>
                  <a:pt x="1533" y="373"/>
                  <a:pt x="1533" y="373"/>
                  <a:pt x="1533" y="373"/>
                </a:cubicBezTo>
                <a:cubicBezTo>
                  <a:pt x="1533" y="329"/>
                  <a:pt x="1518" y="307"/>
                  <a:pt x="1456" y="307"/>
                </a:cubicBezTo>
                <a:cubicBezTo>
                  <a:pt x="1442" y="307"/>
                  <a:pt x="1424" y="309"/>
                  <a:pt x="1407" y="312"/>
                </a:cubicBezTo>
                <a:cubicBezTo>
                  <a:pt x="1407" y="552"/>
                  <a:pt x="1407" y="552"/>
                  <a:pt x="1407" y="552"/>
                </a:cubicBezTo>
                <a:cubicBezTo>
                  <a:pt x="1345" y="552"/>
                  <a:pt x="1345" y="552"/>
                  <a:pt x="1345" y="552"/>
                </a:cubicBezTo>
                <a:cubicBezTo>
                  <a:pt x="1345" y="270"/>
                  <a:pt x="1345" y="270"/>
                  <a:pt x="1345" y="270"/>
                </a:cubicBezTo>
                <a:cubicBezTo>
                  <a:pt x="1385" y="261"/>
                  <a:pt x="1428" y="254"/>
                  <a:pt x="1458" y="254"/>
                </a:cubicBezTo>
                <a:cubicBezTo>
                  <a:pt x="1562" y="254"/>
                  <a:pt x="1595" y="294"/>
                  <a:pt x="1595" y="363"/>
                </a:cubicBezTo>
                <a:close/>
                <a:moveTo>
                  <a:pt x="1767" y="506"/>
                </a:moveTo>
                <a:cubicBezTo>
                  <a:pt x="1785" y="506"/>
                  <a:pt x="1802" y="503"/>
                  <a:pt x="1816" y="498"/>
                </a:cubicBezTo>
                <a:cubicBezTo>
                  <a:pt x="1814" y="515"/>
                  <a:pt x="1812" y="534"/>
                  <a:pt x="1808" y="550"/>
                </a:cubicBezTo>
                <a:cubicBezTo>
                  <a:pt x="1791" y="557"/>
                  <a:pt x="1773" y="559"/>
                  <a:pt x="1756" y="559"/>
                </a:cubicBezTo>
                <a:cubicBezTo>
                  <a:pt x="1696" y="559"/>
                  <a:pt x="1657" y="531"/>
                  <a:pt x="1657" y="463"/>
                </a:cubicBezTo>
                <a:cubicBezTo>
                  <a:pt x="1657" y="166"/>
                  <a:pt x="1657" y="166"/>
                  <a:pt x="1657" y="166"/>
                </a:cubicBezTo>
                <a:cubicBezTo>
                  <a:pt x="1676" y="160"/>
                  <a:pt x="1700" y="157"/>
                  <a:pt x="1719" y="157"/>
                </a:cubicBezTo>
                <a:cubicBezTo>
                  <a:pt x="1719" y="264"/>
                  <a:pt x="1719" y="264"/>
                  <a:pt x="1719" y="264"/>
                </a:cubicBezTo>
                <a:cubicBezTo>
                  <a:pt x="1817" y="264"/>
                  <a:pt x="1817" y="264"/>
                  <a:pt x="1817" y="264"/>
                </a:cubicBezTo>
                <a:cubicBezTo>
                  <a:pt x="1816" y="283"/>
                  <a:pt x="1815" y="301"/>
                  <a:pt x="1812" y="317"/>
                </a:cubicBezTo>
                <a:cubicBezTo>
                  <a:pt x="1719" y="317"/>
                  <a:pt x="1719" y="317"/>
                  <a:pt x="1719" y="317"/>
                </a:cubicBezTo>
                <a:cubicBezTo>
                  <a:pt x="1719" y="455"/>
                  <a:pt x="1719" y="455"/>
                  <a:pt x="1719" y="455"/>
                </a:cubicBezTo>
                <a:cubicBezTo>
                  <a:pt x="1719" y="492"/>
                  <a:pt x="1737" y="506"/>
                  <a:pt x="1767" y="506"/>
                </a:cubicBezTo>
                <a:close/>
                <a:moveTo>
                  <a:pt x="2100" y="270"/>
                </a:moveTo>
                <a:cubicBezTo>
                  <a:pt x="2100" y="552"/>
                  <a:pt x="2100" y="552"/>
                  <a:pt x="2100" y="552"/>
                </a:cubicBezTo>
                <a:cubicBezTo>
                  <a:pt x="2043" y="552"/>
                  <a:pt x="2043" y="552"/>
                  <a:pt x="2043" y="552"/>
                </a:cubicBezTo>
                <a:cubicBezTo>
                  <a:pt x="2040" y="518"/>
                  <a:pt x="2040" y="518"/>
                  <a:pt x="2040" y="518"/>
                </a:cubicBezTo>
                <a:cubicBezTo>
                  <a:pt x="2024" y="543"/>
                  <a:pt x="2000" y="559"/>
                  <a:pt x="1960" y="559"/>
                </a:cubicBezTo>
                <a:cubicBezTo>
                  <a:pt x="1886" y="559"/>
                  <a:pt x="1836" y="505"/>
                  <a:pt x="1836" y="410"/>
                </a:cubicBezTo>
                <a:cubicBezTo>
                  <a:pt x="1836" y="311"/>
                  <a:pt x="1889" y="254"/>
                  <a:pt x="1993" y="254"/>
                </a:cubicBezTo>
                <a:cubicBezTo>
                  <a:pt x="2034" y="254"/>
                  <a:pt x="2067" y="259"/>
                  <a:pt x="2100" y="270"/>
                </a:cubicBezTo>
                <a:close/>
                <a:moveTo>
                  <a:pt x="2038" y="488"/>
                </a:moveTo>
                <a:cubicBezTo>
                  <a:pt x="2038" y="311"/>
                  <a:pt x="2038" y="311"/>
                  <a:pt x="2038" y="311"/>
                </a:cubicBezTo>
                <a:cubicBezTo>
                  <a:pt x="2025" y="309"/>
                  <a:pt x="2011" y="307"/>
                  <a:pt x="1993" y="307"/>
                </a:cubicBezTo>
                <a:cubicBezTo>
                  <a:pt x="1929" y="307"/>
                  <a:pt x="1899" y="347"/>
                  <a:pt x="1899" y="410"/>
                </a:cubicBezTo>
                <a:cubicBezTo>
                  <a:pt x="1899" y="468"/>
                  <a:pt x="1922" y="508"/>
                  <a:pt x="1978" y="508"/>
                </a:cubicBezTo>
                <a:cubicBezTo>
                  <a:pt x="2002" y="508"/>
                  <a:pt x="2022" y="500"/>
                  <a:pt x="2038" y="488"/>
                </a:cubicBezTo>
                <a:close/>
                <a:moveTo>
                  <a:pt x="2418" y="363"/>
                </a:moveTo>
                <a:cubicBezTo>
                  <a:pt x="2418" y="552"/>
                  <a:pt x="2418" y="552"/>
                  <a:pt x="2418" y="552"/>
                </a:cubicBezTo>
                <a:cubicBezTo>
                  <a:pt x="2356" y="552"/>
                  <a:pt x="2356" y="552"/>
                  <a:pt x="2356" y="552"/>
                </a:cubicBezTo>
                <a:cubicBezTo>
                  <a:pt x="2356" y="373"/>
                  <a:pt x="2356" y="373"/>
                  <a:pt x="2356" y="373"/>
                </a:cubicBezTo>
                <a:cubicBezTo>
                  <a:pt x="2356" y="329"/>
                  <a:pt x="2341" y="307"/>
                  <a:pt x="2279" y="307"/>
                </a:cubicBezTo>
                <a:cubicBezTo>
                  <a:pt x="2264" y="307"/>
                  <a:pt x="2247" y="309"/>
                  <a:pt x="2230" y="312"/>
                </a:cubicBezTo>
                <a:cubicBezTo>
                  <a:pt x="2230" y="552"/>
                  <a:pt x="2230" y="552"/>
                  <a:pt x="2230" y="552"/>
                </a:cubicBezTo>
                <a:cubicBezTo>
                  <a:pt x="2168" y="552"/>
                  <a:pt x="2168" y="552"/>
                  <a:pt x="2168" y="552"/>
                </a:cubicBezTo>
                <a:cubicBezTo>
                  <a:pt x="2168" y="270"/>
                  <a:pt x="2168" y="270"/>
                  <a:pt x="2168" y="270"/>
                </a:cubicBezTo>
                <a:cubicBezTo>
                  <a:pt x="2207" y="261"/>
                  <a:pt x="2251" y="254"/>
                  <a:pt x="2281" y="254"/>
                </a:cubicBezTo>
                <a:cubicBezTo>
                  <a:pt x="2384" y="254"/>
                  <a:pt x="2418" y="294"/>
                  <a:pt x="2418" y="363"/>
                </a:cubicBezTo>
                <a:close/>
                <a:moveTo>
                  <a:pt x="2733" y="157"/>
                </a:moveTo>
                <a:cubicBezTo>
                  <a:pt x="2733" y="552"/>
                  <a:pt x="2733" y="552"/>
                  <a:pt x="2733" y="552"/>
                </a:cubicBezTo>
                <a:cubicBezTo>
                  <a:pt x="2676" y="552"/>
                  <a:pt x="2676" y="552"/>
                  <a:pt x="2676" y="552"/>
                </a:cubicBezTo>
                <a:cubicBezTo>
                  <a:pt x="2672" y="516"/>
                  <a:pt x="2672" y="516"/>
                  <a:pt x="2672" y="516"/>
                </a:cubicBezTo>
                <a:cubicBezTo>
                  <a:pt x="2656" y="543"/>
                  <a:pt x="2632" y="559"/>
                  <a:pt x="2591" y="559"/>
                </a:cubicBezTo>
                <a:cubicBezTo>
                  <a:pt x="2517" y="559"/>
                  <a:pt x="2467" y="505"/>
                  <a:pt x="2467" y="410"/>
                </a:cubicBezTo>
                <a:cubicBezTo>
                  <a:pt x="2467" y="311"/>
                  <a:pt x="2520" y="254"/>
                  <a:pt x="2625" y="254"/>
                </a:cubicBezTo>
                <a:cubicBezTo>
                  <a:pt x="2641" y="254"/>
                  <a:pt x="2656" y="256"/>
                  <a:pt x="2671" y="259"/>
                </a:cubicBezTo>
                <a:cubicBezTo>
                  <a:pt x="2671" y="166"/>
                  <a:pt x="2671" y="166"/>
                  <a:pt x="2671" y="166"/>
                </a:cubicBezTo>
                <a:cubicBezTo>
                  <a:pt x="2690" y="159"/>
                  <a:pt x="2712" y="157"/>
                  <a:pt x="2733" y="157"/>
                </a:cubicBezTo>
                <a:close/>
                <a:moveTo>
                  <a:pt x="2671" y="487"/>
                </a:moveTo>
                <a:cubicBezTo>
                  <a:pt x="2671" y="313"/>
                  <a:pt x="2671" y="313"/>
                  <a:pt x="2671" y="313"/>
                </a:cubicBezTo>
                <a:cubicBezTo>
                  <a:pt x="2655" y="310"/>
                  <a:pt x="2638" y="307"/>
                  <a:pt x="2621" y="307"/>
                </a:cubicBezTo>
                <a:cubicBezTo>
                  <a:pt x="2560" y="307"/>
                  <a:pt x="2531" y="346"/>
                  <a:pt x="2531" y="410"/>
                </a:cubicBezTo>
                <a:cubicBezTo>
                  <a:pt x="2531" y="468"/>
                  <a:pt x="2554" y="508"/>
                  <a:pt x="2609" y="508"/>
                </a:cubicBezTo>
                <a:cubicBezTo>
                  <a:pt x="2634" y="508"/>
                  <a:pt x="2654" y="500"/>
                  <a:pt x="2671" y="487"/>
                </a:cubicBezTo>
                <a:close/>
                <a:moveTo>
                  <a:pt x="3045" y="432"/>
                </a:moveTo>
                <a:cubicBezTo>
                  <a:pt x="2847" y="432"/>
                  <a:pt x="2847" y="432"/>
                  <a:pt x="2847" y="432"/>
                </a:cubicBezTo>
                <a:cubicBezTo>
                  <a:pt x="2854" y="482"/>
                  <a:pt x="2884" y="506"/>
                  <a:pt x="2939" y="506"/>
                </a:cubicBezTo>
                <a:cubicBezTo>
                  <a:pt x="2973" y="506"/>
                  <a:pt x="3007" y="499"/>
                  <a:pt x="3038" y="485"/>
                </a:cubicBezTo>
                <a:cubicBezTo>
                  <a:pt x="3036" y="501"/>
                  <a:pt x="3033" y="522"/>
                  <a:pt x="3029" y="541"/>
                </a:cubicBezTo>
                <a:cubicBezTo>
                  <a:pt x="3001" y="554"/>
                  <a:pt x="2971" y="559"/>
                  <a:pt x="2937" y="559"/>
                </a:cubicBezTo>
                <a:cubicBezTo>
                  <a:pt x="2834" y="559"/>
                  <a:pt x="2783" y="502"/>
                  <a:pt x="2783" y="405"/>
                </a:cubicBezTo>
                <a:cubicBezTo>
                  <a:pt x="2783" y="321"/>
                  <a:pt x="2822" y="254"/>
                  <a:pt x="2921" y="254"/>
                </a:cubicBezTo>
                <a:cubicBezTo>
                  <a:pt x="3010" y="254"/>
                  <a:pt x="3048" y="313"/>
                  <a:pt x="3048" y="384"/>
                </a:cubicBezTo>
                <a:cubicBezTo>
                  <a:pt x="3048" y="401"/>
                  <a:pt x="3047" y="415"/>
                  <a:pt x="3045" y="432"/>
                </a:cubicBezTo>
                <a:close/>
                <a:moveTo>
                  <a:pt x="2845" y="380"/>
                </a:moveTo>
                <a:cubicBezTo>
                  <a:pt x="2985" y="380"/>
                  <a:pt x="2985" y="380"/>
                  <a:pt x="2985" y="380"/>
                </a:cubicBezTo>
                <a:cubicBezTo>
                  <a:pt x="2985" y="333"/>
                  <a:pt x="2960" y="306"/>
                  <a:pt x="2918" y="306"/>
                </a:cubicBezTo>
                <a:cubicBezTo>
                  <a:pt x="2874" y="306"/>
                  <a:pt x="2850" y="332"/>
                  <a:pt x="2845" y="380"/>
                </a:cubicBezTo>
                <a:close/>
                <a:moveTo>
                  <a:pt x="3262" y="257"/>
                </a:moveTo>
                <a:cubicBezTo>
                  <a:pt x="3262" y="275"/>
                  <a:pt x="3260" y="298"/>
                  <a:pt x="3256" y="310"/>
                </a:cubicBezTo>
                <a:cubicBezTo>
                  <a:pt x="3241" y="308"/>
                  <a:pt x="3227" y="307"/>
                  <a:pt x="3209" y="307"/>
                </a:cubicBezTo>
                <a:cubicBezTo>
                  <a:pt x="3194" y="307"/>
                  <a:pt x="3179" y="309"/>
                  <a:pt x="3164" y="311"/>
                </a:cubicBezTo>
                <a:cubicBezTo>
                  <a:pt x="3164" y="552"/>
                  <a:pt x="3164" y="552"/>
                  <a:pt x="3164" y="552"/>
                </a:cubicBezTo>
                <a:cubicBezTo>
                  <a:pt x="3102" y="552"/>
                  <a:pt x="3102" y="552"/>
                  <a:pt x="3102" y="552"/>
                </a:cubicBezTo>
                <a:cubicBezTo>
                  <a:pt x="3102" y="270"/>
                  <a:pt x="3102" y="270"/>
                  <a:pt x="3102" y="270"/>
                </a:cubicBezTo>
                <a:cubicBezTo>
                  <a:pt x="3128" y="261"/>
                  <a:pt x="3173" y="254"/>
                  <a:pt x="3208" y="254"/>
                </a:cubicBezTo>
                <a:cubicBezTo>
                  <a:pt x="3227" y="254"/>
                  <a:pt x="3248" y="255"/>
                  <a:pt x="3262" y="25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>
              <a:solidFill>
                <a:prstClr val="black"/>
              </a:solidFill>
            </a:endParaRPr>
          </a:p>
        </p:txBody>
      </p:sp>
      <p:pic>
        <p:nvPicPr>
          <p:cNvPr id="2" name="Picture 2" descr="NTT Data Business Solutions Türkiye Senior Data Scientist İş İlanı - 09 ...">
            <a:extLst>
              <a:ext uri="{FF2B5EF4-FFF2-40B4-BE49-F238E27FC236}">
                <a16:creationId xmlns:a16="http://schemas.microsoft.com/office/drawing/2014/main" id="{73FD1B31-600C-4571-46D1-0688EADDFFE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50" t="39459" r="23956" b="39089"/>
          <a:stretch>
            <a:fillRect/>
          </a:stretch>
        </p:blipFill>
        <p:spPr bwMode="auto">
          <a:xfrm>
            <a:off x="2130638" y="6315594"/>
            <a:ext cx="950995" cy="2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D7EB3F-C302-2347-2968-353664A8EDB7}"/>
              </a:ext>
            </a:extLst>
          </p:cNvPr>
          <p:cNvCxnSpPr/>
          <p:nvPr userDrawn="1"/>
        </p:nvCxnSpPr>
        <p:spPr>
          <a:xfrm>
            <a:off x="2059615" y="6214062"/>
            <a:ext cx="0" cy="3600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931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ido y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lang="es-ES" sz="1300" kern="1200" smtClean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</a:lstStyle>
          <a:p>
            <a:fld id="{BC0D97B6-E32F-4D7D-B839-7C3B51F2640F}" type="slidenum">
              <a:rPr>
                <a:solidFill>
                  <a:srgbClr val="EC0000"/>
                </a:solidFill>
              </a:rPr>
              <a:pPr/>
              <a:t>‹#›</a:t>
            </a:fld>
            <a:endParaRPr>
              <a:solidFill>
                <a:srgbClr val="EC0000"/>
              </a:solidFill>
            </a:endParaRP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3" y="337100"/>
            <a:ext cx="10758663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lang="es-ES" sz="1600" kern="1200" dirty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4" y="1087459"/>
            <a:ext cx="3911401" cy="65754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600" kern="1200" dirty="0">
                <a:solidFill>
                  <a:schemeClr val="tx2"/>
                </a:solidFill>
                <a:latin typeface="Santander Text Light" panose="020B03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63" y="1087459"/>
            <a:ext cx="6445624" cy="65754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600" kern="1200" dirty="0">
                <a:solidFill>
                  <a:schemeClr val="tx2"/>
                </a:solidFill>
                <a:latin typeface="Santander Text Light" panose="020B03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024" y="1838324"/>
            <a:ext cx="3911600" cy="4183063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400" kern="1200" dirty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</a:lstStyle>
          <a:p>
            <a:r>
              <a:rPr lang="es-ES"/>
              <a:t>Inserte aquí su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2" y="1838324"/>
            <a:ext cx="6445625" cy="4181475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400" kern="1200" dirty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</a:lstStyle>
          <a:p>
            <a:r>
              <a:rPr lang="es-ES"/>
              <a:t>Inserte aquí su gráfico</a:t>
            </a:r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E8454A0C-553D-4F88-AC19-948A030E5489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32642" y="6262326"/>
            <a:ext cx="1171705" cy="206714"/>
          </a:xfrm>
          <a:custGeom>
            <a:avLst/>
            <a:gdLst>
              <a:gd name="T0" fmla="*/ 319 w 3262"/>
              <a:gd name="T1" fmla="*/ 39 h 572"/>
              <a:gd name="T2" fmla="*/ 300 w 3262"/>
              <a:gd name="T3" fmla="*/ 137 h 572"/>
              <a:gd name="T4" fmla="*/ 371 w 3262"/>
              <a:gd name="T5" fmla="*/ 405 h 572"/>
              <a:gd name="T6" fmla="*/ 244 w 3262"/>
              <a:gd name="T7" fmla="*/ 170 h 572"/>
              <a:gd name="T8" fmla="*/ 225 w 3262"/>
              <a:gd name="T9" fmla="*/ 267 h 572"/>
              <a:gd name="T10" fmla="*/ 300 w 3262"/>
              <a:gd name="T11" fmla="*/ 528 h 572"/>
              <a:gd name="T12" fmla="*/ 187 w 3262"/>
              <a:gd name="T13" fmla="*/ 333 h 572"/>
              <a:gd name="T14" fmla="*/ 300 w 3262"/>
              <a:gd name="T15" fmla="*/ 572 h 572"/>
              <a:gd name="T16" fmla="*/ 714 w 3262"/>
              <a:gd name="T17" fmla="*/ 540 h 572"/>
              <a:gd name="T18" fmla="*/ 910 w 3262"/>
              <a:gd name="T19" fmla="*/ 455 h 572"/>
              <a:gd name="T20" fmla="*/ 717 w 3262"/>
              <a:gd name="T21" fmla="*/ 258 h 572"/>
              <a:gd name="T22" fmla="*/ 945 w 3262"/>
              <a:gd name="T23" fmla="*/ 226 h 572"/>
              <a:gd name="T24" fmla="*/ 842 w 3262"/>
              <a:gd name="T25" fmla="*/ 322 h 572"/>
              <a:gd name="T26" fmla="*/ 829 w 3262"/>
              <a:gd name="T27" fmla="*/ 561 h 572"/>
              <a:gd name="T28" fmla="*/ 1277 w 3262"/>
              <a:gd name="T29" fmla="*/ 552 h 572"/>
              <a:gd name="T30" fmla="*/ 1138 w 3262"/>
              <a:gd name="T31" fmla="*/ 559 h 572"/>
              <a:gd name="T32" fmla="*/ 1277 w 3262"/>
              <a:gd name="T33" fmla="*/ 270 h 572"/>
              <a:gd name="T34" fmla="*/ 1171 w 3262"/>
              <a:gd name="T35" fmla="*/ 307 h 572"/>
              <a:gd name="T36" fmla="*/ 1215 w 3262"/>
              <a:gd name="T37" fmla="*/ 488 h 572"/>
              <a:gd name="T38" fmla="*/ 1533 w 3262"/>
              <a:gd name="T39" fmla="*/ 552 h 572"/>
              <a:gd name="T40" fmla="*/ 1407 w 3262"/>
              <a:gd name="T41" fmla="*/ 312 h 572"/>
              <a:gd name="T42" fmla="*/ 1345 w 3262"/>
              <a:gd name="T43" fmla="*/ 270 h 572"/>
              <a:gd name="T44" fmla="*/ 1767 w 3262"/>
              <a:gd name="T45" fmla="*/ 506 h 572"/>
              <a:gd name="T46" fmla="*/ 1756 w 3262"/>
              <a:gd name="T47" fmla="*/ 559 h 572"/>
              <a:gd name="T48" fmla="*/ 1719 w 3262"/>
              <a:gd name="T49" fmla="*/ 157 h 572"/>
              <a:gd name="T50" fmla="*/ 1812 w 3262"/>
              <a:gd name="T51" fmla="*/ 317 h 572"/>
              <a:gd name="T52" fmla="*/ 1767 w 3262"/>
              <a:gd name="T53" fmla="*/ 506 h 572"/>
              <a:gd name="T54" fmla="*/ 2043 w 3262"/>
              <a:gd name="T55" fmla="*/ 552 h 572"/>
              <a:gd name="T56" fmla="*/ 1836 w 3262"/>
              <a:gd name="T57" fmla="*/ 410 h 572"/>
              <a:gd name="T58" fmla="*/ 2038 w 3262"/>
              <a:gd name="T59" fmla="*/ 488 h 572"/>
              <a:gd name="T60" fmla="*/ 1899 w 3262"/>
              <a:gd name="T61" fmla="*/ 410 h 572"/>
              <a:gd name="T62" fmla="*/ 2418 w 3262"/>
              <a:gd name="T63" fmla="*/ 363 h 572"/>
              <a:gd name="T64" fmla="*/ 2356 w 3262"/>
              <a:gd name="T65" fmla="*/ 373 h 572"/>
              <a:gd name="T66" fmla="*/ 2230 w 3262"/>
              <a:gd name="T67" fmla="*/ 552 h 572"/>
              <a:gd name="T68" fmla="*/ 2281 w 3262"/>
              <a:gd name="T69" fmla="*/ 254 h 572"/>
              <a:gd name="T70" fmla="*/ 2733 w 3262"/>
              <a:gd name="T71" fmla="*/ 552 h 572"/>
              <a:gd name="T72" fmla="*/ 2591 w 3262"/>
              <a:gd name="T73" fmla="*/ 559 h 572"/>
              <a:gd name="T74" fmla="*/ 2671 w 3262"/>
              <a:gd name="T75" fmla="*/ 259 h 572"/>
              <a:gd name="T76" fmla="*/ 2671 w 3262"/>
              <a:gd name="T77" fmla="*/ 487 h 572"/>
              <a:gd name="T78" fmla="*/ 2531 w 3262"/>
              <a:gd name="T79" fmla="*/ 410 h 572"/>
              <a:gd name="T80" fmla="*/ 3045 w 3262"/>
              <a:gd name="T81" fmla="*/ 432 h 572"/>
              <a:gd name="T82" fmla="*/ 3038 w 3262"/>
              <a:gd name="T83" fmla="*/ 485 h 572"/>
              <a:gd name="T84" fmla="*/ 2783 w 3262"/>
              <a:gd name="T85" fmla="*/ 405 h 572"/>
              <a:gd name="T86" fmla="*/ 3045 w 3262"/>
              <a:gd name="T87" fmla="*/ 432 h 572"/>
              <a:gd name="T88" fmla="*/ 2918 w 3262"/>
              <a:gd name="T89" fmla="*/ 306 h 572"/>
              <a:gd name="T90" fmla="*/ 3256 w 3262"/>
              <a:gd name="T91" fmla="*/ 310 h 572"/>
              <a:gd name="T92" fmla="*/ 3164 w 3262"/>
              <a:gd name="T93" fmla="*/ 552 h 572"/>
              <a:gd name="T94" fmla="*/ 3208 w 3262"/>
              <a:gd name="T95" fmla="*/ 254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262" h="572">
                <a:moveTo>
                  <a:pt x="430" y="262"/>
                </a:moveTo>
                <a:cubicBezTo>
                  <a:pt x="429" y="241"/>
                  <a:pt x="424" y="221"/>
                  <a:pt x="413" y="202"/>
                </a:cubicBezTo>
                <a:cubicBezTo>
                  <a:pt x="319" y="39"/>
                  <a:pt x="319" y="39"/>
                  <a:pt x="319" y="39"/>
                </a:cubicBezTo>
                <a:cubicBezTo>
                  <a:pt x="312" y="27"/>
                  <a:pt x="307" y="14"/>
                  <a:pt x="304" y="0"/>
                </a:cubicBezTo>
                <a:cubicBezTo>
                  <a:pt x="300" y="7"/>
                  <a:pt x="300" y="7"/>
                  <a:pt x="300" y="7"/>
                </a:cubicBezTo>
                <a:cubicBezTo>
                  <a:pt x="277" y="47"/>
                  <a:pt x="277" y="97"/>
                  <a:pt x="300" y="137"/>
                </a:cubicBezTo>
                <a:cubicBezTo>
                  <a:pt x="375" y="267"/>
                  <a:pt x="375" y="267"/>
                  <a:pt x="375" y="267"/>
                </a:cubicBezTo>
                <a:cubicBezTo>
                  <a:pt x="399" y="308"/>
                  <a:pt x="399" y="357"/>
                  <a:pt x="375" y="398"/>
                </a:cubicBezTo>
                <a:cubicBezTo>
                  <a:pt x="371" y="405"/>
                  <a:pt x="371" y="405"/>
                  <a:pt x="371" y="405"/>
                </a:cubicBezTo>
                <a:cubicBezTo>
                  <a:pt x="369" y="391"/>
                  <a:pt x="364" y="378"/>
                  <a:pt x="356" y="365"/>
                </a:cubicBezTo>
                <a:cubicBezTo>
                  <a:pt x="288" y="246"/>
                  <a:pt x="288" y="246"/>
                  <a:pt x="288" y="246"/>
                </a:cubicBezTo>
                <a:cubicBezTo>
                  <a:pt x="244" y="170"/>
                  <a:pt x="244" y="170"/>
                  <a:pt x="244" y="170"/>
                </a:cubicBezTo>
                <a:cubicBezTo>
                  <a:pt x="236" y="157"/>
                  <a:pt x="232" y="144"/>
                  <a:pt x="229" y="130"/>
                </a:cubicBezTo>
                <a:cubicBezTo>
                  <a:pt x="225" y="137"/>
                  <a:pt x="225" y="137"/>
                  <a:pt x="225" y="137"/>
                </a:cubicBezTo>
                <a:cubicBezTo>
                  <a:pt x="202" y="177"/>
                  <a:pt x="202" y="227"/>
                  <a:pt x="225" y="267"/>
                </a:cubicBezTo>
                <a:cubicBezTo>
                  <a:pt x="225" y="267"/>
                  <a:pt x="225" y="267"/>
                  <a:pt x="225" y="267"/>
                </a:cubicBezTo>
                <a:cubicBezTo>
                  <a:pt x="300" y="398"/>
                  <a:pt x="300" y="398"/>
                  <a:pt x="300" y="398"/>
                </a:cubicBezTo>
                <a:cubicBezTo>
                  <a:pt x="323" y="438"/>
                  <a:pt x="323" y="488"/>
                  <a:pt x="300" y="528"/>
                </a:cubicBezTo>
                <a:cubicBezTo>
                  <a:pt x="296" y="535"/>
                  <a:pt x="296" y="535"/>
                  <a:pt x="296" y="535"/>
                </a:cubicBezTo>
                <a:cubicBezTo>
                  <a:pt x="293" y="521"/>
                  <a:pt x="288" y="508"/>
                  <a:pt x="281" y="495"/>
                </a:cubicBezTo>
                <a:cubicBezTo>
                  <a:pt x="187" y="333"/>
                  <a:pt x="187" y="333"/>
                  <a:pt x="187" y="333"/>
                </a:cubicBezTo>
                <a:cubicBezTo>
                  <a:pt x="175" y="311"/>
                  <a:pt x="169" y="286"/>
                  <a:pt x="170" y="262"/>
                </a:cubicBezTo>
                <a:cubicBezTo>
                  <a:pt x="69" y="288"/>
                  <a:pt x="0" y="344"/>
                  <a:pt x="0" y="409"/>
                </a:cubicBezTo>
                <a:cubicBezTo>
                  <a:pt x="0" y="499"/>
                  <a:pt x="134" y="572"/>
                  <a:pt x="300" y="572"/>
                </a:cubicBezTo>
                <a:cubicBezTo>
                  <a:pt x="466" y="572"/>
                  <a:pt x="600" y="499"/>
                  <a:pt x="600" y="409"/>
                </a:cubicBezTo>
                <a:cubicBezTo>
                  <a:pt x="600" y="344"/>
                  <a:pt x="531" y="288"/>
                  <a:pt x="430" y="262"/>
                </a:cubicBezTo>
                <a:close/>
                <a:moveTo>
                  <a:pt x="714" y="540"/>
                </a:moveTo>
                <a:cubicBezTo>
                  <a:pt x="715" y="517"/>
                  <a:pt x="718" y="501"/>
                  <a:pt x="725" y="483"/>
                </a:cubicBezTo>
                <a:cubicBezTo>
                  <a:pt x="756" y="498"/>
                  <a:pt x="797" y="505"/>
                  <a:pt x="828" y="505"/>
                </a:cubicBezTo>
                <a:cubicBezTo>
                  <a:pt x="880" y="505"/>
                  <a:pt x="910" y="488"/>
                  <a:pt x="910" y="455"/>
                </a:cubicBezTo>
                <a:cubicBezTo>
                  <a:pt x="910" y="422"/>
                  <a:pt x="888" y="407"/>
                  <a:pt x="835" y="384"/>
                </a:cubicBezTo>
                <a:cubicBezTo>
                  <a:pt x="806" y="371"/>
                  <a:pt x="806" y="371"/>
                  <a:pt x="806" y="371"/>
                </a:cubicBezTo>
                <a:cubicBezTo>
                  <a:pt x="753" y="348"/>
                  <a:pt x="717" y="318"/>
                  <a:pt x="717" y="258"/>
                </a:cubicBezTo>
                <a:cubicBezTo>
                  <a:pt x="717" y="194"/>
                  <a:pt x="762" y="153"/>
                  <a:pt x="853" y="153"/>
                </a:cubicBezTo>
                <a:cubicBezTo>
                  <a:pt x="890" y="153"/>
                  <a:pt x="924" y="158"/>
                  <a:pt x="956" y="169"/>
                </a:cubicBezTo>
                <a:cubicBezTo>
                  <a:pt x="955" y="192"/>
                  <a:pt x="951" y="209"/>
                  <a:pt x="945" y="226"/>
                </a:cubicBezTo>
                <a:cubicBezTo>
                  <a:pt x="915" y="214"/>
                  <a:pt x="879" y="209"/>
                  <a:pt x="853" y="209"/>
                </a:cubicBezTo>
                <a:cubicBezTo>
                  <a:pt x="804" y="209"/>
                  <a:pt x="781" y="228"/>
                  <a:pt x="781" y="258"/>
                </a:cubicBezTo>
                <a:cubicBezTo>
                  <a:pt x="781" y="288"/>
                  <a:pt x="803" y="305"/>
                  <a:pt x="842" y="322"/>
                </a:cubicBezTo>
                <a:cubicBezTo>
                  <a:pt x="873" y="335"/>
                  <a:pt x="873" y="335"/>
                  <a:pt x="873" y="335"/>
                </a:cubicBezTo>
                <a:cubicBezTo>
                  <a:pt x="945" y="365"/>
                  <a:pt x="974" y="397"/>
                  <a:pt x="974" y="452"/>
                </a:cubicBezTo>
                <a:cubicBezTo>
                  <a:pt x="974" y="517"/>
                  <a:pt x="925" y="561"/>
                  <a:pt x="829" y="561"/>
                </a:cubicBezTo>
                <a:cubicBezTo>
                  <a:pt x="783" y="561"/>
                  <a:pt x="745" y="555"/>
                  <a:pt x="714" y="540"/>
                </a:cubicBezTo>
                <a:close/>
                <a:moveTo>
                  <a:pt x="1277" y="270"/>
                </a:moveTo>
                <a:cubicBezTo>
                  <a:pt x="1277" y="552"/>
                  <a:pt x="1277" y="552"/>
                  <a:pt x="1277" y="552"/>
                </a:cubicBezTo>
                <a:cubicBezTo>
                  <a:pt x="1220" y="552"/>
                  <a:pt x="1220" y="552"/>
                  <a:pt x="1220" y="552"/>
                </a:cubicBezTo>
                <a:cubicBezTo>
                  <a:pt x="1217" y="518"/>
                  <a:pt x="1217" y="518"/>
                  <a:pt x="1217" y="518"/>
                </a:cubicBezTo>
                <a:cubicBezTo>
                  <a:pt x="1201" y="543"/>
                  <a:pt x="1177" y="559"/>
                  <a:pt x="1138" y="559"/>
                </a:cubicBezTo>
                <a:cubicBezTo>
                  <a:pt x="1063" y="559"/>
                  <a:pt x="1013" y="505"/>
                  <a:pt x="1013" y="410"/>
                </a:cubicBezTo>
                <a:cubicBezTo>
                  <a:pt x="1013" y="311"/>
                  <a:pt x="1066" y="254"/>
                  <a:pt x="1171" y="254"/>
                </a:cubicBezTo>
                <a:cubicBezTo>
                  <a:pt x="1211" y="254"/>
                  <a:pt x="1245" y="259"/>
                  <a:pt x="1277" y="270"/>
                </a:cubicBezTo>
                <a:close/>
                <a:moveTo>
                  <a:pt x="1215" y="488"/>
                </a:moveTo>
                <a:cubicBezTo>
                  <a:pt x="1215" y="311"/>
                  <a:pt x="1215" y="311"/>
                  <a:pt x="1215" y="311"/>
                </a:cubicBezTo>
                <a:cubicBezTo>
                  <a:pt x="1202" y="309"/>
                  <a:pt x="1188" y="307"/>
                  <a:pt x="1171" y="307"/>
                </a:cubicBezTo>
                <a:cubicBezTo>
                  <a:pt x="1107" y="307"/>
                  <a:pt x="1077" y="347"/>
                  <a:pt x="1077" y="410"/>
                </a:cubicBezTo>
                <a:cubicBezTo>
                  <a:pt x="1077" y="468"/>
                  <a:pt x="1100" y="508"/>
                  <a:pt x="1155" y="508"/>
                </a:cubicBezTo>
                <a:cubicBezTo>
                  <a:pt x="1179" y="508"/>
                  <a:pt x="1199" y="500"/>
                  <a:pt x="1215" y="488"/>
                </a:cubicBezTo>
                <a:close/>
                <a:moveTo>
                  <a:pt x="1595" y="363"/>
                </a:moveTo>
                <a:cubicBezTo>
                  <a:pt x="1595" y="552"/>
                  <a:pt x="1595" y="552"/>
                  <a:pt x="1595" y="552"/>
                </a:cubicBezTo>
                <a:cubicBezTo>
                  <a:pt x="1533" y="552"/>
                  <a:pt x="1533" y="552"/>
                  <a:pt x="1533" y="552"/>
                </a:cubicBezTo>
                <a:cubicBezTo>
                  <a:pt x="1533" y="373"/>
                  <a:pt x="1533" y="373"/>
                  <a:pt x="1533" y="373"/>
                </a:cubicBezTo>
                <a:cubicBezTo>
                  <a:pt x="1533" y="329"/>
                  <a:pt x="1518" y="307"/>
                  <a:pt x="1456" y="307"/>
                </a:cubicBezTo>
                <a:cubicBezTo>
                  <a:pt x="1442" y="307"/>
                  <a:pt x="1424" y="309"/>
                  <a:pt x="1407" y="312"/>
                </a:cubicBezTo>
                <a:cubicBezTo>
                  <a:pt x="1407" y="552"/>
                  <a:pt x="1407" y="552"/>
                  <a:pt x="1407" y="552"/>
                </a:cubicBezTo>
                <a:cubicBezTo>
                  <a:pt x="1345" y="552"/>
                  <a:pt x="1345" y="552"/>
                  <a:pt x="1345" y="552"/>
                </a:cubicBezTo>
                <a:cubicBezTo>
                  <a:pt x="1345" y="270"/>
                  <a:pt x="1345" y="270"/>
                  <a:pt x="1345" y="270"/>
                </a:cubicBezTo>
                <a:cubicBezTo>
                  <a:pt x="1385" y="261"/>
                  <a:pt x="1428" y="254"/>
                  <a:pt x="1458" y="254"/>
                </a:cubicBezTo>
                <a:cubicBezTo>
                  <a:pt x="1562" y="254"/>
                  <a:pt x="1595" y="294"/>
                  <a:pt x="1595" y="363"/>
                </a:cubicBezTo>
                <a:close/>
                <a:moveTo>
                  <a:pt x="1767" y="506"/>
                </a:moveTo>
                <a:cubicBezTo>
                  <a:pt x="1785" y="506"/>
                  <a:pt x="1802" y="503"/>
                  <a:pt x="1816" y="498"/>
                </a:cubicBezTo>
                <a:cubicBezTo>
                  <a:pt x="1814" y="515"/>
                  <a:pt x="1812" y="534"/>
                  <a:pt x="1808" y="550"/>
                </a:cubicBezTo>
                <a:cubicBezTo>
                  <a:pt x="1791" y="557"/>
                  <a:pt x="1773" y="559"/>
                  <a:pt x="1756" y="559"/>
                </a:cubicBezTo>
                <a:cubicBezTo>
                  <a:pt x="1696" y="559"/>
                  <a:pt x="1657" y="531"/>
                  <a:pt x="1657" y="463"/>
                </a:cubicBezTo>
                <a:cubicBezTo>
                  <a:pt x="1657" y="166"/>
                  <a:pt x="1657" y="166"/>
                  <a:pt x="1657" y="166"/>
                </a:cubicBezTo>
                <a:cubicBezTo>
                  <a:pt x="1676" y="160"/>
                  <a:pt x="1700" y="157"/>
                  <a:pt x="1719" y="157"/>
                </a:cubicBezTo>
                <a:cubicBezTo>
                  <a:pt x="1719" y="264"/>
                  <a:pt x="1719" y="264"/>
                  <a:pt x="1719" y="264"/>
                </a:cubicBezTo>
                <a:cubicBezTo>
                  <a:pt x="1817" y="264"/>
                  <a:pt x="1817" y="264"/>
                  <a:pt x="1817" y="264"/>
                </a:cubicBezTo>
                <a:cubicBezTo>
                  <a:pt x="1816" y="283"/>
                  <a:pt x="1815" y="301"/>
                  <a:pt x="1812" y="317"/>
                </a:cubicBezTo>
                <a:cubicBezTo>
                  <a:pt x="1719" y="317"/>
                  <a:pt x="1719" y="317"/>
                  <a:pt x="1719" y="317"/>
                </a:cubicBezTo>
                <a:cubicBezTo>
                  <a:pt x="1719" y="455"/>
                  <a:pt x="1719" y="455"/>
                  <a:pt x="1719" y="455"/>
                </a:cubicBezTo>
                <a:cubicBezTo>
                  <a:pt x="1719" y="492"/>
                  <a:pt x="1737" y="506"/>
                  <a:pt x="1767" y="506"/>
                </a:cubicBezTo>
                <a:close/>
                <a:moveTo>
                  <a:pt x="2100" y="270"/>
                </a:moveTo>
                <a:cubicBezTo>
                  <a:pt x="2100" y="552"/>
                  <a:pt x="2100" y="552"/>
                  <a:pt x="2100" y="552"/>
                </a:cubicBezTo>
                <a:cubicBezTo>
                  <a:pt x="2043" y="552"/>
                  <a:pt x="2043" y="552"/>
                  <a:pt x="2043" y="552"/>
                </a:cubicBezTo>
                <a:cubicBezTo>
                  <a:pt x="2040" y="518"/>
                  <a:pt x="2040" y="518"/>
                  <a:pt x="2040" y="518"/>
                </a:cubicBezTo>
                <a:cubicBezTo>
                  <a:pt x="2024" y="543"/>
                  <a:pt x="2000" y="559"/>
                  <a:pt x="1960" y="559"/>
                </a:cubicBezTo>
                <a:cubicBezTo>
                  <a:pt x="1886" y="559"/>
                  <a:pt x="1836" y="505"/>
                  <a:pt x="1836" y="410"/>
                </a:cubicBezTo>
                <a:cubicBezTo>
                  <a:pt x="1836" y="311"/>
                  <a:pt x="1889" y="254"/>
                  <a:pt x="1993" y="254"/>
                </a:cubicBezTo>
                <a:cubicBezTo>
                  <a:pt x="2034" y="254"/>
                  <a:pt x="2067" y="259"/>
                  <a:pt x="2100" y="270"/>
                </a:cubicBezTo>
                <a:close/>
                <a:moveTo>
                  <a:pt x="2038" y="488"/>
                </a:moveTo>
                <a:cubicBezTo>
                  <a:pt x="2038" y="311"/>
                  <a:pt x="2038" y="311"/>
                  <a:pt x="2038" y="311"/>
                </a:cubicBezTo>
                <a:cubicBezTo>
                  <a:pt x="2025" y="309"/>
                  <a:pt x="2011" y="307"/>
                  <a:pt x="1993" y="307"/>
                </a:cubicBezTo>
                <a:cubicBezTo>
                  <a:pt x="1929" y="307"/>
                  <a:pt x="1899" y="347"/>
                  <a:pt x="1899" y="410"/>
                </a:cubicBezTo>
                <a:cubicBezTo>
                  <a:pt x="1899" y="468"/>
                  <a:pt x="1922" y="508"/>
                  <a:pt x="1978" y="508"/>
                </a:cubicBezTo>
                <a:cubicBezTo>
                  <a:pt x="2002" y="508"/>
                  <a:pt x="2022" y="500"/>
                  <a:pt x="2038" y="488"/>
                </a:cubicBezTo>
                <a:close/>
                <a:moveTo>
                  <a:pt x="2418" y="363"/>
                </a:moveTo>
                <a:cubicBezTo>
                  <a:pt x="2418" y="552"/>
                  <a:pt x="2418" y="552"/>
                  <a:pt x="2418" y="552"/>
                </a:cubicBezTo>
                <a:cubicBezTo>
                  <a:pt x="2356" y="552"/>
                  <a:pt x="2356" y="552"/>
                  <a:pt x="2356" y="552"/>
                </a:cubicBezTo>
                <a:cubicBezTo>
                  <a:pt x="2356" y="373"/>
                  <a:pt x="2356" y="373"/>
                  <a:pt x="2356" y="373"/>
                </a:cubicBezTo>
                <a:cubicBezTo>
                  <a:pt x="2356" y="329"/>
                  <a:pt x="2341" y="307"/>
                  <a:pt x="2279" y="307"/>
                </a:cubicBezTo>
                <a:cubicBezTo>
                  <a:pt x="2264" y="307"/>
                  <a:pt x="2247" y="309"/>
                  <a:pt x="2230" y="312"/>
                </a:cubicBezTo>
                <a:cubicBezTo>
                  <a:pt x="2230" y="552"/>
                  <a:pt x="2230" y="552"/>
                  <a:pt x="2230" y="552"/>
                </a:cubicBezTo>
                <a:cubicBezTo>
                  <a:pt x="2168" y="552"/>
                  <a:pt x="2168" y="552"/>
                  <a:pt x="2168" y="552"/>
                </a:cubicBezTo>
                <a:cubicBezTo>
                  <a:pt x="2168" y="270"/>
                  <a:pt x="2168" y="270"/>
                  <a:pt x="2168" y="270"/>
                </a:cubicBezTo>
                <a:cubicBezTo>
                  <a:pt x="2207" y="261"/>
                  <a:pt x="2251" y="254"/>
                  <a:pt x="2281" y="254"/>
                </a:cubicBezTo>
                <a:cubicBezTo>
                  <a:pt x="2384" y="254"/>
                  <a:pt x="2418" y="294"/>
                  <a:pt x="2418" y="363"/>
                </a:cubicBezTo>
                <a:close/>
                <a:moveTo>
                  <a:pt x="2733" y="157"/>
                </a:moveTo>
                <a:cubicBezTo>
                  <a:pt x="2733" y="552"/>
                  <a:pt x="2733" y="552"/>
                  <a:pt x="2733" y="552"/>
                </a:cubicBezTo>
                <a:cubicBezTo>
                  <a:pt x="2676" y="552"/>
                  <a:pt x="2676" y="552"/>
                  <a:pt x="2676" y="552"/>
                </a:cubicBezTo>
                <a:cubicBezTo>
                  <a:pt x="2672" y="516"/>
                  <a:pt x="2672" y="516"/>
                  <a:pt x="2672" y="516"/>
                </a:cubicBezTo>
                <a:cubicBezTo>
                  <a:pt x="2656" y="543"/>
                  <a:pt x="2632" y="559"/>
                  <a:pt x="2591" y="559"/>
                </a:cubicBezTo>
                <a:cubicBezTo>
                  <a:pt x="2517" y="559"/>
                  <a:pt x="2467" y="505"/>
                  <a:pt x="2467" y="410"/>
                </a:cubicBezTo>
                <a:cubicBezTo>
                  <a:pt x="2467" y="311"/>
                  <a:pt x="2520" y="254"/>
                  <a:pt x="2625" y="254"/>
                </a:cubicBezTo>
                <a:cubicBezTo>
                  <a:pt x="2641" y="254"/>
                  <a:pt x="2656" y="256"/>
                  <a:pt x="2671" y="259"/>
                </a:cubicBezTo>
                <a:cubicBezTo>
                  <a:pt x="2671" y="166"/>
                  <a:pt x="2671" y="166"/>
                  <a:pt x="2671" y="166"/>
                </a:cubicBezTo>
                <a:cubicBezTo>
                  <a:pt x="2690" y="159"/>
                  <a:pt x="2712" y="157"/>
                  <a:pt x="2733" y="157"/>
                </a:cubicBezTo>
                <a:close/>
                <a:moveTo>
                  <a:pt x="2671" y="487"/>
                </a:moveTo>
                <a:cubicBezTo>
                  <a:pt x="2671" y="313"/>
                  <a:pt x="2671" y="313"/>
                  <a:pt x="2671" y="313"/>
                </a:cubicBezTo>
                <a:cubicBezTo>
                  <a:pt x="2655" y="310"/>
                  <a:pt x="2638" y="307"/>
                  <a:pt x="2621" y="307"/>
                </a:cubicBezTo>
                <a:cubicBezTo>
                  <a:pt x="2560" y="307"/>
                  <a:pt x="2531" y="346"/>
                  <a:pt x="2531" y="410"/>
                </a:cubicBezTo>
                <a:cubicBezTo>
                  <a:pt x="2531" y="468"/>
                  <a:pt x="2554" y="508"/>
                  <a:pt x="2609" y="508"/>
                </a:cubicBezTo>
                <a:cubicBezTo>
                  <a:pt x="2634" y="508"/>
                  <a:pt x="2654" y="500"/>
                  <a:pt x="2671" y="487"/>
                </a:cubicBezTo>
                <a:close/>
                <a:moveTo>
                  <a:pt x="3045" y="432"/>
                </a:moveTo>
                <a:cubicBezTo>
                  <a:pt x="2847" y="432"/>
                  <a:pt x="2847" y="432"/>
                  <a:pt x="2847" y="432"/>
                </a:cubicBezTo>
                <a:cubicBezTo>
                  <a:pt x="2854" y="482"/>
                  <a:pt x="2884" y="506"/>
                  <a:pt x="2939" y="506"/>
                </a:cubicBezTo>
                <a:cubicBezTo>
                  <a:pt x="2973" y="506"/>
                  <a:pt x="3007" y="499"/>
                  <a:pt x="3038" y="485"/>
                </a:cubicBezTo>
                <a:cubicBezTo>
                  <a:pt x="3036" y="501"/>
                  <a:pt x="3033" y="522"/>
                  <a:pt x="3029" y="541"/>
                </a:cubicBezTo>
                <a:cubicBezTo>
                  <a:pt x="3001" y="554"/>
                  <a:pt x="2971" y="559"/>
                  <a:pt x="2937" y="559"/>
                </a:cubicBezTo>
                <a:cubicBezTo>
                  <a:pt x="2834" y="559"/>
                  <a:pt x="2783" y="502"/>
                  <a:pt x="2783" y="405"/>
                </a:cubicBezTo>
                <a:cubicBezTo>
                  <a:pt x="2783" y="321"/>
                  <a:pt x="2822" y="254"/>
                  <a:pt x="2921" y="254"/>
                </a:cubicBezTo>
                <a:cubicBezTo>
                  <a:pt x="3010" y="254"/>
                  <a:pt x="3048" y="313"/>
                  <a:pt x="3048" y="384"/>
                </a:cubicBezTo>
                <a:cubicBezTo>
                  <a:pt x="3048" y="401"/>
                  <a:pt x="3047" y="415"/>
                  <a:pt x="3045" y="432"/>
                </a:cubicBezTo>
                <a:close/>
                <a:moveTo>
                  <a:pt x="2845" y="380"/>
                </a:moveTo>
                <a:cubicBezTo>
                  <a:pt x="2985" y="380"/>
                  <a:pt x="2985" y="380"/>
                  <a:pt x="2985" y="380"/>
                </a:cubicBezTo>
                <a:cubicBezTo>
                  <a:pt x="2985" y="333"/>
                  <a:pt x="2960" y="306"/>
                  <a:pt x="2918" y="306"/>
                </a:cubicBezTo>
                <a:cubicBezTo>
                  <a:pt x="2874" y="306"/>
                  <a:pt x="2850" y="332"/>
                  <a:pt x="2845" y="380"/>
                </a:cubicBezTo>
                <a:close/>
                <a:moveTo>
                  <a:pt x="3262" y="257"/>
                </a:moveTo>
                <a:cubicBezTo>
                  <a:pt x="3262" y="275"/>
                  <a:pt x="3260" y="298"/>
                  <a:pt x="3256" y="310"/>
                </a:cubicBezTo>
                <a:cubicBezTo>
                  <a:pt x="3241" y="308"/>
                  <a:pt x="3227" y="307"/>
                  <a:pt x="3209" y="307"/>
                </a:cubicBezTo>
                <a:cubicBezTo>
                  <a:pt x="3194" y="307"/>
                  <a:pt x="3179" y="309"/>
                  <a:pt x="3164" y="311"/>
                </a:cubicBezTo>
                <a:cubicBezTo>
                  <a:pt x="3164" y="552"/>
                  <a:pt x="3164" y="552"/>
                  <a:pt x="3164" y="552"/>
                </a:cubicBezTo>
                <a:cubicBezTo>
                  <a:pt x="3102" y="552"/>
                  <a:pt x="3102" y="552"/>
                  <a:pt x="3102" y="552"/>
                </a:cubicBezTo>
                <a:cubicBezTo>
                  <a:pt x="3102" y="270"/>
                  <a:pt x="3102" y="270"/>
                  <a:pt x="3102" y="270"/>
                </a:cubicBezTo>
                <a:cubicBezTo>
                  <a:pt x="3128" y="261"/>
                  <a:pt x="3173" y="254"/>
                  <a:pt x="3208" y="254"/>
                </a:cubicBezTo>
                <a:cubicBezTo>
                  <a:pt x="3227" y="254"/>
                  <a:pt x="3248" y="255"/>
                  <a:pt x="3262" y="25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>
              <a:solidFill>
                <a:prstClr val="black"/>
              </a:solidFill>
            </a:endParaRPr>
          </a:p>
        </p:txBody>
      </p:sp>
      <p:pic>
        <p:nvPicPr>
          <p:cNvPr id="2" name="Picture 2" descr="NTT Data Business Solutions Türkiye Senior Data Scientist İş İlanı - 09 ...">
            <a:extLst>
              <a:ext uri="{FF2B5EF4-FFF2-40B4-BE49-F238E27FC236}">
                <a16:creationId xmlns:a16="http://schemas.microsoft.com/office/drawing/2014/main" id="{FC5761F5-3FE2-8804-A397-4E70B0203B4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50" t="39459" r="23956" b="39089"/>
          <a:stretch>
            <a:fillRect/>
          </a:stretch>
        </p:blipFill>
        <p:spPr bwMode="auto">
          <a:xfrm>
            <a:off x="2130638" y="6315594"/>
            <a:ext cx="950995" cy="2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13DD12C-93F1-DD8E-7F52-5D6B52131977}"/>
              </a:ext>
            </a:extLst>
          </p:cNvPr>
          <p:cNvCxnSpPr/>
          <p:nvPr userDrawn="1"/>
        </p:nvCxnSpPr>
        <p:spPr>
          <a:xfrm>
            <a:off x="2059615" y="6214062"/>
            <a:ext cx="0" cy="3600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8322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ierre y conta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229922"/>
            <a:ext cx="12192000" cy="1628078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FFFFFF"/>
              </a:solidFill>
            </a:endParaRPr>
          </a:p>
        </p:txBody>
      </p:sp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96918" y="5573143"/>
            <a:ext cx="1347482" cy="455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59" y="5573576"/>
            <a:ext cx="578707" cy="455017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1945649"/>
            <a:ext cx="336547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>
                <a:solidFill>
                  <a:srgbClr val="595959"/>
                </a:solidFill>
              </a:rPr>
              <a:t>Nuestra misión es contribuir al progreso de las personas y de las empresas.</a:t>
            </a:r>
          </a:p>
          <a:p>
            <a:endParaRPr lang="es-ES" sz="1400">
              <a:solidFill>
                <a:srgbClr val="595959"/>
              </a:solidFill>
            </a:endParaRPr>
          </a:p>
          <a:p>
            <a:r>
              <a:rPr lang="es-ES" sz="1400">
                <a:solidFill>
                  <a:srgbClr val="595959"/>
                </a:solidFill>
              </a:rPr>
              <a:t>Nuestra cultura se basa en la creencia de que todo lo que hacemos debe ser:</a:t>
            </a:r>
          </a:p>
        </p:txBody>
      </p:sp>
      <p:pic>
        <p:nvPicPr>
          <p:cNvPr id="25" name="Gráfico 24">
            <a:extLst>
              <a:ext uri="{FF2B5EF4-FFF2-40B4-BE49-F238E27FC236}">
                <a16:creationId xmlns:a16="http://schemas.microsoft.com/office/drawing/2014/main" id="{B0E05CB1-1BF0-48C0-9240-26433BD0868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9150" y="3461863"/>
            <a:ext cx="2790825" cy="202298"/>
          </a:xfrm>
          <a:prstGeom prst="rect">
            <a:avLst/>
          </a:prstGeom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06" y="628193"/>
            <a:ext cx="33654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>
                <a:solidFill>
                  <a:srgbClr val="EC0000"/>
                </a:solidFill>
                <a:latin typeface="Santander Headline" panose="020B0504020201020104" pitchFamily="34" charset="0"/>
              </a:rPr>
              <a:t>Gracias.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0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>
              <a:solidFill>
                <a:srgbClr val="FFFFFF"/>
              </a:solidFill>
            </a:endParaRPr>
          </a:p>
        </p:txBody>
      </p:sp>
      <p:sp>
        <p:nvSpPr>
          <p:cNvPr id="27" name="Freeform 5">
            <a:extLst>
              <a:ext uri="{FF2B5EF4-FFF2-40B4-BE49-F238E27FC236}">
                <a16:creationId xmlns:a16="http://schemas.microsoft.com/office/drawing/2014/main" id="{E9E46F4D-C8A9-422F-BD4D-29C8BEED301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22325" y="5727700"/>
            <a:ext cx="1898650" cy="334963"/>
          </a:xfrm>
          <a:custGeom>
            <a:avLst/>
            <a:gdLst>
              <a:gd name="T0" fmla="*/ 319 w 3262"/>
              <a:gd name="T1" fmla="*/ 39 h 572"/>
              <a:gd name="T2" fmla="*/ 300 w 3262"/>
              <a:gd name="T3" fmla="*/ 137 h 572"/>
              <a:gd name="T4" fmla="*/ 371 w 3262"/>
              <a:gd name="T5" fmla="*/ 405 h 572"/>
              <a:gd name="T6" fmla="*/ 244 w 3262"/>
              <a:gd name="T7" fmla="*/ 170 h 572"/>
              <a:gd name="T8" fmla="*/ 225 w 3262"/>
              <a:gd name="T9" fmla="*/ 267 h 572"/>
              <a:gd name="T10" fmla="*/ 300 w 3262"/>
              <a:gd name="T11" fmla="*/ 528 h 572"/>
              <a:gd name="T12" fmla="*/ 187 w 3262"/>
              <a:gd name="T13" fmla="*/ 333 h 572"/>
              <a:gd name="T14" fmla="*/ 300 w 3262"/>
              <a:gd name="T15" fmla="*/ 572 h 572"/>
              <a:gd name="T16" fmla="*/ 714 w 3262"/>
              <a:gd name="T17" fmla="*/ 540 h 572"/>
              <a:gd name="T18" fmla="*/ 910 w 3262"/>
              <a:gd name="T19" fmla="*/ 455 h 572"/>
              <a:gd name="T20" fmla="*/ 717 w 3262"/>
              <a:gd name="T21" fmla="*/ 258 h 572"/>
              <a:gd name="T22" fmla="*/ 945 w 3262"/>
              <a:gd name="T23" fmla="*/ 226 h 572"/>
              <a:gd name="T24" fmla="*/ 842 w 3262"/>
              <a:gd name="T25" fmla="*/ 322 h 572"/>
              <a:gd name="T26" fmla="*/ 829 w 3262"/>
              <a:gd name="T27" fmla="*/ 561 h 572"/>
              <a:gd name="T28" fmla="*/ 1277 w 3262"/>
              <a:gd name="T29" fmla="*/ 552 h 572"/>
              <a:gd name="T30" fmla="*/ 1138 w 3262"/>
              <a:gd name="T31" fmla="*/ 559 h 572"/>
              <a:gd name="T32" fmla="*/ 1277 w 3262"/>
              <a:gd name="T33" fmla="*/ 270 h 572"/>
              <a:gd name="T34" fmla="*/ 1171 w 3262"/>
              <a:gd name="T35" fmla="*/ 307 h 572"/>
              <a:gd name="T36" fmla="*/ 1215 w 3262"/>
              <a:gd name="T37" fmla="*/ 488 h 572"/>
              <a:gd name="T38" fmla="*/ 1533 w 3262"/>
              <a:gd name="T39" fmla="*/ 552 h 572"/>
              <a:gd name="T40" fmla="*/ 1407 w 3262"/>
              <a:gd name="T41" fmla="*/ 312 h 572"/>
              <a:gd name="T42" fmla="*/ 1345 w 3262"/>
              <a:gd name="T43" fmla="*/ 270 h 572"/>
              <a:gd name="T44" fmla="*/ 1767 w 3262"/>
              <a:gd name="T45" fmla="*/ 506 h 572"/>
              <a:gd name="T46" fmla="*/ 1756 w 3262"/>
              <a:gd name="T47" fmla="*/ 559 h 572"/>
              <a:gd name="T48" fmla="*/ 1719 w 3262"/>
              <a:gd name="T49" fmla="*/ 157 h 572"/>
              <a:gd name="T50" fmla="*/ 1812 w 3262"/>
              <a:gd name="T51" fmla="*/ 317 h 572"/>
              <a:gd name="T52" fmla="*/ 1767 w 3262"/>
              <a:gd name="T53" fmla="*/ 506 h 572"/>
              <a:gd name="T54" fmla="*/ 2043 w 3262"/>
              <a:gd name="T55" fmla="*/ 552 h 572"/>
              <a:gd name="T56" fmla="*/ 1836 w 3262"/>
              <a:gd name="T57" fmla="*/ 410 h 572"/>
              <a:gd name="T58" fmla="*/ 2038 w 3262"/>
              <a:gd name="T59" fmla="*/ 488 h 572"/>
              <a:gd name="T60" fmla="*/ 1899 w 3262"/>
              <a:gd name="T61" fmla="*/ 410 h 572"/>
              <a:gd name="T62" fmla="*/ 2418 w 3262"/>
              <a:gd name="T63" fmla="*/ 363 h 572"/>
              <a:gd name="T64" fmla="*/ 2356 w 3262"/>
              <a:gd name="T65" fmla="*/ 373 h 572"/>
              <a:gd name="T66" fmla="*/ 2230 w 3262"/>
              <a:gd name="T67" fmla="*/ 552 h 572"/>
              <a:gd name="T68" fmla="*/ 2281 w 3262"/>
              <a:gd name="T69" fmla="*/ 254 h 572"/>
              <a:gd name="T70" fmla="*/ 2733 w 3262"/>
              <a:gd name="T71" fmla="*/ 552 h 572"/>
              <a:gd name="T72" fmla="*/ 2591 w 3262"/>
              <a:gd name="T73" fmla="*/ 559 h 572"/>
              <a:gd name="T74" fmla="*/ 2671 w 3262"/>
              <a:gd name="T75" fmla="*/ 259 h 572"/>
              <a:gd name="T76" fmla="*/ 2671 w 3262"/>
              <a:gd name="T77" fmla="*/ 487 h 572"/>
              <a:gd name="T78" fmla="*/ 2531 w 3262"/>
              <a:gd name="T79" fmla="*/ 410 h 572"/>
              <a:gd name="T80" fmla="*/ 3045 w 3262"/>
              <a:gd name="T81" fmla="*/ 432 h 572"/>
              <a:gd name="T82" fmla="*/ 3038 w 3262"/>
              <a:gd name="T83" fmla="*/ 485 h 572"/>
              <a:gd name="T84" fmla="*/ 2783 w 3262"/>
              <a:gd name="T85" fmla="*/ 405 h 572"/>
              <a:gd name="T86" fmla="*/ 3045 w 3262"/>
              <a:gd name="T87" fmla="*/ 432 h 572"/>
              <a:gd name="T88" fmla="*/ 2918 w 3262"/>
              <a:gd name="T89" fmla="*/ 306 h 572"/>
              <a:gd name="T90" fmla="*/ 3256 w 3262"/>
              <a:gd name="T91" fmla="*/ 310 h 572"/>
              <a:gd name="T92" fmla="*/ 3164 w 3262"/>
              <a:gd name="T93" fmla="*/ 552 h 572"/>
              <a:gd name="T94" fmla="*/ 3208 w 3262"/>
              <a:gd name="T95" fmla="*/ 254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262" h="572">
                <a:moveTo>
                  <a:pt x="430" y="262"/>
                </a:moveTo>
                <a:cubicBezTo>
                  <a:pt x="429" y="241"/>
                  <a:pt x="424" y="221"/>
                  <a:pt x="413" y="202"/>
                </a:cubicBezTo>
                <a:cubicBezTo>
                  <a:pt x="319" y="39"/>
                  <a:pt x="319" y="39"/>
                  <a:pt x="319" y="39"/>
                </a:cubicBezTo>
                <a:cubicBezTo>
                  <a:pt x="312" y="27"/>
                  <a:pt x="307" y="14"/>
                  <a:pt x="304" y="0"/>
                </a:cubicBezTo>
                <a:cubicBezTo>
                  <a:pt x="300" y="7"/>
                  <a:pt x="300" y="7"/>
                  <a:pt x="300" y="7"/>
                </a:cubicBezTo>
                <a:cubicBezTo>
                  <a:pt x="277" y="47"/>
                  <a:pt x="277" y="97"/>
                  <a:pt x="300" y="137"/>
                </a:cubicBezTo>
                <a:cubicBezTo>
                  <a:pt x="375" y="267"/>
                  <a:pt x="375" y="267"/>
                  <a:pt x="375" y="267"/>
                </a:cubicBezTo>
                <a:cubicBezTo>
                  <a:pt x="399" y="308"/>
                  <a:pt x="399" y="357"/>
                  <a:pt x="375" y="398"/>
                </a:cubicBezTo>
                <a:cubicBezTo>
                  <a:pt x="371" y="405"/>
                  <a:pt x="371" y="405"/>
                  <a:pt x="371" y="405"/>
                </a:cubicBezTo>
                <a:cubicBezTo>
                  <a:pt x="369" y="391"/>
                  <a:pt x="364" y="378"/>
                  <a:pt x="356" y="365"/>
                </a:cubicBezTo>
                <a:cubicBezTo>
                  <a:pt x="288" y="246"/>
                  <a:pt x="288" y="246"/>
                  <a:pt x="288" y="246"/>
                </a:cubicBezTo>
                <a:cubicBezTo>
                  <a:pt x="244" y="170"/>
                  <a:pt x="244" y="170"/>
                  <a:pt x="244" y="170"/>
                </a:cubicBezTo>
                <a:cubicBezTo>
                  <a:pt x="236" y="157"/>
                  <a:pt x="232" y="144"/>
                  <a:pt x="229" y="130"/>
                </a:cubicBezTo>
                <a:cubicBezTo>
                  <a:pt x="225" y="137"/>
                  <a:pt x="225" y="137"/>
                  <a:pt x="225" y="137"/>
                </a:cubicBezTo>
                <a:cubicBezTo>
                  <a:pt x="202" y="177"/>
                  <a:pt x="202" y="227"/>
                  <a:pt x="225" y="267"/>
                </a:cubicBezTo>
                <a:cubicBezTo>
                  <a:pt x="225" y="267"/>
                  <a:pt x="225" y="267"/>
                  <a:pt x="225" y="267"/>
                </a:cubicBezTo>
                <a:cubicBezTo>
                  <a:pt x="300" y="398"/>
                  <a:pt x="300" y="398"/>
                  <a:pt x="300" y="398"/>
                </a:cubicBezTo>
                <a:cubicBezTo>
                  <a:pt x="323" y="438"/>
                  <a:pt x="323" y="488"/>
                  <a:pt x="300" y="528"/>
                </a:cubicBezTo>
                <a:cubicBezTo>
                  <a:pt x="296" y="535"/>
                  <a:pt x="296" y="535"/>
                  <a:pt x="296" y="535"/>
                </a:cubicBezTo>
                <a:cubicBezTo>
                  <a:pt x="293" y="521"/>
                  <a:pt x="288" y="508"/>
                  <a:pt x="281" y="495"/>
                </a:cubicBezTo>
                <a:cubicBezTo>
                  <a:pt x="187" y="333"/>
                  <a:pt x="187" y="333"/>
                  <a:pt x="187" y="333"/>
                </a:cubicBezTo>
                <a:cubicBezTo>
                  <a:pt x="175" y="311"/>
                  <a:pt x="169" y="286"/>
                  <a:pt x="170" y="262"/>
                </a:cubicBezTo>
                <a:cubicBezTo>
                  <a:pt x="69" y="288"/>
                  <a:pt x="0" y="344"/>
                  <a:pt x="0" y="409"/>
                </a:cubicBezTo>
                <a:cubicBezTo>
                  <a:pt x="0" y="499"/>
                  <a:pt x="134" y="572"/>
                  <a:pt x="300" y="572"/>
                </a:cubicBezTo>
                <a:cubicBezTo>
                  <a:pt x="466" y="572"/>
                  <a:pt x="600" y="499"/>
                  <a:pt x="600" y="409"/>
                </a:cubicBezTo>
                <a:cubicBezTo>
                  <a:pt x="600" y="344"/>
                  <a:pt x="531" y="288"/>
                  <a:pt x="430" y="262"/>
                </a:cubicBezTo>
                <a:close/>
                <a:moveTo>
                  <a:pt x="714" y="540"/>
                </a:moveTo>
                <a:cubicBezTo>
                  <a:pt x="715" y="517"/>
                  <a:pt x="718" y="501"/>
                  <a:pt x="725" y="483"/>
                </a:cubicBezTo>
                <a:cubicBezTo>
                  <a:pt x="756" y="498"/>
                  <a:pt x="797" y="505"/>
                  <a:pt x="828" y="505"/>
                </a:cubicBezTo>
                <a:cubicBezTo>
                  <a:pt x="880" y="505"/>
                  <a:pt x="910" y="488"/>
                  <a:pt x="910" y="455"/>
                </a:cubicBezTo>
                <a:cubicBezTo>
                  <a:pt x="910" y="422"/>
                  <a:pt x="888" y="407"/>
                  <a:pt x="835" y="384"/>
                </a:cubicBezTo>
                <a:cubicBezTo>
                  <a:pt x="806" y="371"/>
                  <a:pt x="806" y="371"/>
                  <a:pt x="806" y="371"/>
                </a:cubicBezTo>
                <a:cubicBezTo>
                  <a:pt x="753" y="348"/>
                  <a:pt x="717" y="318"/>
                  <a:pt x="717" y="258"/>
                </a:cubicBezTo>
                <a:cubicBezTo>
                  <a:pt x="717" y="194"/>
                  <a:pt x="762" y="153"/>
                  <a:pt x="853" y="153"/>
                </a:cubicBezTo>
                <a:cubicBezTo>
                  <a:pt x="890" y="153"/>
                  <a:pt x="924" y="158"/>
                  <a:pt x="956" y="169"/>
                </a:cubicBezTo>
                <a:cubicBezTo>
                  <a:pt x="955" y="192"/>
                  <a:pt x="951" y="209"/>
                  <a:pt x="945" y="226"/>
                </a:cubicBezTo>
                <a:cubicBezTo>
                  <a:pt x="915" y="214"/>
                  <a:pt x="879" y="209"/>
                  <a:pt x="853" y="209"/>
                </a:cubicBezTo>
                <a:cubicBezTo>
                  <a:pt x="804" y="209"/>
                  <a:pt x="781" y="228"/>
                  <a:pt x="781" y="258"/>
                </a:cubicBezTo>
                <a:cubicBezTo>
                  <a:pt x="781" y="288"/>
                  <a:pt x="803" y="305"/>
                  <a:pt x="842" y="322"/>
                </a:cubicBezTo>
                <a:cubicBezTo>
                  <a:pt x="873" y="335"/>
                  <a:pt x="873" y="335"/>
                  <a:pt x="873" y="335"/>
                </a:cubicBezTo>
                <a:cubicBezTo>
                  <a:pt x="945" y="365"/>
                  <a:pt x="974" y="397"/>
                  <a:pt x="974" y="452"/>
                </a:cubicBezTo>
                <a:cubicBezTo>
                  <a:pt x="974" y="517"/>
                  <a:pt x="925" y="561"/>
                  <a:pt x="829" y="561"/>
                </a:cubicBezTo>
                <a:cubicBezTo>
                  <a:pt x="783" y="561"/>
                  <a:pt x="745" y="555"/>
                  <a:pt x="714" y="540"/>
                </a:cubicBezTo>
                <a:close/>
                <a:moveTo>
                  <a:pt x="1277" y="270"/>
                </a:moveTo>
                <a:cubicBezTo>
                  <a:pt x="1277" y="552"/>
                  <a:pt x="1277" y="552"/>
                  <a:pt x="1277" y="552"/>
                </a:cubicBezTo>
                <a:cubicBezTo>
                  <a:pt x="1220" y="552"/>
                  <a:pt x="1220" y="552"/>
                  <a:pt x="1220" y="552"/>
                </a:cubicBezTo>
                <a:cubicBezTo>
                  <a:pt x="1217" y="518"/>
                  <a:pt x="1217" y="518"/>
                  <a:pt x="1217" y="518"/>
                </a:cubicBezTo>
                <a:cubicBezTo>
                  <a:pt x="1201" y="543"/>
                  <a:pt x="1177" y="559"/>
                  <a:pt x="1138" y="559"/>
                </a:cubicBezTo>
                <a:cubicBezTo>
                  <a:pt x="1063" y="559"/>
                  <a:pt x="1013" y="505"/>
                  <a:pt x="1013" y="410"/>
                </a:cubicBezTo>
                <a:cubicBezTo>
                  <a:pt x="1013" y="311"/>
                  <a:pt x="1066" y="254"/>
                  <a:pt x="1171" y="254"/>
                </a:cubicBezTo>
                <a:cubicBezTo>
                  <a:pt x="1211" y="254"/>
                  <a:pt x="1245" y="259"/>
                  <a:pt x="1277" y="270"/>
                </a:cubicBezTo>
                <a:close/>
                <a:moveTo>
                  <a:pt x="1215" y="488"/>
                </a:moveTo>
                <a:cubicBezTo>
                  <a:pt x="1215" y="311"/>
                  <a:pt x="1215" y="311"/>
                  <a:pt x="1215" y="311"/>
                </a:cubicBezTo>
                <a:cubicBezTo>
                  <a:pt x="1202" y="309"/>
                  <a:pt x="1188" y="307"/>
                  <a:pt x="1171" y="307"/>
                </a:cubicBezTo>
                <a:cubicBezTo>
                  <a:pt x="1107" y="307"/>
                  <a:pt x="1077" y="347"/>
                  <a:pt x="1077" y="410"/>
                </a:cubicBezTo>
                <a:cubicBezTo>
                  <a:pt x="1077" y="468"/>
                  <a:pt x="1100" y="508"/>
                  <a:pt x="1155" y="508"/>
                </a:cubicBezTo>
                <a:cubicBezTo>
                  <a:pt x="1179" y="508"/>
                  <a:pt x="1199" y="500"/>
                  <a:pt x="1215" y="488"/>
                </a:cubicBezTo>
                <a:close/>
                <a:moveTo>
                  <a:pt x="1595" y="363"/>
                </a:moveTo>
                <a:cubicBezTo>
                  <a:pt x="1595" y="552"/>
                  <a:pt x="1595" y="552"/>
                  <a:pt x="1595" y="552"/>
                </a:cubicBezTo>
                <a:cubicBezTo>
                  <a:pt x="1533" y="552"/>
                  <a:pt x="1533" y="552"/>
                  <a:pt x="1533" y="552"/>
                </a:cubicBezTo>
                <a:cubicBezTo>
                  <a:pt x="1533" y="373"/>
                  <a:pt x="1533" y="373"/>
                  <a:pt x="1533" y="373"/>
                </a:cubicBezTo>
                <a:cubicBezTo>
                  <a:pt x="1533" y="329"/>
                  <a:pt x="1518" y="307"/>
                  <a:pt x="1456" y="307"/>
                </a:cubicBezTo>
                <a:cubicBezTo>
                  <a:pt x="1442" y="307"/>
                  <a:pt x="1424" y="309"/>
                  <a:pt x="1407" y="312"/>
                </a:cubicBezTo>
                <a:cubicBezTo>
                  <a:pt x="1407" y="552"/>
                  <a:pt x="1407" y="552"/>
                  <a:pt x="1407" y="552"/>
                </a:cubicBezTo>
                <a:cubicBezTo>
                  <a:pt x="1345" y="552"/>
                  <a:pt x="1345" y="552"/>
                  <a:pt x="1345" y="552"/>
                </a:cubicBezTo>
                <a:cubicBezTo>
                  <a:pt x="1345" y="270"/>
                  <a:pt x="1345" y="270"/>
                  <a:pt x="1345" y="270"/>
                </a:cubicBezTo>
                <a:cubicBezTo>
                  <a:pt x="1385" y="261"/>
                  <a:pt x="1428" y="254"/>
                  <a:pt x="1458" y="254"/>
                </a:cubicBezTo>
                <a:cubicBezTo>
                  <a:pt x="1562" y="254"/>
                  <a:pt x="1595" y="294"/>
                  <a:pt x="1595" y="363"/>
                </a:cubicBezTo>
                <a:close/>
                <a:moveTo>
                  <a:pt x="1767" y="506"/>
                </a:moveTo>
                <a:cubicBezTo>
                  <a:pt x="1785" y="506"/>
                  <a:pt x="1802" y="503"/>
                  <a:pt x="1816" y="498"/>
                </a:cubicBezTo>
                <a:cubicBezTo>
                  <a:pt x="1814" y="515"/>
                  <a:pt x="1812" y="534"/>
                  <a:pt x="1808" y="550"/>
                </a:cubicBezTo>
                <a:cubicBezTo>
                  <a:pt x="1791" y="557"/>
                  <a:pt x="1773" y="559"/>
                  <a:pt x="1756" y="559"/>
                </a:cubicBezTo>
                <a:cubicBezTo>
                  <a:pt x="1696" y="559"/>
                  <a:pt x="1657" y="531"/>
                  <a:pt x="1657" y="463"/>
                </a:cubicBezTo>
                <a:cubicBezTo>
                  <a:pt x="1657" y="166"/>
                  <a:pt x="1657" y="166"/>
                  <a:pt x="1657" y="166"/>
                </a:cubicBezTo>
                <a:cubicBezTo>
                  <a:pt x="1676" y="160"/>
                  <a:pt x="1700" y="157"/>
                  <a:pt x="1719" y="157"/>
                </a:cubicBezTo>
                <a:cubicBezTo>
                  <a:pt x="1719" y="264"/>
                  <a:pt x="1719" y="264"/>
                  <a:pt x="1719" y="264"/>
                </a:cubicBezTo>
                <a:cubicBezTo>
                  <a:pt x="1817" y="264"/>
                  <a:pt x="1817" y="264"/>
                  <a:pt x="1817" y="264"/>
                </a:cubicBezTo>
                <a:cubicBezTo>
                  <a:pt x="1816" y="283"/>
                  <a:pt x="1815" y="301"/>
                  <a:pt x="1812" y="317"/>
                </a:cubicBezTo>
                <a:cubicBezTo>
                  <a:pt x="1719" y="317"/>
                  <a:pt x="1719" y="317"/>
                  <a:pt x="1719" y="317"/>
                </a:cubicBezTo>
                <a:cubicBezTo>
                  <a:pt x="1719" y="455"/>
                  <a:pt x="1719" y="455"/>
                  <a:pt x="1719" y="455"/>
                </a:cubicBezTo>
                <a:cubicBezTo>
                  <a:pt x="1719" y="492"/>
                  <a:pt x="1737" y="506"/>
                  <a:pt x="1767" y="506"/>
                </a:cubicBezTo>
                <a:close/>
                <a:moveTo>
                  <a:pt x="2100" y="270"/>
                </a:moveTo>
                <a:cubicBezTo>
                  <a:pt x="2100" y="552"/>
                  <a:pt x="2100" y="552"/>
                  <a:pt x="2100" y="552"/>
                </a:cubicBezTo>
                <a:cubicBezTo>
                  <a:pt x="2043" y="552"/>
                  <a:pt x="2043" y="552"/>
                  <a:pt x="2043" y="552"/>
                </a:cubicBezTo>
                <a:cubicBezTo>
                  <a:pt x="2040" y="518"/>
                  <a:pt x="2040" y="518"/>
                  <a:pt x="2040" y="518"/>
                </a:cubicBezTo>
                <a:cubicBezTo>
                  <a:pt x="2024" y="543"/>
                  <a:pt x="2000" y="559"/>
                  <a:pt x="1960" y="559"/>
                </a:cubicBezTo>
                <a:cubicBezTo>
                  <a:pt x="1886" y="559"/>
                  <a:pt x="1836" y="505"/>
                  <a:pt x="1836" y="410"/>
                </a:cubicBezTo>
                <a:cubicBezTo>
                  <a:pt x="1836" y="311"/>
                  <a:pt x="1889" y="254"/>
                  <a:pt x="1993" y="254"/>
                </a:cubicBezTo>
                <a:cubicBezTo>
                  <a:pt x="2034" y="254"/>
                  <a:pt x="2067" y="259"/>
                  <a:pt x="2100" y="270"/>
                </a:cubicBezTo>
                <a:close/>
                <a:moveTo>
                  <a:pt x="2038" y="488"/>
                </a:moveTo>
                <a:cubicBezTo>
                  <a:pt x="2038" y="311"/>
                  <a:pt x="2038" y="311"/>
                  <a:pt x="2038" y="311"/>
                </a:cubicBezTo>
                <a:cubicBezTo>
                  <a:pt x="2025" y="309"/>
                  <a:pt x="2011" y="307"/>
                  <a:pt x="1993" y="307"/>
                </a:cubicBezTo>
                <a:cubicBezTo>
                  <a:pt x="1929" y="307"/>
                  <a:pt x="1899" y="347"/>
                  <a:pt x="1899" y="410"/>
                </a:cubicBezTo>
                <a:cubicBezTo>
                  <a:pt x="1899" y="468"/>
                  <a:pt x="1922" y="508"/>
                  <a:pt x="1978" y="508"/>
                </a:cubicBezTo>
                <a:cubicBezTo>
                  <a:pt x="2002" y="508"/>
                  <a:pt x="2022" y="500"/>
                  <a:pt x="2038" y="488"/>
                </a:cubicBezTo>
                <a:close/>
                <a:moveTo>
                  <a:pt x="2418" y="363"/>
                </a:moveTo>
                <a:cubicBezTo>
                  <a:pt x="2418" y="552"/>
                  <a:pt x="2418" y="552"/>
                  <a:pt x="2418" y="552"/>
                </a:cubicBezTo>
                <a:cubicBezTo>
                  <a:pt x="2356" y="552"/>
                  <a:pt x="2356" y="552"/>
                  <a:pt x="2356" y="552"/>
                </a:cubicBezTo>
                <a:cubicBezTo>
                  <a:pt x="2356" y="373"/>
                  <a:pt x="2356" y="373"/>
                  <a:pt x="2356" y="373"/>
                </a:cubicBezTo>
                <a:cubicBezTo>
                  <a:pt x="2356" y="329"/>
                  <a:pt x="2341" y="307"/>
                  <a:pt x="2279" y="307"/>
                </a:cubicBezTo>
                <a:cubicBezTo>
                  <a:pt x="2264" y="307"/>
                  <a:pt x="2247" y="309"/>
                  <a:pt x="2230" y="312"/>
                </a:cubicBezTo>
                <a:cubicBezTo>
                  <a:pt x="2230" y="552"/>
                  <a:pt x="2230" y="552"/>
                  <a:pt x="2230" y="552"/>
                </a:cubicBezTo>
                <a:cubicBezTo>
                  <a:pt x="2168" y="552"/>
                  <a:pt x="2168" y="552"/>
                  <a:pt x="2168" y="552"/>
                </a:cubicBezTo>
                <a:cubicBezTo>
                  <a:pt x="2168" y="270"/>
                  <a:pt x="2168" y="270"/>
                  <a:pt x="2168" y="270"/>
                </a:cubicBezTo>
                <a:cubicBezTo>
                  <a:pt x="2207" y="261"/>
                  <a:pt x="2251" y="254"/>
                  <a:pt x="2281" y="254"/>
                </a:cubicBezTo>
                <a:cubicBezTo>
                  <a:pt x="2384" y="254"/>
                  <a:pt x="2418" y="294"/>
                  <a:pt x="2418" y="363"/>
                </a:cubicBezTo>
                <a:close/>
                <a:moveTo>
                  <a:pt x="2733" y="157"/>
                </a:moveTo>
                <a:cubicBezTo>
                  <a:pt x="2733" y="552"/>
                  <a:pt x="2733" y="552"/>
                  <a:pt x="2733" y="552"/>
                </a:cubicBezTo>
                <a:cubicBezTo>
                  <a:pt x="2676" y="552"/>
                  <a:pt x="2676" y="552"/>
                  <a:pt x="2676" y="552"/>
                </a:cubicBezTo>
                <a:cubicBezTo>
                  <a:pt x="2672" y="516"/>
                  <a:pt x="2672" y="516"/>
                  <a:pt x="2672" y="516"/>
                </a:cubicBezTo>
                <a:cubicBezTo>
                  <a:pt x="2656" y="543"/>
                  <a:pt x="2632" y="559"/>
                  <a:pt x="2591" y="559"/>
                </a:cubicBezTo>
                <a:cubicBezTo>
                  <a:pt x="2517" y="559"/>
                  <a:pt x="2467" y="505"/>
                  <a:pt x="2467" y="410"/>
                </a:cubicBezTo>
                <a:cubicBezTo>
                  <a:pt x="2467" y="311"/>
                  <a:pt x="2520" y="254"/>
                  <a:pt x="2625" y="254"/>
                </a:cubicBezTo>
                <a:cubicBezTo>
                  <a:pt x="2641" y="254"/>
                  <a:pt x="2656" y="256"/>
                  <a:pt x="2671" y="259"/>
                </a:cubicBezTo>
                <a:cubicBezTo>
                  <a:pt x="2671" y="166"/>
                  <a:pt x="2671" y="166"/>
                  <a:pt x="2671" y="166"/>
                </a:cubicBezTo>
                <a:cubicBezTo>
                  <a:pt x="2690" y="159"/>
                  <a:pt x="2712" y="157"/>
                  <a:pt x="2733" y="157"/>
                </a:cubicBezTo>
                <a:close/>
                <a:moveTo>
                  <a:pt x="2671" y="487"/>
                </a:moveTo>
                <a:cubicBezTo>
                  <a:pt x="2671" y="313"/>
                  <a:pt x="2671" y="313"/>
                  <a:pt x="2671" y="313"/>
                </a:cubicBezTo>
                <a:cubicBezTo>
                  <a:pt x="2655" y="310"/>
                  <a:pt x="2638" y="307"/>
                  <a:pt x="2621" y="307"/>
                </a:cubicBezTo>
                <a:cubicBezTo>
                  <a:pt x="2560" y="307"/>
                  <a:pt x="2531" y="346"/>
                  <a:pt x="2531" y="410"/>
                </a:cubicBezTo>
                <a:cubicBezTo>
                  <a:pt x="2531" y="468"/>
                  <a:pt x="2554" y="508"/>
                  <a:pt x="2609" y="508"/>
                </a:cubicBezTo>
                <a:cubicBezTo>
                  <a:pt x="2634" y="508"/>
                  <a:pt x="2654" y="500"/>
                  <a:pt x="2671" y="487"/>
                </a:cubicBezTo>
                <a:close/>
                <a:moveTo>
                  <a:pt x="3045" y="432"/>
                </a:moveTo>
                <a:cubicBezTo>
                  <a:pt x="2847" y="432"/>
                  <a:pt x="2847" y="432"/>
                  <a:pt x="2847" y="432"/>
                </a:cubicBezTo>
                <a:cubicBezTo>
                  <a:pt x="2854" y="482"/>
                  <a:pt x="2884" y="506"/>
                  <a:pt x="2939" y="506"/>
                </a:cubicBezTo>
                <a:cubicBezTo>
                  <a:pt x="2973" y="506"/>
                  <a:pt x="3007" y="499"/>
                  <a:pt x="3038" y="485"/>
                </a:cubicBezTo>
                <a:cubicBezTo>
                  <a:pt x="3036" y="501"/>
                  <a:pt x="3033" y="522"/>
                  <a:pt x="3029" y="541"/>
                </a:cubicBezTo>
                <a:cubicBezTo>
                  <a:pt x="3001" y="554"/>
                  <a:pt x="2971" y="559"/>
                  <a:pt x="2937" y="559"/>
                </a:cubicBezTo>
                <a:cubicBezTo>
                  <a:pt x="2834" y="559"/>
                  <a:pt x="2783" y="502"/>
                  <a:pt x="2783" y="405"/>
                </a:cubicBezTo>
                <a:cubicBezTo>
                  <a:pt x="2783" y="321"/>
                  <a:pt x="2822" y="254"/>
                  <a:pt x="2921" y="254"/>
                </a:cubicBezTo>
                <a:cubicBezTo>
                  <a:pt x="3010" y="254"/>
                  <a:pt x="3048" y="313"/>
                  <a:pt x="3048" y="384"/>
                </a:cubicBezTo>
                <a:cubicBezTo>
                  <a:pt x="3048" y="401"/>
                  <a:pt x="3047" y="415"/>
                  <a:pt x="3045" y="432"/>
                </a:cubicBezTo>
                <a:close/>
                <a:moveTo>
                  <a:pt x="2845" y="380"/>
                </a:moveTo>
                <a:cubicBezTo>
                  <a:pt x="2985" y="380"/>
                  <a:pt x="2985" y="380"/>
                  <a:pt x="2985" y="380"/>
                </a:cubicBezTo>
                <a:cubicBezTo>
                  <a:pt x="2985" y="333"/>
                  <a:pt x="2960" y="306"/>
                  <a:pt x="2918" y="306"/>
                </a:cubicBezTo>
                <a:cubicBezTo>
                  <a:pt x="2874" y="306"/>
                  <a:pt x="2850" y="332"/>
                  <a:pt x="2845" y="380"/>
                </a:cubicBezTo>
                <a:close/>
                <a:moveTo>
                  <a:pt x="3262" y="257"/>
                </a:moveTo>
                <a:cubicBezTo>
                  <a:pt x="3262" y="275"/>
                  <a:pt x="3260" y="298"/>
                  <a:pt x="3256" y="310"/>
                </a:cubicBezTo>
                <a:cubicBezTo>
                  <a:pt x="3241" y="308"/>
                  <a:pt x="3227" y="307"/>
                  <a:pt x="3209" y="307"/>
                </a:cubicBezTo>
                <a:cubicBezTo>
                  <a:pt x="3194" y="307"/>
                  <a:pt x="3179" y="309"/>
                  <a:pt x="3164" y="311"/>
                </a:cubicBezTo>
                <a:cubicBezTo>
                  <a:pt x="3164" y="552"/>
                  <a:pt x="3164" y="552"/>
                  <a:pt x="3164" y="552"/>
                </a:cubicBezTo>
                <a:cubicBezTo>
                  <a:pt x="3102" y="552"/>
                  <a:pt x="3102" y="552"/>
                  <a:pt x="3102" y="552"/>
                </a:cubicBezTo>
                <a:cubicBezTo>
                  <a:pt x="3102" y="270"/>
                  <a:pt x="3102" y="270"/>
                  <a:pt x="3102" y="270"/>
                </a:cubicBezTo>
                <a:cubicBezTo>
                  <a:pt x="3128" y="261"/>
                  <a:pt x="3173" y="254"/>
                  <a:pt x="3208" y="254"/>
                </a:cubicBezTo>
                <a:cubicBezTo>
                  <a:pt x="3227" y="254"/>
                  <a:pt x="3248" y="255"/>
                  <a:pt x="3262" y="25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1158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83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ulo y conteni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2B376A2-1CAF-4EAA-914D-4D87E6590F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45385" y="1697236"/>
            <a:ext cx="7705095" cy="3010385"/>
          </a:xfrm>
          <a:prstGeom prst="rect">
            <a:avLst/>
          </a:prstGeom>
        </p:spPr>
      </p:pic>
      <p:grpSp>
        <p:nvGrpSpPr>
          <p:cNvPr id="45" name="Grupo 44">
            <a:extLst>
              <a:ext uri="{FF2B5EF4-FFF2-40B4-BE49-F238E27FC236}">
                <a16:creationId xmlns:a16="http://schemas.microsoft.com/office/drawing/2014/main" id="{3C57E52D-1ABB-45DD-8538-77D7486EFF6A}"/>
              </a:ext>
            </a:extLst>
          </p:cNvPr>
          <p:cNvGrpSpPr/>
          <p:nvPr userDrawn="1"/>
        </p:nvGrpSpPr>
        <p:grpSpPr>
          <a:xfrm>
            <a:off x="10025113" y="9282388"/>
            <a:ext cx="1565451" cy="560074"/>
            <a:chOff x="22242493" y="3674548"/>
            <a:chExt cx="1565451" cy="560074"/>
          </a:xfrm>
        </p:grpSpPr>
        <p:sp>
          <p:nvSpPr>
            <p:cNvPr id="46" name="Rectángulo redondeado 507">
              <a:extLst>
                <a:ext uri="{FF2B5EF4-FFF2-40B4-BE49-F238E27FC236}">
                  <a16:creationId xmlns:a16="http://schemas.microsoft.com/office/drawing/2014/main" id="{F04983BD-A0FF-4C7D-9F5D-60AE0EC39A4B}"/>
                </a:ext>
              </a:extLst>
            </p:cNvPr>
            <p:cNvSpPr/>
            <p:nvPr/>
          </p:nvSpPr>
          <p:spPr>
            <a:xfrm>
              <a:off x="22242493" y="3674548"/>
              <a:ext cx="1324267" cy="39937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en-US" sz="1100" b="1" kern="0" dirty="0">
                <a:solidFill>
                  <a:prstClr val="white"/>
                </a:solidFill>
                <a:latin typeface="Roboto Black" panose="02000000000000000000" pitchFamily="2" charset="0"/>
                <a:ea typeface="Roboto Black" panose="02000000000000000000" pitchFamily="2" charset="0"/>
              </a:endParaRPr>
            </a:p>
            <a:p>
              <a:pPr algn="ctr"/>
              <a:endParaRPr lang="en-US" sz="1100" b="1" kern="0" dirty="0">
                <a:solidFill>
                  <a:prstClr val="white"/>
                </a:solidFill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pic>
          <p:nvPicPr>
            <p:cNvPr id="47" name="Imagen 2" descr="Imagen que contiene imágenes prediseñadas&#10;&#10;Descripción generada con confianza muy alta">
              <a:extLst>
                <a:ext uri="{FF2B5EF4-FFF2-40B4-BE49-F238E27FC236}">
                  <a16:creationId xmlns:a16="http://schemas.microsoft.com/office/drawing/2014/main" id="{73999E4D-846F-40E2-B6BA-F2F1B9BC56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459778" y="3886456"/>
              <a:ext cx="348166" cy="348166"/>
            </a:xfrm>
            <a:prstGeom prst="rect">
              <a:avLst/>
            </a:prstGeom>
            <a:solidFill>
              <a:schemeClr val="accent2"/>
            </a:solidFill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024" y="744557"/>
            <a:ext cx="10758733" cy="1123937"/>
          </a:xfrm>
        </p:spPr>
        <p:txBody>
          <a:bodyPr anchor="t">
            <a:noAutofit/>
          </a:bodyPr>
          <a:lstStyle>
            <a:lvl1pPr>
              <a:defRPr lang="es-ES" sz="3800" kern="1200" dirty="0">
                <a:solidFill>
                  <a:schemeClr val="accent1"/>
                </a:solidFill>
                <a:latin typeface="Santander Headline" panose="020B0504020201020104" pitchFamily="34" charset="0"/>
                <a:ea typeface="+mj-ea"/>
                <a:cs typeface="+mj-cs"/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lang="es-ES" sz="1300" kern="1200" smtClean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</a:lstStyle>
          <a:p>
            <a:fld id="{BC0D97B6-E32F-4D7D-B839-7C3B51F2640F}" type="slidenum">
              <a:rPr>
                <a:solidFill>
                  <a:srgbClr val="EC0000"/>
                </a:solidFill>
              </a:rPr>
              <a:pPr/>
              <a:t>‹#›</a:t>
            </a:fld>
            <a:endParaRPr>
              <a:solidFill>
                <a:srgbClr val="EC0000"/>
              </a:solidFill>
            </a:endParaRP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lang="es-ES" sz="1600" kern="1200" dirty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9169" y="5071596"/>
            <a:ext cx="10620588" cy="948204"/>
          </a:xfrm>
        </p:spPr>
        <p:txBody>
          <a:bodyPr numCol="2" spcCol="72000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600" kern="1200" dirty="0">
                <a:solidFill>
                  <a:schemeClr val="tx2"/>
                </a:solidFill>
                <a:latin typeface="Santander Text Light" panose="020B03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10CD5C40-9C2B-4740-BB85-4793D380FBF5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32642" y="6262326"/>
            <a:ext cx="1171705" cy="206714"/>
          </a:xfrm>
          <a:custGeom>
            <a:avLst/>
            <a:gdLst>
              <a:gd name="T0" fmla="*/ 319 w 3262"/>
              <a:gd name="T1" fmla="*/ 39 h 572"/>
              <a:gd name="T2" fmla="*/ 300 w 3262"/>
              <a:gd name="T3" fmla="*/ 137 h 572"/>
              <a:gd name="T4" fmla="*/ 371 w 3262"/>
              <a:gd name="T5" fmla="*/ 405 h 572"/>
              <a:gd name="T6" fmla="*/ 244 w 3262"/>
              <a:gd name="T7" fmla="*/ 170 h 572"/>
              <a:gd name="T8" fmla="*/ 225 w 3262"/>
              <a:gd name="T9" fmla="*/ 267 h 572"/>
              <a:gd name="T10" fmla="*/ 300 w 3262"/>
              <a:gd name="T11" fmla="*/ 528 h 572"/>
              <a:gd name="T12" fmla="*/ 187 w 3262"/>
              <a:gd name="T13" fmla="*/ 333 h 572"/>
              <a:gd name="T14" fmla="*/ 300 w 3262"/>
              <a:gd name="T15" fmla="*/ 572 h 572"/>
              <a:gd name="T16" fmla="*/ 714 w 3262"/>
              <a:gd name="T17" fmla="*/ 540 h 572"/>
              <a:gd name="T18" fmla="*/ 910 w 3262"/>
              <a:gd name="T19" fmla="*/ 455 h 572"/>
              <a:gd name="T20" fmla="*/ 717 w 3262"/>
              <a:gd name="T21" fmla="*/ 258 h 572"/>
              <a:gd name="T22" fmla="*/ 945 w 3262"/>
              <a:gd name="T23" fmla="*/ 226 h 572"/>
              <a:gd name="T24" fmla="*/ 842 w 3262"/>
              <a:gd name="T25" fmla="*/ 322 h 572"/>
              <a:gd name="T26" fmla="*/ 829 w 3262"/>
              <a:gd name="T27" fmla="*/ 561 h 572"/>
              <a:gd name="T28" fmla="*/ 1277 w 3262"/>
              <a:gd name="T29" fmla="*/ 552 h 572"/>
              <a:gd name="T30" fmla="*/ 1138 w 3262"/>
              <a:gd name="T31" fmla="*/ 559 h 572"/>
              <a:gd name="T32" fmla="*/ 1277 w 3262"/>
              <a:gd name="T33" fmla="*/ 270 h 572"/>
              <a:gd name="T34" fmla="*/ 1171 w 3262"/>
              <a:gd name="T35" fmla="*/ 307 h 572"/>
              <a:gd name="T36" fmla="*/ 1215 w 3262"/>
              <a:gd name="T37" fmla="*/ 488 h 572"/>
              <a:gd name="T38" fmla="*/ 1533 w 3262"/>
              <a:gd name="T39" fmla="*/ 552 h 572"/>
              <a:gd name="T40" fmla="*/ 1407 w 3262"/>
              <a:gd name="T41" fmla="*/ 312 h 572"/>
              <a:gd name="T42" fmla="*/ 1345 w 3262"/>
              <a:gd name="T43" fmla="*/ 270 h 572"/>
              <a:gd name="T44" fmla="*/ 1767 w 3262"/>
              <a:gd name="T45" fmla="*/ 506 h 572"/>
              <a:gd name="T46" fmla="*/ 1756 w 3262"/>
              <a:gd name="T47" fmla="*/ 559 h 572"/>
              <a:gd name="T48" fmla="*/ 1719 w 3262"/>
              <a:gd name="T49" fmla="*/ 157 h 572"/>
              <a:gd name="T50" fmla="*/ 1812 w 3262"/>
              <a:gd name="T51" fmla="*/ 317 h 572"/>
              <a:gd name="T52" fmla="*/ 1767 w 3262"/>
              <a:gd name="T53" fmla="*/ 506 h 572"/>
              <a:gd name="T54" fmla="*/ 2043 w 3262"/>
              <a:gd name="T55" fmla="*/ 552 h 572"/>
              <a:gd name="T56" fmla="*/ 1836 w 3262"/>
              <a:gd name="T57" fmla="*/ 410 h 572"/>
              <a:gd name="T58" fmla="*/ 2038 w 3262"/>
              <a:gd name="T59" fmla="*/ 488 h 572"/>
              <a:gd name="T60" fmla="*/ 1899 w 3262"/>
              <a:gd name="T61" fmla="*/ 410 h 572"/>
              <a:gd name="T62" fmla="*/ 2418 w 3262"/>
              <a:gd name="T63" fmla="*/ 363 h 572"/>
              <a:gd name="T64" fmla="*/ 2356 w 3262"/>
              <a:gd name="T65" fmla="*/ 373 h 572"/>
              <a:gd name="T66" fmla="*/ 2230 w 3262"/>
              <a:gd name="T67" fmla="*/ 552 h 572"/>
              <a:gd name="T68" fmla="*/ 2281 w 3262"/>
              <a:gd name="T69" fmla="*/ 254 h 572"/>
              <a:gd name="T70" fmla="*/ 2733 w 3262"/>
              <a:gd name="T71" fmla="*/ 552 h 572"/>
              <a:gd name="T72" fmla="*/ 2591 w 3262"/>
              <a:gd name="T73" fmla="*/ 559 h 572"/>
              <a:gd name="T74" fmla="*/ 2671 w 3262"/>
              <a:gd name="T75" fmla="*/ 259 h 572"/>
              <a:gd name="T76" fmla="*/ 2671 w 3262"/>
              <a:gd name="T77" fmla="*/ 487 h 572"/>
              <a:gd name="T78" fmla="*/ 2531 w 3262"/>
              <a:gd name="T79" fmla="*/ 410 h 572"/>
              <a:gd name="T80" fmla="*/ 3045 w 3262"/>
              <a:gd name="T81" fmla="*/ 432 h 572"/>
              <a:gd name="T82" fmla="*/ 3038 w 3262"/>
              <a:gd name="T83" fmla="*/ 485 h 572"/>
              <a:gd name="T84" fmla="*/ 2783 w 3262"/>
              <a:gd name="T85" fmla="*/ 405 h 572"/>
              <a:gd name="T86" fmla="*/ 3045 w 3262"/>
              <a:gd name="T87" fmla="*/ 432 h 572"/>
              <a:gd name="T88" fmla="*/ 2918 w 3262"/>
              <a:gd name="T89" fmla="*/ 306 h 572"/>
              <a:gd name="T90" fmla="*/ 3256 w 3262"/>
              <a:gd name="T91" fmla="*/ 310 h 572"/>
              <a:gd name="T92" fmla="*/ 3164 w 3262"/>
              <a:gd name="T93" fmla="*/ 552 h 572"/>
              <a:gd name="T94" fmla="*/ 3208 w 3262"/>
              <a:gd name="T95" fmla="*/ 254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262" h="572">
                <a:moveTo>
                  <a:pt x="430" y="262"/>
                </a:moveTo>
                <a:cubicBezTo>
                  <a:pt x="429" y="241"/>
                  <a:pt x="424" y="221"/>
                  <a:pt x="413" y="202"/>
                </a:cubicBezTo>
                <a:cubicBezTo>
                  <a:pt x="319" y="39"/>
                  <a:pt x="319" y="39"/>
                  <a:pt x="319" y="39"/>
                </a:cubicBezTo>
                <a:cubicBezTo>
                  <a:pt x="312" y="27"/>
                  <a:pt x="307" y="14"/>
                  <a:pt x="304" y="0"/>
                </a:cubicBezTo>
                <a:cubicBezTo>
                  <a:pt x="300" y="7"/>
                  <a:pt x="300" y="7"/>
                  <a:pt x="300" y="7"/>
                </a:cubicBezTo>
                <a:cubicBezTo>
                  <a:pt x="277" y="47"/>
                  <a:pt x="277" y="97"/>
                  <a:pt x="300" y="137"/>
                </a:cubicBezTo>
                <a:cubicBezTo>
                  <a:pt x="375" y="267"/>
                  <a:pt x="375" y="267"/>
                  <a:pt x="375" y="267"/>
                </a:cubicBezTo>
                <a:cubicBezTo>
                  <a:pt x="399" y="308"/>
                  <a:pt x="399" y="357"/>
                  <a:pt x="375" y="398"/>
                </a:cubicBezTo>
                <a:cubicBezTo>
                  <a:pt x="371" y="405"/>
                  <a:pt x="371" y="405"/>
                  <a:pt x="371" y="405"/>
                </a:cubicBezTo>
                <a:cubicBezTo>
                  <a:pt x="369" y="391"/>
                  <a:pt x="364" y="378"/>
                  <a:pt x="356" y="365"/>
                </a:cubicBezTo>
                <a:cubicBezTo>
                  <a:pt x="288" y="246"/>
                  <a:pt x="288" y="246"/>
                  <a:pt x="288" y="246"/>
                </a:cubicBezTo>
                <a:cubicBezTo>
                  <a:pt x="244" y="170"/>
                  <a:pt x="244" y="170"/>
                  <a:pt x="244" y="170"/>
                </a:cubicBezTo>
                <a:cubicBezTo>
                  <a:pt x="236" y="157"/>
                  <a:pt x="232" y="144"/>
                  <a:pt x="229" y="130"/>
                </a:cubicBezTo>
                <a:cubicBezTo>
                  <a:pt x="225" y="137"/>
                  <a:pt x="225" y="137"/>
                  <a:pt x="225" y="137"/>
                </a:cubicBezTo>
                <a:cubicBezTo>
                  <a:pt x="202" y="177"/>
                  <a:pt x="202" y="227"/>
                  <a:pt x="225" y="267"/>
                </a:cubicBezTo>
                <a:cubicBezTo>
                  <a:pt x="225" y="267"/>
                  <a:pt x="225" y="267"/>
                  <a:pt x="225" y="267"/>
                </a:cubicBezTo>
                <a:cubicBezTo>
                  <a:pt x="300" y="398"/>
                  <a:pt x="300" y="398"/>
                  <a:pt x="300" y="398"/>
                </a:cubicBezTo>
                <a:cubicBezTo>
                  <a:pt x="323" y="438"/>
                  <a:pt x="323" y="488"/>
                  <a:pt x="300" y="528"/>
                </a:cubicBezTo>
                <a:cubicBezTo>
                  <a:pt x="296" y="535"/>
                  <a:pt x="296" y="535"/>
                  <a:pt x="296" y="535"/>
                </a:cubicBezTo>
                <a:cubicBezTo>
                  <a:pt x="293" y="521"/>
                  <a:pt x="288" y="508"/>
                  <a:pt x="281" y="495"/>
                </a:cubicBezTo>
                <a:cubicBezTo>
                  <a:pt x="187" y="333"/>
                  <a:pt x="187" y="333"/>
                  <a:pt x="187" y="333"/>
                </a:cubicBezTo>
                <a:cubicBezTo>
                  <a:pt x="175" y="311"/>
                  <a:pt x="169" y="286"/>
                  <a:pt x="170" y="262"/>
                </a:cubicBezTo>
                <a:cubicBezTo>
                  <a:pt x="69" y="288"/>
                  <a:pt x="0" y="344"/>
                  <a:pt x="0" y="409"/>
                </a:cubicBezTo>
                <a:cubicBezTo>
                  <a:pt x="0" y="499"/>
                  <a:pt x="134" y="572"/>
                  <a:pt x="300" y="572"/>
                </a:cubicBezTo>
                <a:cubicBezTo>
                  <a:pt x="466" y="572"/>
                  <a:pt x="600" y="499"/>
                  <a:pt x="600" y="409"/>
                </a:cubicBezTo>
                <a:cubicBezTo>
                  <a:pt x="600" y="344"/>
                  <a:pt x="531" y="288"/>
                  <a:pt x="430" y="262"/>
                </a:cubicBezTo>
                <a:close/>
                <a:moveTo>
                  <a:pt x="714" y="540"/>
                </a:moveTo>
                <a:cubicBezTo>
                  <a:pt x="715" y="517"/>
                  <a:pt x="718" y="501"/>
                  <a:pt x="725" y="483"/>
                </a:cubicBezTo>
                <a:cubicBezTo>
                  <a:pt x="756" y="498"/>
                  <a:pt x="797" y="505"/>
                  <a:pt x="828" y="505"/>
                </a:cubicBezTo>
                <a:cubicBezTo>
                  <a:pt x="880" y="505"/>
                  <a:pt x="910" y="488"/>
                  <a:pt x="910" y="455"/>
                </a:cubicBezTo>
                <a:cubicBezTo>
                  <a:pt x="910" y="422"/>
                  <a:pt x="888" y="407"/>
                  <a:pt x="835" y="384"/>
                </a:cubicBezTo>
                <a:cubicBezTo>
                  <a:pt x="806" y="371"/>
                  <a:pt x="806" y="371"/>
                  <a:pt x="806" y="371"/>
                </a:cubicBezTo>
                <a:cubicBezTo>
                  <a:pt x="753" y="348"/>
                  <a:pt x="717" y="318"/>
                  <a:pt x="717" y="258"/>
                </a:cubicBezTo>
                <a:cubicBezTo>
                  <a:pt x="717" y="194"/>
                  <a:pt x="762" y="153"/>
                  <a:pt x="853" y="153"/>
                </a:cubicBezTo>
                <a:cubicBezTo>
                  <a:pt x="890" y="153"/>
                  <a:pt x="924" y="158"/>
                  <a:pt x="956" y="169"/>
                </a:cubicBezTo>
                <a:cubicBezTo>
                  <a:pt x="955" y="192"/>
                  <a:pt x="951" y="209"/>
                  <a:pt x="945" y="226"/>
                </a:cubicBezTo>
                <a:cubicBezTo>
                  <a:pt x="915" y="214"/>
                  <a:pt x="879" y="209"/>
                  <a:pt x="853" y="209"/>
                </a:cubicBezTo>
                <a:cubicBezTo>
                  <a:pt x="804" y="209"/>
                  <a:pt x="781" y="228"/>
                  <a:pt x="781" y="258"/>
                </a:cubicBezTo>
                <a:cubicBezTo>
                  <a:pt x="781" y="288"/>
                  <a:pt x="803" y="305"/>
                  <a:pt x="842" y="322"/>
                </a:cubicBezTo>
                <a:cubicBezTo>
                  <a:pt x="873" y="335"/>
                  <a:pt x="873" y="335"/>
                  <a:pt x="873" y="335"/>
                </a:cubicBezTo>
                <a:cubicBezTo>
                  <a:pt x="945" y="365"/>
                  <a:pt x="974" y="397"/>
                  <a:pt x="974" y="452"/>
                </a:cubicBezTo>
                <a:cubicBezTo>
                  <a:pt x="974" y="517"/>
                  <a:pt x="925" y="561"/>
                  <a:pt x="829" y="561"/>
                </a:cubicBezTo>
                <a:cubicBezTo>
                  <a:pt x="783" y="561"/>
                  <a:pt x="745" y="555"/>
                  <a:pt x="714" y="540"/>
                </a:cubicBezTo>
                <a:close/>
                <a:moveTo>
                  <a:pt x="1277" y="270"/>
                </a:moveTo>
                <a:cubicBezTo>
                  <a:pt x="1277" y="552"/>
                  <a:pt x="1277" y="552"/>
                  <a:pt x="1277" y="552"/>
                </a:cubicBezTo>
                <a:cubicBezTo>
                  <a:pt x="1220" y="552"/>
                  <a:pt x="1220" y="552"/>
                  <a:pt x="1220" y="552"/>
                </a:cubicBezTo>
                <a:cubicBezTo>
                  <a:pt x="1217" y="518"/>
                  <a:pt x="1217" y="518"/>
                  <a:pt x="1217" y="518"/>
                </a:cubicBezTo>
                <a:cubicBezTo>
                  <a:pt x="1201" y="543"/>
                  <a:pt x="1177" y="559"/>
                  <a:pt x="1138" y="559"/>
                </a:cubicBezTo>
                <a:cubicBezTo>
                  <a:pt x="1063" y="559"/>
                  <a:pt x="1013" y="505"/>
                  <a:pt x="1013" y="410"/>
                </a:cubicBezTo>
                <a:cubicBezTo>
                  <a:pt x="1013" y="311"/>
                  <a:pt x="1066" y="254"/>
                  <a:pt x="1171" y="254"/>
                </a:cubicBezTo>
                <a:cubicBezTo>
                  <a:pt x="1211" y="254"/>
                  <a:pt x="1245" y="259"/>
                  <a:pt x="1277" y="270"/>
                </a:cubicBezTo>
                <a:close/>
                <a:moveTo>
                  <a:pt x="1215" y="488"/>
                </a:moveTo>
                <a:cubicBezTo>
                  <a:pt x="1215" y="311"/>
                  <a:pt x="1215" y="311"/>
                  <a:pt x="1215" y="311"/>
                </a:cubicBezTo>
                <a:cubicBezTo>
                  <a:pt x="1202" y="309"/>
                  <a:pt x="1188" y="307"/>
                  <a:pt x="1171" y="307"/>
                </a:cubicBezTo>
                <a:cubicBezTo>
                  <a:pt x="1107" y="307"/>
                  <a:pt x="1077" y="347"/>
                  <a:pt x="1077" y="410"/>
                </a:cubicBezTo>
                <a:cubicBezTo>
                  <a:pt x="1077" y="468"/>
                  <a:pt x="1100" y="508"/>
                  <a:pt x="1155" y="508"/>
                </a:cubicBezTo>
                <a:cubicBezTo>
                  <a:pt x="1179" y="508"/>
                  <a:pt x="1199" y="500"/>
                  <a:pt x="1215" y="488"/>
                </a:cubicBezTo>
                <a:close/>
                <a:moveTo>
                  <a:pt x="1595" y="363"/>
                </a:moveTo>
                <a:cubicBezTo>
                  <a:pt x="1595" y="552"/>
                  <a:pt x="1595" y="552"/>
                  <a:pt x="1595" y="552"/>
                </a:cubicBezTo>
                <a:cubicBezTo>
                  <a:pt x="1533" y="552"/>
                  <a:pt x="1533" y="552"/>
                  <a:pt x="1533" y="552"/>
                </a:cubicBezTo>
                <a:cubicBezTo>
                  <a:pt x="1533" y="373"/>
                  <a:pt x="1533" y="373"/>
                  <a:pt x="1533" y="373"/>
                </a:cubicBezTo>
                <a:cubicBezTo>
                  <a:pt x="1533" y="329"/>
                  <a:pt x="1518" y="307"/>
                  <a:pt x="1456" y="307"/>
                </a:cubicBezTo>
                <a:cubicBezTo>
                  <a:pt x="1442" y="307"/>
                  <a:pt x="1424" y="309"/>
                  <a:pt x="1407" y="312"/>
                </a:cubicBezTo>
                <a:cubicBezTo>
                  <a:pt x="1407" y="552"/>
                  <a:pt x="1407" y="552"/>
                  <a:pt x="1407" y="552"/>
                </a:cubicBezTo>
                <a:cubicBezTo>
                  <a:pt x="1345" y="552"/>
                  <a:pt x="1345" y="552"/>
                  <a:pt x="1345" y="552"/>
                </a:cubicBezTo>
                <a:cubicBezTo>
                  <a:pt x="1345" y="270"/>
                  <a:pt x="1345" y="270"/>
                  <a:pt x="1345" y="270"/>
                </a:cubicBezTo>
                <a:cubicBezTo>
                  <a:pt x="1385" y="261"/>
                  <a:pt x="1428" y="254"/>
                  <a:pt x="1458" y="254"/>
                </a:cubicBezTo>
                <a:cubicBezTo>
                  <a:pt x="1562" y="254"/>
                  <a:pt x="1595" y="294"/>
                  <a:pt x="1595" y="363"/>
                </a:cubicBezTo>
                <a:close/>
                <a:moveTo>
                  <a:pt x="1767" y="506"/>
                </a:moveTo>
                <a:cubicBezTo>
                  <a:pt x="1785" y="506"/>
                  <a:pt x="1802" y="503"/>
                  <a:pt x="1816" y="498"/>
                </a:cubicBezTo>
                <a:cubicBezTo>
                  <a:pt x="1814" y="515"/>
                  <a:pt x="1812" y="534"/>
                  <a:pt x="1808" y="550"/>
                </a:cubicBezTo>
                <a:cubicBezTo>
                  <a:pt x="1791" y="557"/>
                  <a:pt x="1773" y="559"/>
                  <a:pt x="1756" y="559"/>
                </a:cubicBezTo>
                <a:cubicBezTo>
                  <a:pt x="1696" y="559"/>
                  <a:pt x="1657" y="531"/>
                  <a:pt x="1657" y="463"/>
                </a:cubicBezTo>
                <a:cubicBezTo>
                  <a:pt x="1657" y="166"/>
                  <a:pt x="1657" y="166"/>
                  <a:pt x="1657" y="166"/>
                </a:cubicBezTo>
                <a:cubicBezTo>
                  <a:pt x="1676" y="160"/>
                  <a:pt x="1700" y="157"/>
                  <a:pt x="1719" y="157"/>
                </a:cubicBezTo>
                <a:cubicBezTo>
                  <a:pt x="1719" y="264"/>
                  <a:pt x="1719" y="264"/>
                  <a:pt x="1719" y="264"/>
                </a:cubicBezTo>
                <a:cubicBezTo>
                  <a:pt x="1817" y="264"/>
                  <a:pt x="1817" y="264"/>
                  <a:pt x="1817" y="264"/>
                </a:cubicBezTo>
                <a:cubicBezTo>
                  <a:pt x="1816" y="283"/>
                  <a:pt x="1815" y="301"/>
                  <a:pt x="1812" y="317"/>
                </a:cubicBezTo>
                <a:cubicBezTo>
                  <a:pt x="1719" y="317"/>
                  <a:pt x="1719" y="317"/>
                  <a:pt x="1719" y="317"/>
                </a:cubicBezTo>
                <a:cubicBezTo>
                  <a:pt x="1719" y="455"/>
                  <a:pt x="1719" y="455"/>
                  <a:pt x="1719" y="455"/>
                </a:cubicBezTo>
                <a:cubicBezTo>
                  <a:pt x="1719" y="492"/>
                  <a:pt x="1737" y="506"/>
                  <a:pt x="1767" y="506"/>
                </a:cubicBezTo>
                <a:close/>
                <a:moveTo>
                  <a:pt x="2100" y="270"/>
                </a:moveTo>
                <a:cubicBezTo>
                  <a:pt x="2100" y="552"/>
                  <a:pt x="2100" y="552"/>
                  <a:pt x="2100" y="552"/>
                </a:cubicBezTo>
                <a:cubicBezTo>
                  <a:pt x="2043" y="552"/>
                  <a:pt x="2043" y="552"/>
                  <a:pt x="2043" y="552"/>
                </a:cubicBezTo>
                <a:cubicBezTo>
                  <a:pt x="2040" y="518"/>
                  <a:pt x="2040" y="518"/>
                  <a:pt x="2040" y="518"/>
                </a:cubicBezTo>
                <a:cubicBezTo>
                  <a:pt x="2024" y="543"/>
                  <a:pt x="2000" y="559"/>
                  <a:pt x="1960" y="559"/>
                </a:cubicBezTo>
                <a:cubicBezTo>
                  <a:pt x="1886" y="559"/>
                  <a:pt x="1836" y="505"/>
                  <a:pt x="1836" y="410"/>
                </a:cubicBezTo>
                <a:cubicBezTo>
                  <a:pt x="1836" y="311"/>
                  <a:pt x="1889" y="254"/>
                  <a:pt x="1993" y="254"/>
                </a:cubicBezTo>
                <a:cubicBezTo>
                  <a:pt x="2034" y="254"/>
                  <a:pt x="2067" y="259"/>
                  <a:pt x="2100" y="270"/>
                </a:cubicBezTo>
                <a:close/>
                <a:moveTo>
                  <a:pt x="2038" y="488"/>
                </a:moveTo>
                <a:cubicBezTo>
                  <a:pt x="2038" y="311"/>
                  <a:pt x="2038" y="311"/>
                  <a:pt x="2038" y="311"/>
                </a:cubicBezTo>
                <a:cubicBezTo>
                  <a:pt x="2025" y="309"/>
                  <a:pt x="2011" y="307"/>
                  <a:pt x="1993" y="307"/>
                </a:cubicBezTo>
                <a:cubicBezTo>
                  <a:pt x="1929" y="307"/>
                  <a:pt x="1899" y="347"/>
                  <a:pt x="1899" y="410"/>
                </a:cubicBezTo>
                <a:cubicBezTo>
                  <a:pt x="1899" y="468"/>
                  <a:pt x="1922" y="508"/>
                  <a:pt x="1978" y="508"/>
                </a:cubicBezTo>
                <a:cubicBezTo>
                  <a:pt x="2002" y="508"/>
                  <a:pt x="2022" y="500"/>
                  <a:pt x="2038" y="488"/>
                </a:cubicBezTo>
                <a:close/>
                <a:moveTo>
                  <a:pt x="2418" y="363"/>
                </a:moveTo>
                <a:cubicBezTo>
                  <a:pt x="2418" y="552"/>
                  <a:pt x="2418" y="552"/>
                  <a:pt x="2418" y="552"/>
                </a:cubicBezTo>
                <a:cubicBezTo>
                  <a:pt x="2356" y="552"/>
                  <a:pt x="2356" y="552"/>
                  <a:pt x="2356" y="552"/>
                </a:cubicBezTo>
                <a:cubicBezTo>
                  <a:pt x="2356" y="373"/>
                  <a:pt x="2356" y="373"/>
                  <a:pt x="2356" y="373"/>
                </a:cubicBezTo>
                <a:cubicBezTo>
                  <a:pt x="2356" y="329"/>
                  <a:pt x="2341" y="307"/>
                  <a:pt x="2279" y="307"/>
                </a:cubicBezTo>
                <a:cubicBezTo>
                  <a:pt x="2264" y="307"/>
                  <a:pt x="2247" y="309"/>
                  <a:pt x="2230" y="312"/>
                </a:cubicBezTo>
                <a:cubicBezTo>
                  <a:pt x="2230" y="552"/>
                  <a:pt x="2230" y="552"/>
                  <a:pt x="2230" y="552"/>
                </a:cubicBezTo>
                <a:cubicBezTo>
                  <a:pt x="2168" y="552"/>
                  <a:pt x="2168" y="552"/>
                  <a:pt x="2168" y="552"/>
                </a:cubicBezTo>
                <a:cubicBezTo>
                  <a:pt x="2168" y="270"/>
                  <a:pt x="2168" y="270"/>
                  <a:pt x="2168" y="270"/>
                </a:cubicBezTo>
                <a:cubicBezTo>
                  <a:pt x="2207" y="261"/>
                  <a:pt x="2251" y="254"/>
                  <a:pt x="2281" y="254"/>
                </a:cubicBezTo>
                <a:cubicBezTo>
                  <a:pt x="2384" y="254"/>
                  <a:pt x="2418" y="294"/>
                  <a:pt x="2418" y="363"/>
                </a:cubicBezTo>
                <a:close/>
                <a:moveTo>
                  <a:pt x="2733" y="157"/>
                </a:moveTo>
                <a:cubicBezTo>
                  <a:pt x="2733" y="552"/>
                  <a:pt x="2733" y="552"/>
                  <a:pt x="2733" y="552"/>
                </a:cubicBezTo>
                <a:cubicBezTo>
                  <a:pt x="2676" y="552"/>
                  <a:pt x="2676" y="552"/>
                  <a:pt x="2676" y="552"/>
                </a:cubicBezTo>
                <a:cubicBezTo>
                  <a:pt x="2672" y="516"/>
                  <a:pt x="2672" y="516"/>
                  <a:pt x="2672" y="516"/>
                </a:cubicBezTo>
                <a:cubicBezTo>
                  <a:pt x="2656" y="543"/>
                  <a:pt x="2632" y="559"/>
                  <a:pt x="2591" y="559"/>
                </a:cubicBezTo>
                <a:cubicBezTo>
                  <a:pt x="2517" y="559"/>
                  <a:pt x="2467" y="505"/>
                  <a:pt x="2467" y="410"/>
                </a:cubicBezTo>
                <a:cubicBezTo>
                  <a:pt x="2467" y="311"/>
                  <a:pt x="2520" y="254"/>
                  <a:pt x="2625" y="254"/>
                </a:cubicBezTo>
                <a:cubicBezTo>
                  <a:pt x="2641" y="254"/>
                  <a:pt x="2656" y="256"/>
                  <a:pt x="2671" y="259"/>
                </a:cubicBezTo>
                <a:cubicBezTo>
                  <a:pt x="2671" y="166"/>
                  <a:pt x="2671" y="166"/>
                  <a:pt x="2671" y="166"/>
                </a:cubicBezTo>
                <a:cubicBezTo>
                  <a:pt x="2690" y="159"/>
                  <a:pt x="2712" y="157"/>
                  <a:pt x="2733" y="157"/>
                </a:cubicBezTo>
                <a:close/>
                <a:moveTo>
                  <a:pt x="2671" y="487"/>
                </a:moveTo>
                <a:cubicBezTo>
                  <a:pt x="2671" y="313"/>
                  <a:pt x="2671" y="313"/>
                  <a:pt x="2671" y="313"/>
                </a:cubicBezTo>
                <a:cubicBezTo>
                  <a:pt x="2655" y="310"/>
                  <a:pt x="2638" y="307"/>
                  <a:pt x="2621" y="307"/>
                </a:cubicBezTo>
                <a:cubicBezTo>
                  <a:pt x="2560" y="307"/>
                  <a:pt x="2531" y="346"/>
                  <a:pt x="2531" y="410"/>
                </a:cubicBezTo>
                <a:cubicBezTo>
                  <a:pt x="2531" y="468"/>
                  <a:pt x="2554" y="508"/>
                  <a:pt x="2609" y="508"/>
                </a:cubicBezTo>
                <a:cubicBezTo>
                  <a:pt x="2634" y="508"/>
                  <a:pt x="2654" y="500"/>
                  <a:pt x="2671" y="487"/>
                </a:cubicBezTo>
                <a:close/>
                <a:moveTo>
                  <a:pt x="3045" y="432"/>
                </a:moveTo>
                <a:cubicBezTo>
                  <a:pt x="2847" y="432"/>
                  <a:pt x="2847" y="432"/>
                  <a:pt x="2847" y="432"/>
                </a:cubicBezTo>
                <a:cubicBezTo>
                  <a:pt x="2854" y="482"/>
                  <a:pt x="2884" y="506"/>
                  <a:pt x="2939" y="506"/>
                </a:cubicBezTo>
                <a:cubicBezTo>
                  <a:pt x="2973" y="506"/>
                  <a:pt x="3007" y="499"/>
                  <a:pt x="3038" y="485"/>
                </a:cubicBezTo>
                <a:cubicBezTo>
                  <a:pt x="3036" y="501"/>
                  <a:pt x="3033" y="522"/>
                  <a:pt x="3029" y="541"/>
                </a:cubicBezTo>
                <a:cubicBezTo>
                  <a:pt x="3001" y="554"/>
                  <a:pt x="2971" y="559"/>
                  <a:pt x="2937" y="559"/>
                </a:cubicBezTo>
                <a:cubicBezTo>
                  <a:pt x="2834" y="559"/>
                  <a:pt x="2783" y="502"/>
                  <a:pt x="2783" y="405"/>
                </a:cubicBezTo>
                <a:cubicBezTo>
                  <a:pt x="2783" y="321"/>
                  <a:pt x="2822" y="254"/>
                  <a:pt x="2921" y="254"/>
                </a:cubicBezTo>
                <a:cubicBezTo>
                  <a:pt x="3010" y="254"/>
                  <a:pt x="3048" y="313"/>
                  <a:pt x="3048" y="384"/>
                </a:cubicBezTo>
                <a:cubicBezTo>
                  <a:pt x="3048" y="401"/>
                  <a:pt x="3047" y="415"/>
                  <a:pt x="3045" y="432"/>
                </a:cubicBezTo>
                <a:close/>
                <a:moveTo>
                  <a:pt x="2845" y="380"/>
                </a:moveTo>
                <a:cubicBezTo>
                  <a:pt x="2985" y="380"/>
                  <a:pt x="2985" y="380"/>
                  <a:pt x="2985" y="380"/>
                </a:cubicBezTo>
                <a:cubicBezTo>
                  <a:pt x="2985" y="333"/>
                  <a:pt x="2960" y="306"/>
                  <a:pt x="2918" y="306"/>
                </a:cubicBezTo>
                <a:cubicBezTo>
                  <a:pt x="2874" y="306"/>
                  <a:pt x="2850" y="332"/>
                  <a:pt x="2845" y="380"/>
                </a:cubicBezTo>
                <a:close/>
                <a:moveTo>
                  <a:pt x="3262" y="257"/>
                </a:moveTo>
                <a:cubicBezTo>
                  <a:pt x="3262" y="275"/>
                  <a:pt x="3260" y="298"/>
                  <a:pt x="3256" y="310"/>
                </a:cubicBezTo>
                <a:cubicBezTo>
                  <a:pt x="3241" y="308"/>
                  <a:pt x="3227" y="307"/>
                  <a:pt x="3209" y="307"/>
                </a:cubicBezTo>
                <a:cubicBezTo>
                  <a:pt x="3194" y="307"/>
                  <a:pt x="3179" y="309"/>
                  <a:pt x="3164" y="311"/>
                </a:cubicBezTo>
                <a:cubicBezTo>
                  <a:pt x="3164" y="552"/>
                  <a:pt x="3164" y="552"/>
                  <a:pt x="3164" y="552"/>
                </a:cubicBezTo>
                <a:cubicBezTo>
                  <a:pt x="3102" y="552"/>
                  <a:pt x="3102" y="552"/>
                  <a:pt x="3102" y="552"/>
                </a:cubicBezTo>
                <a:cubicBezTo>
                  <a:pt x="3102" y="270"/>
                  <a:pt x="3102" y="270"/>
                  <a:pt x="3102" y="270"/>
                </a:cubicBezTo>
                <a:cubicBezTo>
                  <a:pt x="3128" y="261"/>
                  <a:pt x="3173" y="254"/>
                  <a:pt x="3208" y="254"/>
                </a:cubicBezTo>
                <a:cubicBezTo>
                  <a:pt x="3227" y="254"/>
                  <a:pt x="3248" y="255"/>
                  <a:pt x="3262" y="25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>
              <a:solidFill>
                <a:prstClr val="black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B3083AA-8902-4980-A03E-A80A1F5D1E97}"/>
              </a:ext>
            </a:extLst>
          </p:cNvPr>
          <p:cNvSpPr/>
          <p:nvPr userDrawn="1"/>
        </p:nvSpPr>
        <p:spPr>
          <a:xfrm>
            <a:off x="8156890" y="8858161"/>
            <a:ext cx="1324267" cy="331782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prstClr val="black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1956E69-CFE8-4CE9-9DB6-80E139E9347C}"/>
              </a:ext>
            </a:extLst>
          </p:cNvPr>
          <p:cNvSpPr/>
          <p:nvPr userDrawn="1"/>
        </p:nvSpPr>
        <p:spPr>
          <a:xfrm>
            <a:off x="5808297" y="8858161"/>
            <a:ext cx="2129216" cy="331782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prstClr val="black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8795096-E608-4904-9799-E9CC55B7F914}"/>
              </a:ext>
            </a:extLst>
          </p:cNvPr>
          <p:cNvSpPr/>
          <p:nvPr userDrawn="1"/>
        </p:nvSpPr>
        <p:spPr>
          <a:xfrm>
            <a:off x="3987592" y="8858161"/>
            <a:ext cx="1569618" cy="331782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prstClr val="black"/>
              </a:solidFill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0141572-2393-4359-B0DD-157A2274197D}"/>
              </a:ext>
            </a:extLst>
          </p:cNvPr>
          <p:cNvSpPr/>
          <p:nvPr userDrawn="1"/>
        </p:nvSpPr>
        <p:spPr>
          <a:xfrm>
            <a:off x="2166887" y="8858161"/>
            <a:ext cx="1569618" cy="331782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14" name="Rectangle 46">
            <a:extLst>
              <a:ext uri="{FF2B5EF4-FFF2-40B4-BE49-F238E27FC236}">
                <a16:creationId xmlns:a16="http://schemas.microsoft.com/office/drawing/2014/main" id="{717C0279-4904-4CBE-8D12-45C6C53A9F8E}"/>
              </a:ext>
            </a:extLst>
          </p:cNvPr>
          <p:cNvSpPr/>
          <p:nvPr userDrawn="1"/>
        </p:nvSpPr>
        <p:spPr>
          <a:xfrm>
            <a:off x="3977979" y="8453933"/>
            <a:ext cx="1601707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r>
              <a:rPr lang="en-US" sz="1100" b="1" kern="0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Staging</a:t>
            </a:r>
          </a:p>
        </p:txBody>
      </p:sp>
      <p:sp>
        <p:nvSpPr>
          <p:cNvPr id="16" name="Rectangle 46">
            <a:extLst>
              <a:ext uri="{FF2B5EF4-FFF2-40B4-BE49-F238E27FC236}">
                <a16:creationId xmlns:a16="http://schemas.microsoft.com/office/drawing/2014/main" id="{E8C8EF08-EC49-4221-A3BF-BDACE92D11C0}"/>
              </a:ext>
            </a:extLst>
          </p:cNvPr>
          <p:cNvSpPr/>
          <p:nvPr userDrawn="1"/>
        </p:nvSpPr>
        <p:spPr>
          <a:xfrm>
            <a:off x="5771161" y="8462433"/>
            <a:ext cx="2183241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r>
              <a:rPr lang="en-US" sz="1100" b="1" kern="0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Common</a:t>
            </a:r>
          </a:p>
        </p:txBody>
      </p:sp>
      <p:sp>
        <p:nvSpPr>
          <p:cNvPr id="17" name="Rectangle 46">
            <a:extLst>
              <a:ext uri="{FF2B5EF4-FFF2-40B4-BE49-F238E27FC236}">
                <a16:creationId xmlns:a16="http://schemas.microsoft.com/office/drawing/2014/main" id="{6742CCEA-D480-45B4-8624-345721E02669}"/>
              </a:ext>
            </a:extLst>
          </p:cNvPr>
          <p:cNvSpPr/>
          <p:nvPr userDrawn="1"/>
        </p:nvSpPr>
        <p:spPr>
          <a:xfrm>
            <a:off x="8119388" y="8462433"/>
            <a:ext cx="1352198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r>
              <a:rPr lang="en-US" sz="1100" b="1" kern="0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Business</a:t>
            </a:r>
          </a:p>
        </p:txBody>
      </p:sp>
      <p:sp>
        <p:nvSpPr>
          <p:cNvPr id="18" name="Rectangle 46">
            <a:extLst>
              <a:ext uri="{FF2B5EF4-FFF2-40B4-BE49-F238E27FC236}">
                <a16:creationId xmlns:a16="http://schemas.microsoft.com/office/drawing/2014/main" id="{4D2F8FDF-1466-4803-BA52-D1B20F032B4B}"/>
              </a:ext>
            </a:extLst>
          </p:cNvPr>
          <p:cNvSpPr/>
          <p:nvPr userDrawn="1"/>
        </p:nvSpPr>
        <p:spPr>
          <a:xfrm>
            <a:off x="2166887" y="8453933"/>
            <a:ext cx="1601707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Landing</a:t>
            </a:r>
            <a:endParaRPr lang="en-US" sz="1100" b="1" kern="0" dirty="0">
              <a:solidFill>
                <a:prstClr val="white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B1B9A51A-1840-4B3F-B72B-328B6F47B2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059" t="23672" r="66880" b="38349"/>
          <a:stretch/>
        </p:blipFill>
        <p:spPr>
          <a:xfrm>
            <a:off x="2814289" y="9101664"/>
            <a:ext cx="396274" cy="513752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7E9EFB85-2396-4846-BBE8-EC4B9A13C3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678" t="26135" r="14784" b="30919"/>
          <a:stretch/>
        </p:blipFill>
        <p:spPr>
          <a:xfrm>
            <a:off x="4358642" y="9112283"/>
            <a:ext cx="827519" cy="580947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4A2A6C23-65D8-4158-8029-5DF5FC48375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3359" y="9884895"/>
            <a:ext cx="1805912" cy="1206460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F67F325B-375F-48D6-AF86-3362FACACF52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08795" y="9302105"/>
            <a:ext cx="380851" cy="391125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EF6B7425-B12A-476C-906A-B1FA022BC10A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67439" y="10207168"/>
            <a:ext cx="456095" cy="468398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CDB5B878-4D7A-4E7F-9904-195F660F50A3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70718" y="11160851"/>
            <a:ext cx="449538" cy="461665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5C4F07A3-7F7E-454B-909D-18BCFB0BD7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059" t="23672" r="66880" b="38349"/>
          <a:stretch/>
        </p:blipFill>
        <p:spPr>
          <a:xfrm>
            <a:off x="2814289" y="10240895"/>
            <a:ext cx="396274" cy="513752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9835F8A5-8965-4A86-BD98-73F4C625DC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678" t="26135" r="14784" b="30919"/>
          <a:stretch/>
        </p:blipFill>
        <p:spPr>
          <a:xfrm>
            <a:off x="4358642" y="10251514"/>
            <a:ext cx="827519" cy="580947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2AE187EB-E774-40C8-AC3B-B4AFA435FD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059" t="23672" r="66880" b="38349"/>
          <a:stretch/>
        </p:blipFill>
        <p:spPr>
          <a:xfrm>
            <a:off x="2805533" y="11381065"/>
            <a:ext cx="396274" cy="513752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9A51B541-DCD6-4AB8-A53D-AD3133D82F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678" t="26135" r="14784" b="30919"/>
          <a:stretch/>
        </p:blipFill>
        <p:spPr>
          <a:xfrm>
            <a:off x="4349886" y="11391684"/>
            <a:ext cx="827519" cy="580947"/>
          </a:xfrm>
          <a:prstGeom prst="rect">
            <a:avLst/>
          </a:prstGeom>
        </p:spPr>
      </p:pic>
      <p:sp>
        <p:nvSpPr>
          <p:cNvPr id="35" name="CuadroTexto 34">
            <a:extLst>
              <a:ext uri="{FF2B5EF4-FFF2-40B4-BE49-F238E27FC236}">
                <a16:creationId xmlns:a16="http://schemas.microsoft.com/office/drawing/2014/main" id="{07C6C833-BBCC-4991-89E6-BECB7DC4DEFF}"/>
              </a:ext>
            </a:extLst>
          </p:cNvPr>
          <p:cNvSpPr txBox="1"/>
          <p:nvPr userDrawn="1"/>
        </p:nvSpPr>
        <p:spPr>
          <a:xfrm>
            <a:off x="2827127" y="9562425"/>
            <a:ext cx="4010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>
                <a:solidFill>
                  <a:prstClr val="black"/>
                </a:solidFill>
              </a:rPr>
              <a:t>File</a:t>
            </a:r>
            <a:endParaRPr lang="es-ES" sz="1050" dirty="0">
              <a:solidFill>
                <a:prstClr val="black"/>
              </a:solidFill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D1BD2DA7-14AF-499E-9B8C-299B381CAEE0}"/>
              </a:ext>
            </a:extLst>
          </p:cNvPr>
          <p:cNvSpPr txBox="1"/>
          <p:nvPr userDrawn="1"/>
        </p:nvSpPr>
        <p:spPr>
          <a:xfrm>
            <a:off x="2827127" y="10711243"/>
            <a:ext cx="4010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>
                <a:solidFill>
                  <a:prstClr val="black"/>
                </a:solidFill>
              </a:rPr>
              <a:t>File</a:t>
            </a:r>
            <a:endParaRPr lang="es-ES" sz="1050" dirty="0">
              <a:solidFill>
                <a:prstClr val="black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3A374DEA-0A4E-40A9-A7D0-04E72C775915}"/>
              </a:ext>
            </a:extLst>
          </p:cNvPr>
          <p:cNvSpPr txBox="1"/>
          <p:nvPr userDrawn="1"/>
        </p:nvSpPr>
        <p:spPr>
          <a:xfrm>
            <a:off x="2829422" y="11853810"/>
            <a:ext cx="4010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>
                <a:solidFill>
                  <a:prstClr val="black"/>
                </a:solidFill>
              </a:rPr>
              <a:t>File</a:t>
            </a:r>
            <a:endParaRPr lang="es-ES" sz="1050" dirty="0">
              <a:solidFill>
                <a:prstClr val="black"/>
              </a:solidFill>
            </a:endParaRPr>
          </a:p>
        </p:txBody>
      </p:sp>
      <p:sp>
        <p:nvSpPr>
          <p:cNvPr id="41" name="Rectangle 46">
            <a:extLst>
              <a:ext uri="{FF2B5EF4-FFF2-40B4-BE49-F238E27FC236}">
                <a16:creationId xmlns:a16="http://schemas.microsoft.com/office/drawing/2014/main" id="{61168BD0-D062-428E-A4DE-E2E35173C982}"/>
              </a:ext>
            </a:extLst>
          </p:cNvPr>
          <p:cNvSpPr/>
          <p:nvPr userDrawn="1"/>
        </p:nvSpPr>
        <p:spPr>
          <a:xfrm>
            <a:off x="836682" y="1323274"/>
            <a:ext cx="7560000" cy="326589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System map</a:t>
            </a:r>
          </a:p>
        </p:txBody>
      </p:sp>
      <p:sp>
        <p:nvSpPr>
          <p:cNvPr id="42" name="Rectangle 46">
            <a:extLst>
              <a:ext uri="{FF2B5EF4-FFF2-40B4-BE49-F238E27FC236}">
                <a16:creationId xmlns:a16="http://schemas.microsoft.com/office/drawing/2014/main" id="{0CCDCE06-AE0A-44A8-ABDE-29C01BE26921}"/>
              </a:ext>
            </a:extLst>
          </p:cNvPr>
          <p:cNvSpPr/>
          <p:nvPr userDrawn="1"/>
        </p:nvSpPr>
        <p:spPr>
          <a:xfrm>
            <a:off x="849169" y="4707622"/>
            <a:ext cx="7881676" cy="2390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r>
              <a:rPr lang="en-US" sz="1100" b="1" kern="0" dirty="0" err="1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Observaciones</a:t>
            </a:r>
            <a:endParaRPr lang="en-US" sz="1100" b="1" kern="0" dirty="0">
              <a:solidFill>
                <a:prstClr val="white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48" name="Grupo 47">
            <a:extLst>
              <a:ext uri="{FF2B5EF4-FFF2-40B4-BE49-F238E27FC236}">
                <a16:creationId xmlns:a16="http://schemas.microsoft.com/office/drawing/2014/main" id="{5481F493-76BD-423F-A2D9-9F79B22036C7}"/>
              </a:ext>
            </a:extLst>
          </p:cNvPr>
          <p:cNvGrpSpPr/>
          <p:nvPr userDrawn="1"/>
        </p:nvGrpSpPr>
        <p:grpSpPr>
          <a:xfrm>
            <a:off x="10025113" y="10178036"/>
            <a:ext cx="1565451" cy="560074"/>
            <a:chOff x="22242493" y="3674548"/>
            <a:chExt cx="1565451" cy="560074"/>
          </a:xfrm>
        </p:grpSpPr>
        <p:sp>
          <p:nvSpPr>
            <p:cNvPr id="49" name="Rectángulo redondeado 507">
              <a:extLst>
                <a:ext uri="{FF2B5EF4-FFF2-40B4-BE49-F238E27FC236}">
                  <a16:creationId xmlns:a16="http://schemas.microsoft.com/office/drawing/2014/main" id="{FEA6FC53-661B-4F8D-9B75-E00679EB96E9}"/>
                </a:ext>
              </a:extLst>
            </p:cNvPr>
            <p:cNvSpPr/>
            <p:nvPr/>
          </p:nvSpPr>
          <p:spPr>
            <a:xfrm>
              <a:off x="22242493" y="3674548"/>
              <a:ext cx="1324267" cy="39937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en-US" sz="1100" b="1" kern="0" dirty="0">
                <a:solidFill>
                  <a:prstClr val="white"/>
                </a:solidFill>
                <a:latin typeface="Roboto Black" panose="02000000000000000000" pitchFamily="2" charset="0"/>
                <a:ea typeface="Roboto Black" panose="02000000000000000000" pitchFamily="2" charset="0"/>
              </a:endParaRPr>
            </a:p>
            <a:p>
              <a:pPr algn="ctr"/>
              <a:endParaRPr lang="en-US" sz="1100" b="1" kern="0" dirty="0">
                <a:solidFill>
                  <a:prstClr val="white"/>
                </a:solidFill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pic>
          <p:nvPicPr>
            <p:cNvPr id="50" name="Imagen 2" descr="Imagen que contiene imágenes prediseñadas&#10;&#10;Descripción generada con confianza muy alta">
              <a:extLst>
                <a:ext uri="{FF2B5EF4-FFF2-40B4-BE49-F238E27FC236}">
                  <a16:creationId xmlns:a16="http://schemas.microsoft.com/office/drawing/2014/main" id="{4189CE81-DBDF-403C-8AE1-7A9227A7C2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459778" y="3886456"/>
              <a:ext cx="348166" cy="348166"/>
            </a:xfrm>
            <a:prstGeom prst="rect">
              <a:avLst/>
            </a:prstGeom>
            <a:solidFill>
              <a:schemeClr val="accent2"/>
            </a:solidFill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52" name="Rectángulo redondeado 507">
            <a:extLst>
              <a:ext uri="{FF2B5EF4-FFF2-40B4-BE49-F238E27FC236}">
                <a16:creationId xmlns:a16="http://schemas.microsoft.com/office/drawing/2014/main" id="{26B1E5DF-E674-439F-B42C-2D8A39623C16}"/>
              </a:ext>
            </a:extLst>
          </p:cNvPr>
          <p:cNvSpPr/>
          <p:nvPr/>
        </p:nvSpPr>
        <p:spPr>
          <a:xfrm>
            <a:off x="10053119" y="11073684"/>
            <a:ext cx="1324267" cy="39937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en-US" sz="1100" b="1" kern="0" dirty="0">
              <a:solidFill>
                <a:prstClr val="white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algn="ctr"/>
            <a:endParaRPr lang="en-US" sz="1100" b="1" kern="0" dirty="0">
              <a:solidFill>
                <a:prstClr val="white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78ECFB35-06C7-473A-AF82-D292C2C36BB3}"/>
              </a:ext>
            </a:extLst>
          </p:cNvPr>
          <p:cNvSpPr/>
          <p:nvPr userDrawn="1"/>
        </p:nvSpPr>
        <p:spPr>
          <a:xfrm>
            <a:off x="2004347" y="8388911"/>
            <a:ext cx="10094656" cy="3943990"/>
          </a:xfrm>
          <a:prstGeom prst="rect">
            <a:avLst/>
          </a:prstGeom>
          <a:solidFill>
            <a:schemeClr val="bg1">
              <a:alpha val="8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FFFFFF"/>
              </a:solidFill>
            </a:endParaRPr>
          </a:p>
        </p:txBody>
      </p:sp>
      <p:pic>
        <p:nvPicPr>
          <p:cNvPr id="4" name="Picture 2" descr="NTT Data Business Solutions Türkiye Senior Data Scientist İş İlanı - 09 ...">
            <a:extLst>
              <a:ext uri="{FF2B5EF4-FFF2-40B4-BE49-F238E27FC236}">
                <a16:creationId xmlns:a16="http://schemas.microsoft.com/office/drawing/2014/main" id="{65A2B4F1-49A6-A92C-5881-84C797645DE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50" t="39459" r="23956" b="39089"/>
          <a:stretch>
            <a:fillRect/>
          </a:stretch>
        </p:blipFill>
        <p:spPr bwMode="auto">
          <a:xfrm>
            <a:off x="2130638" y="6315594"/>
            <a:ext cx="950995" cy="2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7CFA580-34C2-2E05-FDAC-A72063FCD760}"/>
              </a:ext>
            </a:extLst>
          </p:cNvPr>
          <p:cNvCxnSpPr/>
          <p:nvPr userDrawn="1"/>
        </p:nvCxnSpPr>
        <p:spPr>
          <a:xfrm>
            <a:off x="2059615" y="6214062"/>
            <a:ext cx="0" cy="3600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0085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ulo y conteni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024" y="1087457"/>
            <a:ext cx="10758733" cy="1123937"/>
          </a:xfrm>
        </p:spPr>
        <p:txBody>
          <a:bodyPr anchor="t">
            <a:noAutofit/>
          </a:bodyPr>
          <a:lstStyle>
            <a:lvl1pPr>
              <a:defRPr lang="es-ES" sz="3800" kern="1200" dirty="0">
                <a:solidFill>
                  <a:schemeClr val="accent1"/>
                </a:solidFill>
                <a:latin typeface="Santander Headline" panose="020B0504020201020104" pitchFamily="34" charset="0"/>
                <a:ea typeface="+mj-ea"/>
                <a:cs typeface="+mj-cs"/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lang="es-ES" sz="1300" kern="1200" smtClean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</a:lstStyle>
          <a:p>
            <a:fld id="{BC0D97B6-E32F-4D7D-B839-7C3B51F2640F}" type="slidenum">
              <a:rPr>
                <a:solidFill>
                  <a:srgbClr val="EC0000"/>
                </a:solidFill>
              </a:rPr>
              <a:pPr/>
              <a:t>‹#›</a:t>
            </a:fld>
            <a:endParaRPr>
              <a:solidFill>
                <a:srgbClr val="EC0000"/>
              </a:solidFill>
            </a:endParaRP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lang="es-ES" sz="1600" kern="1200" dirty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10CD5C40-9C2B-4740-BB85-4793D380FBF5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32642" y="6262326"/>
            <a:ext cx="1171705" cy="206714"/>
          </a:xfrm>
          <a:custGeom>
            <a:avLst/>
            <a:gdLst>
              <a:gd name="T0" fmla="*/ 319 w 3262"/>
              <a:gd name="T1" fmla="*/ 39 h 572"/>
              <a:gd name="T2" fmla="*/ 300 w 3262"/>
              <a:gd name="T3" fmla="*/ 137 h 572"/>
              <a:gd name="T4" fmla="*/ 371 w 3262"/>
              <a:gd name="T5" fmla="*/ 405 h 572"/>
              <a:gd name="T6" fmla="*/ 244 w 3262"/>
              <a:gd name="T7" fmla="*/ 170 h 572"/>
              <a:gd name="T8" fmla="*/ 225 w 3262"/>
              <a:gd name="T9" fmla="*/ 267 h 572"/>
              <a:gd name="T10" fmla="*/ 300 w 3262"/>
              <a:gd name="T11" fmla="*/ 528 h 572"/>
              <a:gd name="T12" fmla="*/ 187 w 3262"/>
              <a:gd name="T13" fmla="*/ 333 h 572"/>
              <a:gd name="T14" fmla="*/ 300 w 3262"/>
              <a:gd name="T15" fmla="*/ 572 h 572"/>
              <a:gd name="T16" fmla="*/ 714 w 3262"/>
              <a:gd name="T17" fmla="*/ 540 h 572"/>
              <a:gd name="T18" fmla="*/ 910 w 3262"/>
              <a:gd name="T19" fmla="*/ 455 h 572"/>
              <a:gd name="T20" fmla="*/ 717 w 3262"/>
              <a:gd name="T21" fmla="*/ 258 h 572"/>
              <a:gd name="T22" fmla="*/ 945 w 3262"/>
              <a:gd name="T23" fmla="*/ 226 h 572"/>
              <a:gd name="T24" fmla="*/ 842 w 3262"/>
              <a:gd name="T25" fmla="*/ 322 h 572"/>
              <a:gd name="T26" fmla="*/ 829 w 3262"/>
              <a:gd name="T27" fmla="*/ 561 h 572"/>
              <a:gd name="T28" fmla="*/ 1277 w 3262"/>
              <a:gd name="T29" fmla="*/ 552 h 572"/>
              <a:gd name="T30" fmla="*/ 1138 w 3262"/>
              <a:gd name="T31" fmla="*/ 559 h 572"/>
              <a:gd name="T32" fmla="*/ 1277 w 3262"/>
              <a:gd name="T33" fmla="*/ 270 h 572"/>
              <a:gd name="T34" fmla="*/ 1171 w 3262"/>
              <a:gd name="T35" fmla="*/ 307 h 572"/>
              <a:gd name="T36" fmla="*/ 1215 w 3262"/>
              <a:gd name="T37" fmla="*/ 488 h 572"/>
              <a:gd name="T38" fmla="*/ 1533 w 3262"/>
              <a:gd name="T39" fmla="*/ 552 h 572"/>
              <a:gd name="T40" fmla="*/ 1407 w 3262"/>
              <a:gd name="T41" fmla="*/ 312 h 572"/>
              <a:gd name="T42" fmla="*/ 1345 w 3262"/>
              <a:gd name="T43" fmla="*/ 270 h 572"/>
              <a:gd name="T44" fmla="*/ 1767 w 3262"/>
              <a:gd name="T45" fmla="*/ 506 h 572"/>
              <a:gd name="T46" fmla="*/ 1756 w 3262"/>
              <a:gd name="T47" fmla="*/ 559 h 572"/>
              <a:gd name="T48" fmla="*/ 1719 w 3262"/>
              <a:gd name="T49" fmla="*/ 157 h 572"/>
              <a:gd name="T50" fmla="*/ 1812 w 3262"/>
              <a:gd name="T51" fmla="*/ 317 h 572"/>
              <a:gd name="T52" fmla="*/ 1767 w 3262"/>
              <a:gd name="T53" fmla="*/ 506 h 572"/>
              <a:gd name="T54" fmla="*/ 2043 w 3262"/>
              <a:gd name="T55" fmla="*/ 552 h 572"/>
              <a:gd name="T56" fmla="*/ 1836 w 3262"/>
              <a:gd name="T57" fmla="*/ 410 h 572"/>
              <a:gd name="T58" fmla="*/ 2038 w 3262"/>
              <a:gd name="T59" fmla="*/ 488 h 572"/>
              <a:gd name="T60" fmla="*/ 1899 w 3262"/>
              <a:gd name="T61" fmla="*/ 410 h 572"/>
              <a:gd name="T62" fmla="*/ 2418 w 3262"/>
              <a:gd name="T63" fmla="*/ 363 h 572"/>
              <a:gd name="T64" fmla="*/ 2356 w 3262"/>
              <a:gd name="T65" fmla="*/ 373 h 572"/>
              <a:gd name="T66" fmla="*/ 2230 w 3262"/>
              <a:gd name="T67" fmla="*/ 552 h 572"/>
              <a:gd name="T68" fmla="*/ 2281 w 3262"/>
              <a:gd name="T69" fmla="*/ 254 h 572"/>
              <a:gd name="T70" fmla="*/ 2733 w 3262"/>
              <a:gd name="T71" fmla="*/ 552 h 572"/>
              <a:gd name="T72" fmla="*/ 2591 w 3262"/>
              <a:gd name="T73" fmla="*/ 559 h 572"/>
              <a:gd name="T74" fmla="*/ 2671 w 3262"/>
              <a:gd name="T75" fmla="*/ 259 h 572"/>
              <a:gd name="T76" fmla="*/ 2671 w 3262"/>
              <a:gd name="T77" fmla="*/ 487 h 572"/>
              <a:gd name="T78" fmla="*/ 2531 w 3262"/>
              <a:gd name="T79" fmla="*/ 410 h 572"/>
              <a:gd name="T80" fmla="*/ 3045 w 3262"/>
              <a:gd name="T81" fmla="*/ 432 h 572"/>
              <a:gd name="T82" fmla="*/ 3038 w 3262"/>
              <a:gd name="T83" fmla="*/ 485 h 572"/>
              <a:gd name="T84" fmla="*/ 2783 w 3262"/>
              <a:gd name="T85" fmla="*/ 405 h 572"/>
              <a:gd name="T86" fmla="*/ 3045 w 3262"/>
              <a:gd name="T87" fmla="*/ 432 h 572"/>
              <a:gd name="T88" fmla="*/ 2918 w 3262"/>
              <a:gd name="T89" fmla="*/ 306 h 572"/>
              <a:gd name="T90" fmla="*/ 3256 w 3262"/>
              <a:gd name="T91" fmla="*/ 310 h 572"/>
              <a:gd name="T92" fmla="*/ 3164 w 3262"/>
              <a:gd name="T93" fmla="*/ 552 h 572"/>
              <a:gd name="T94" fmla="*/ 3208 w 3262"/>
              <a:gd name="T95" fmla="*/ 254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262" h="572">
                <a:moveTo>
                  <a:pt x="430" y="262"/>
                </a:moveTo>
                <a:cubicBezTo>
                  <a:pt x="429" y="241"/>
                  <a:pt x="424" y="221"/>
                  <a:pt x="413" y="202"/>
                </a:cubicBezTo>
                <a:cubicBezTo>
                  <a:pt x="319" y="39"/>
                  <a:pt x="319" y="39"/>
                  <a:pt x="319" y="39"/>
                </a:cubicBezTo>
                <a:cubicBezTo>
                  <a:pt x="312" y="27"/>
                  <a:pt x="307" y="14"/>
                  <a:pt x="304" y="0"/>
                </a:cubicBezTo>
                <a:cubicBezTo>
                  <a:pt x="300" y="7"/>
                  <a:pt x="300" y="7"/>
                  <a:pt x="300" y="7"/>
                </a:cubicBezTo>
                <a:cubicBezTo>
                  <a:pt x="277" y="47"/>
                  <a:pt x="277" y="97"/>
                  <a:pt x="300" y="137"/>
                </a:cubicBezTo>
                <a:cubicBezTo>
                  <a:pt x="375" y="267"/>
                  <a:pt x="375" y="267"/>
                  <a:pt x="375" y="267"/>
                </a:cubicBezTo>
                <a:cubicBezTo>
                  <a:pt x="399" y="308"/>
                  <a:pt x="399" y="357"/>
                  <a:pt x="375" y="398"/>
                </a:cubicBezTo>
                <a:cubicBezTo>
                  <a:pt x="371" y="405"/>
                  <a:pt x="371" y="405"/>
                  <a:pt x="371" y="405"/>
                </a:cubicBezTo>
                <a:cubicBezTo>
                  <a:pt x="369" y="391"/>
                  <a:pt x="364" y="378"/>
                  <a:pt x="356" y="365"/>
                </a:cubicBezTo>
                <a:cubicBezTo>
                  <a:pt x="288" y="246"/>
                  <a:pt x="288" y="246"/>
                  <a:pt x="288" y="246"/>
                </a:cubicBezTo>
                <a:cubicBezTo>
                  <a:pt x="244" y="170"/>
                  <a:pt x="244" y="170"/>
                  <a:pt x="244" y="170"/>
                </a:cubicBezTo>
                <a:cubicBezTo>
                  <a:pt x="236" y="157"/>
                  <a:pt x="232" y="144"/>
                  <a:pt x="229" y="130"/>
                </a:cubicBezTo>
                <a:cubicBezTo>
                  <a:pt x="225" y="137"/>
                  <a:pt x="225" y="137"/>
                  <a:pt x="225" y="137"/>
                </a:cubicBezTo>
                <a:cubicBezTo>
                  <a:pt x="202" y="177"/>
                  <a:pt x="202" y="227"/>
                  <a:pt x="225" y="267"/>
                </a:cubicBezTo>
                <a:cubicBezTo>
                  <a:pt x="225" y="267"/>
                  <a:pt x="225" y="267"/>
                  <a:pt x="225" y="267"/>
                </a:cubicBezTo>
                <a:cubicBezTo>
                  <a:pt x="300" y="398"/>
                  <a:pt x="300" y="398"/>
                  <a:pt x="300" y="398"/>
                </a:cubicBezTo>
                <a:cubicBezTo>
                  <a:pt x="323" y="438"/>
                  <a:pt x="323" y="488"/>
                  <a:pt x="300" y="528"/>
                </a:cubicBezTo>
                <a:cubicBezTo>
                  <a:pt x="296" y="535"/>
                  <a:pt x="296" y="535"/>
                  <a:pt x="296" y="535"/>
                </a:cubicBezTo>
                <a:cubicBezTo>
                  <a:pt x="293" y="521"/>
                  <a:pt x="288" y="508"/>
                  <a:pt x="281" y="495"/>
                </a:cubicBezTo>
                <a:cubicBezTo>
                  <a:pt x="187" y="333"/>
                  <a:pt x="187" y="333"/>
                  <a:pt x="187" y="333"/>
                </a:cubicBezTo>
                <a:cubicBezTo>
                  <a:pt x="175" y="311"/>
                  <a:pt x="169" y="286"/>
                  <a:pt x="170" y="262"/>
                </a:cubicBezTo>
                <a:cubicBezTo>
                  <a:pt x="69" y="288"/>
                  <a:pt x="0" y="344"/>
                  <a:pt x="0" y="409"/>
                </a:cubicBezTo>
                <a:cubicBezTo>
                  <a:pt x="0" y="499"/>
                  <a:pt x="134" y="572"/>
                  <a:pt x="300" y="572"/>
                </a:cubicBezTo>
                <a:cubicBezTo>
                  <a:pt x="466" y="572"/>
                  <a:pt x="600" y="499"/>
                  <a:pt x="600" y="409"/>
                </a:cubicBezTo>
                <a:cubicBezTo>
                  <a:pt x="600" y="344"/>
                  <a:pt x="531" y="288"/>
                  <a:pt x="430" y="262"/>
                </a:cubicBezTo>
                <a:close/>
                <a:moveTo>
                  <a:pt x="714" y="540"/>
                </a:moveTo>
                <a:cubicBezTo>
                  <a:pt x="715" y="517"/>
                  <a:pt x="718" y="501"/>
                  <a:pt x="725" y="483"/>
                </a:cubicBezTo>
                <a:cubicBezTo>
                  <a:pt x="756" y="498"/>
                  <a:pt x="797" y="505"/>
                  <a:pt x="828" y="505"/>
                </a:cubicBezTo>
                <a:cubicBezTo>
                  <a:pt x="880" y="505"/>
                  <a:pt x="910" y="488"/>
                  <a:pt x="910" y="455"/>
                </a:cubicBezTo>
                <a:cubicBezTo>
                  <a:pt x="910" y="422"/>
                  <a:pt x="888" y="407"/>
                  <a:pt x="835" y="384"/>
                </a:cubicBezTo>
                <a:cubicBezTo>
                  <a:pt x="806" y="371"/>
                  <a:pt x="806" y="371"/>
                  <a:pt x="806" y="371"/>
                </a:cubicBezTo>
                <a:cubicBezTo>
                  <a:pt x="753" y="348"/>
                  <a:pt x="717" y="318"/>
                  <a:pt x="717" y="258"/>
                </a:cubicBezTo>
                <a:cubicBezTo>
                  <a:pt x="717" y="194"/>
                  <a:pt x="762" y="153"/>
                  <a:pt x="853" y="153"/>
                </a:cubicBezTo>
                <a:cubicBezTo>
                  <a:pt x="890" y="153"/>
                  <a:pt x="924" y="158"/>
                  <a:pt x="956" y="169"/>
                </a:cubicBezTo>
                <a:cubicBezTo>
                  <a:pt x="955" y="192"/>
                  <a:pt x="951" y="209"/>
                  <a:pt x="945" y="226"/>
                </a:cubicBezTo>
                <a:cubicBezTo>
                  <a:pt x="915" y="214"/>
                  <a:pt x="879" y="209"/>
                  <a:pt x="853" y="209"/>
                </a:cubicBezTo>
                <a:cubicBezTo>
                  <a:pt x="804" y="209"/>
                  <a:pt x="781" y="228"/>
                  <a:pt x="781" y="258"/>
                </a:cubicBezTo>
                <a:cubicBezTo>
                  <a:pt x="781" y="288"/>
                  <a:pt x="803" y="305"/>
                  <a:pt x="842" y="322"/>
                </a:cubicBezTo>
                <a:cubicBezTo>
                  <a:pt x="873" y="335"/>
                  <a:pt x="873" y="335"/>
                  <a:pt x="873" y="335"/>
                </a:cubicBezTo>
                <a:cubicBezTo>
                  <a:pt x="945" y="365"/>
                  <a:pt x="974" y="397"/>
                  <a:pt x="974" y="452"/>
                </a:cubicBezTo>
                <a:cubicBezTo>
                  <a:pt x="974" y="517"/>
                  <a:pt x="925" y="561"/>
                  <a:pt x="829" y="561"/>
                </a:cubicBezTo>
                <a:cubicBezTo>
                  <a:pt x="783" y="561"/>
                  <a:pt x="745" y="555"/>
                  <a:pt x="714" y="540"/>
                </a:cubicBezTo>
                <a:close/>
                <a:moveTo>
                  <a:pt x="1277" y="270"/>
                </a:moveTo>
                <a:cubicBezTo>
                  <a:pt x="1277" y="552"/>
                  <a:pt x="1277" y="552"/>
                  <a:pt x="1277" y="552"/>
                </a:cubicBezTo>
                <a:cubicBezTo>
                  <a:pt x="1220" y="552"/>
                  <a:pt x="1220" y="552"/>
                  <a:pt x="1220" y="552"/>
                </a:cubicBezTo>
                <a:cubicBezTo>
                  <a:pt x="1217" y="518"/>
                  <a:pt x="1217" y="518"/>
                  <a:pt x="1217" y="518"/>
                </a:cubicBezTo>
                <a:cubicBezTo>
                  <a:pt x="1201" y="543"/>
                  <a:pt x="1177" y="559"/>
                  <a:pt x="1138" y="559"/>
                </a:cubicBezTo>
                <a:cubicBezTo>
                  <a:pt x="1063" y="559"/>
                  <a:pt x="1013" y="505"/>
                  <a:pt x="1013" y="410"/>
                </a:cubicBezTo>
                <a:cubicBezTo>
                  <a:pt x="1013" y="311"/>
                  <a:pt x="1066" y="254"/>
                  <a:pt x="1171" y="254"/>
                </a:cubicBezTo>
                <a:cubicBezTo>
                  <a:pt x="1211" y="254"/>
                  <a:pt x="1245" y="259"/>
                  <a:pt x="1277" y="270"/>
                </a:cubicBezTo>
                <a:close/>
                <a:moveTo>
                  <a:pt x="1215" y="488"/>
                </a:moveTo>
                <a:cubicBezTo>
                  <a:pt x="1215" y="311"/>
                  <a:pt x="1215" y="311"/>
                  <a:pt x="1215" y="311"/>
                </a:cubicBezTo>
                <a:cubicBezTo>
                  <a:pt x="1202" y="309"/>
                  <a:pt x="1188" y="307"/>
                  <a:pt x="1171" y="307"/>
                </a:cubicBezTo>
                <a:cubicBezTo>
                  <a:pt x="1107" y="307"/>
                  <a:pt x="1077" y="347"/>
                  <a:pt x="1077" y="410"/>
                </a:cubicBezTo>
                <a:cubicBezTo>
                  <a:pt x="1077" y="468"/>
                  <a:pt x="1100" y="508"/>
                  <a:pt x="1155" y="508"/>
                </a:cubicBezTo>
                <a:cubicBezTo>
                  <a:pt x="1179" y="508"/>
                  <a:pt x="1199" y="500"/>
                  <a:pt x="1215" y="488"/>
                </a:cubicBezTo>
                <a:close/>
                <a:moveTo>
                  <a:pt x="1595" y="363"/>
                </a:moveTo>
                <a:cubicBezTo>
                  <a:pt x="1595" y="552"/>
                  <a:pt x="1595" y="552"/>
                  <a:pt x="1595" y="552"/>
                </a:cubicBezTo>
                <a:cubicBezTo>
                  <a:pt x="1533" y="552"/>
                  <a:pt x="1533" y="552"/>
                  <a:pt x="1533" y="552"/>
                </a:cubicBezTo>
                <a:cubicBezTo>
                  <a:pt x="1533" y="373"/>
                  <a:pt x="1533" y="373"/>
                  <a:pt x="1533" y="373"/>
                </a:cubicBezTo>
                <a:cubicBezTo>
                  <a:pt x="1533" y="329"/>
                  <a:pt x="1518" y="307"/>
                  <a:pt x="1456" y="307"/>
                </a:cubicBezTo>
                <a:cubicBezTo>
                  <a:pt x="1442" y="307"/>
                  <a:pt x="1424" y="309"/>
                  <a:pt x="1407" y="312"/>
                </a:cubicBezTo>
                <a:cubicBezTo>
                  <a:pt x="1407" y="552"/>
                  <a:pt x="1407" y="552"/>
                  <a:pt x="1407" y="552"/>
                </a:cubicBezTo>
                <a:cubicBezTo>
                  <a:pt x="1345" y="552"/>
                  <a:pt x="1345" y="552"/>
                  <a:pt x="1345" y="552"/>
                </a:cubicBezTo>
                <a:cubicBezTo>
                  <a:pt x="1345" y="270"/>
                  <a:pt x="1345" y="270"/>
                  <a:pt x="1345" y="270"/>
                </a:cubicBezTo>
                <a:cubicBezTo>
                  <a:pt x="1385" y="261"/>
                  <a:pt x="1428" y="254"/>
                  <a:pt x="1458" y="254"/>
                </a:cubicBezTo>
                <a:cubicBezTo>
                  <a:pt x="1562" y="254"/>
                  <a:pt x="1595" y="294"/>
                  <a:pt x="1595" y="363"/>
                </a:cubicBezTo>
                <a:close/>
                <a:moveTo>
                  <a:pt x="1767" y="506"/>
                </a:moveTo>
                <a:cubicBezTo>
                  <a:pt x="1785" y="506"/>
                  <a:pt x="1802" y="503"/>
                  <a:pt x="1816" y="498"/>
                </a:cubicBezTo>
                <a:cubicBezTo>
                  <a:pt x="1814" y="515"/>
                  <a:pt x="1812" y="534"/>
                  <a:pt x="1808" y="550"/>
                </a:cubicBezTo>
                <a:cubicBezTo>
                  <a:pt x="1791" y="557"/>
                  <a:pt x="1773" y="559"/>
                  <a:pt x="1756" y="559"/>
                </a:cubicBezTo>
                <a:cubicBezTo>
                  <a:pt x="1696" y="559"/>
                  <a:pt x="1657" y="531"/>
                  <a:pt x="1657" y="463"/>
                </a:cubicBezTo>
                <a:cubicBezTo>
                  <a:pt x="1657" y="166"/>
                  <a:pt x="1657" y="166"/>
                  <a:pt x="1657" y="166"/>
                </a:cubicBezTo>
                <a:cubicBezTo>
                  <a:pt x="1676" y="160"/>
                  <a:pt x="1700" y="157"/>
                  <a:pt x="1719" y="157"/>
                </a:cubicBezTo>
                <a:cubicBezTo>
                  <a:pt x="1719" y="264"/>
                  <a:pt x="1719" y="264"/>
                  <a:pt x="1719" y="264"/>
                </a:cubicBezTo>
                <a:cubicBezTo>
                  <a:pt x="1817" y="264"/>
                  <a:pt x="1817" y="264"/>
                  <a:pt x="1817" y="264"/>
                </a:cubicBezTo>
                <a:cubicBezTo>
                  <a:pt x="1816" y="283"/>
                  <a:pt x="1815" y="301"/>
                  <a:pt x="1812" y="317"/>
                </a:cubicBezTo>
                <a:cubicBezTo>
                  <a:pt x="1719" y="317"/>
                  <a:pt x="1719" y="317"/>
                  <a:pt x="1719" y="317"/>
                </a:cubicBezTo>
                <a:cubicBezTo>
                  <a:pt x="1719" y="455"/>
                  <a:pt x="1719" y="455"/>
                  <a:pt x="1719" y="455"/>
                </a:cubicBezTo>
                <a:cubicBezTo>
                  <a:pt x="1719" y="492"/>
                  <a:pt x="1737" y="506"/>
                  <a:pt x="1767" y="506"/>
                </a:cubicBezTo>
                <a:close/>
                <a:moveTo>
                  <a:pt x="2100" y="270"/>
                </a:moveTo>
                <a:cubicBezTo>
                  <a:pt x="2100" y="552"/>
                  <a:pt x="2100" y="552"/>
                  <a:pt x="2100" y="552"/>
                </a:cubicBezTo>
                <a:cubicBezTo>
                  <a:pt x="2043" y="552"/>
                  <a:pt x="2043" y="552"/>
                  <a:pt x="2043" y="552"/>
                </a:cubicBezTo>
                <a:cubicBezTo>
                  <a:pt x="2040" y="518"/>
                  <a:pt x="2040" y="518"/>
                  <a:pt x="2040" y="518"/>
                </a:cubicBezTo>
                <a:cubicBezTo>
                  <a:pt x="2024" y="543"/>
                  <a:pt x="2000" y="559"/>
                  <a:pt x="1960" y="559"/>
                </a:cubicBezTo>
                <a:cubicBezTo>
                  <a:pt x="1886" y="559"/>
                  <a:pt x="1836" y="505"/>
                  <a:pt x="1836" y="410"/>
                </a:cubicBezTo>
                <a:cubicBezTo>
                  <a:pt x="1836" y="311"/>
                  <a:pt x="1889" y="254"/>
                  <a:pt x="1993" y="254"/>
                </a:cubicBezTo>
                <a:cubicBezTo>
                  <a:pt x="2034" y="254"/>
                  <a:pt x="2067" y="259"/>
                  <a:pt x="2100" y="270"/>
                </a:cubicBezTo>
                <a:close/>
                <a:moveTo>
                  <a:pt x="2038" y="488"/>
                </a:moveTo>
                <a:cubicBezTo>
                  <a:pt x="2038" y="311"/>
                  <a:pt x="2038" y="311"/>
                  <a:pt x="2038" y="311"/>
                </a:cubicBezTo>
                <a:cubicBezTo>
                  <a:pt x="2025" y="309"/>
                  <a:pt x="2011" y="307"/>
                  <a:pt x="1993" y="307"/>
                </a:cubicBezTo>
                <a:cubicBezTo>
                  <a:pt x="1929" y="307"/>
                  <a:pt x="1899" y="347"/>
                  <a:pt x="1899" y="410"/>
                </a:cubicBezTo>
                <a:cubicBezTo>
                  <a:pt x="1899" y="468"/>
                  <a:pt x="1922" y="508"/>
                  <a:pt x="1978" y="508"/>
                </a:cubicBezTo>
                <a:cubicBezTo>
                  <a:pt x="2002" y="508"/>
                  <a:pt x="2022" y="500"/>
                  <a:pt x="2038" y="488"/>
                </a:cubicBezTo>
                <a:close/>
                <a:moveTo>
                  <a:pt x="2418" y="363"/>
                </a:moveTo>
                <a:cubicBezTo>
                  <a:pt x="2418" y="552"/>
                  <a:pt x="2418" y="552"/>
                  <a:pt x="2418" y="552"/>
                </a:cubicBezTo>
                <a:cubicBezTo>
                  <a:pt x="2356" y="552"/>
                  <a:pt x="2356" y="552"/>
                  <a:pt x="2356" y="552"/>
                </a:cubicBezTo>
                <a:cubicBezTo>
                  <a:pt x="2356" y="373"/>
                  <a:pt x="2356" y="373"/>
                  <a:pt x="2356" y="373"/>
                </a:cubicBezTo>
                <a:cubicBezTo>
                  <a:pt x="2356" y="329"/>
                  <a:pt x="2341" y="307"/>
                  <a:pt x="2279" y="307"/>
                </a:cubicBezTo>
                <a:cubicBezTo>
                  <a:pt x="2264" y="307"/>
                  <a:pt x="2247" y="309"/>
                  <a:pt x="2230" y="312"/>
                </a:cubicBezTo>
                <a:cubicBezTo>
                  <a:pt x="2230" y="552"/>
                  <a:pt x="2230" y="552"/>
                  <a:pt x="2230" y="552"/>
                </a:cubicBezTo>
                <a:cubicBezTo>
                  <a:pt x="2168" y="552"/>
                  <a:pt x="2168" y="552"/>
                  <a:pt x="2168" y="552"/>
                </a:cubicBezTo>
                <a:cubicBezTo>
                  <a:pt x="2168" y="270"/>
                  <a:pt x="2168" y="270"/>
                  <a:pt x="2168" y="270"/>
                </a:cubicBezTo>
                <a:cubicBezTo>
                  <a:pt x="2207" y="261"/>
                  <a:pt x="2251" y="254"/>
                  <a:pt x="2281" y="254"/>
                </a:cubicBezTo>
                <a:cubicBezTo>
                  <a:pt x="2384" y="254"/>
                  <a:pt x="2418" y="294"/>
                  <a:pt x="2418" y="363"/>
                </a:cubicBezTo>
                <a:close/>
                <a:moveTo>
                  <a:pt x="2733" y="157"/>
                </a:moveTo>
                <a:cubicBezTo>
                  <a:pt x="2733" y="552"/>
                  <a:pt x="2733" y="552"/>
                  <a:pt x="2733" y="552"/>
                </a:cubicBezTo>
                <a:cubicBezTo>
                  <a:pt x="2676" y="552"/>
                  <a:pt x="2676" y="552"/>
                  <a:pt x="2676" y="552"/>
                </a:cubicBezTo>
                <a:cubicBezTo>
                  <a:pt x="2672" y="516"/>
                  <a:pt x="2672" y="516"/>
                  <a:pt x="2672" y="516"/>
                </a:cubicBezTo>
                <a:cubicBezTo>
                  <a:pt x="2656" y="543"/>
                  <a:pt x="2632" y="559"/>
                  <a:pt x="2591" y="559"/>
                </a:cubicBezTo>
                <a:cubicBezTo>
                  <a:pt x="2517" y="559"/>
                  <a:pt x="2467" y="505"/>
                  <a:pt x="2467" y="410"/>
                </a:cubicBezTo>
                <a:cubicBezTo>
                  <a:pt x="2467" y="311"/>
                  <a:pt x="2520" y="254"/>
                  <a:pt x="2625" y="254"/>
                </a:cubicBezTo>
                <a:cubicBezTo>
                  <a:pt x="2641" y="254"/>
                  <a:pt x="2656" y="256"/>
                  <a:pt x="2671" y="259"/>
                </a:cubicBezTo>
                <a:cubicBezTo>
                  <a:pt x="2671" y="166"/>
                  <a:pt x="2671" y="166"/>
                  <a:pt x="2671" y="166"/>
                </a:cubicBezTo>
                <a:cubicBezTo>
                  <a:pt x="2690" y="159"/>
                  <a:pt x="2712" y="157"/>
                  <a:pt x="2733" y="157"/>
                </a:cubicBezTo>
                <a:close/>
                <a:moveTo>
                  <a:pt x="2671" y="487"/>
                </a:moveTo>
                <a:cubicBezTo>
                  <a:pt x="2671" y="313"/>
                  <a:pt x="2671" y="313"/>
                  <a:pt x="2671" y="313"/>
                </a:cubicBezTo>
                <a:cubicBezTo>
                  <a:pt x="2655" y="310"/>
                  <a:pt x="2638" y="307"/>
                  <a:pt x="2621" y="307"/>
                </a:cubicBezTo>
                <a:cubicBezTo>
                  <a:pt x="2560" y="307"/>
                  <a:pt x="2531" y="346"/>
                  <a:pt x="2531" y="410"/>
                </a:cubicBezTo>
                <a:cubicBezTo>
                  <a:pt x="2531" y="468"/>
                  <a:pt x="2554" y="508"/>
                  <a:pt x="2609" y="508"/>
                </a:cubicBezTo>
                <a:cubicBezTo>
                  <a:pt x="2634" y="508"/>
                  <a:pt x="2654" y="500"/>
                  <a:pt x="2671" y="487"/>
                </a:cubicBezTo>
                <a:close/>
                <a:moveTo>
                  <a:pt x="3045" y="432"/>
                </a:moveTo>
                <a:cubicBezTo>
                  <a:pt x="2847" y="432"/>
                  <a:pt x="2847" y="432"/>
                  <a:pt x="2847" y="432"/>
                </a:cubicBezTo>
                <a:cubicBezTo>
                  <a:pt x="2854" y="482"/>
                  <a:pt x="2884" y="506"/>
                  <a:pt x="2939" y="506"/>
                </a:cubicBezTo>
                <a:cubicBezTo>
                  <a:pt x="2973" y="506"/>
                  <a:pt x="3007" y="499"/>
                  <a:pt x="3038" y="485"/>
                </a:cubicBezTo>
                <a:cubicBezTo>
                  <a:pt x="3036" y="501"/>
                  <a:pt x="3033" y="522"/>
                  <a:pt x="3029" y="541"/>
                </a:cubicBezTo>
                <a:cubicBezTo>
                  <a:pt x="3001" y="554"/>
                  <a:pt x="2971" y="559"/>
                  <a:pt x="2937" y="559"/>
                </a:cubicBezTo>
                <a:cubicBezTo>
                  <a:pt x="2834" y="559"/>
                  <a:pt x="2783" y="502"/>
                  <a:pt x="2783" y="405"/>
                </a:cubicBezTo>
                <a:cubicBezTo>
                  <a:pt x="2783" y="321"/>
                  <a:pt x="2822" y="254"/>
                  <a:pt x="2921" y="254"/>
                </a:cubicBezTo>
                <a:cubicBezTo>
                  <a:pt x="3010" y="254"/>
                  <a:pt x="3048" y="313"/>
                  <a:pt x="3048" y="384"/>
                </a:cubicBezTo>
                <a:cubicBezTo>
                  <a:pt x="3048" y="401"/>
                  <a:pt x="3047" y="415"/>
                  <a:pt x="3045" y="432"/>
                </a:cubicBezTo>
                <a:close/>
                <a:moveTo>
                  <a:pt x="2845" y="380"/>
                </a:moveTo>
                <a:cubicBezTo>
                  <a:pt x="2985" y="380"/>
                  <a:pt x="2985" y="380"/>
                  <a:pt x="2985" y="380"/>
                </a:cubicBezTo>
                <a:cubicBezTo>
                  <a:pt x="2985" y="333"/>
                  <a:pt x="2960" y="306"/>
                  <a:pt x="2918" y="306"/>
                </a:cubicBezTo>
                <a:cubicBezTo>
                  <a:pt x="2874" y="306"/>
                  <a:pt x="2850" y="332"/>
                  <a:pt x="2845" y="380"/>
                </a:cubicBezTo>
                <a:close/>
                <a:moveTo>
                  <a:pt x="3262" y="257"/>
                </a:moveTo>
                <a:cubicBezTo>
                  <a:pt x="3262" y="275"/>
                  <a:pt x="3260" y="298"/>
                  <a:pt x="3256" y="310"/>
                </a:cubicBezTo>
                <a:cubicBezTo>
                  <a:pt x="3241" y="308"/>
                  <a:pt x="3227" y="307"/>
                  <a:pt x="3209" y="307"/>
                </a:cubicBezTo>
                <a:cubicBezTo>
                  <a:pt x="3194" y="307"/>
                  <a:pt x="3179" y="309"/>
                  <a:pt x="3164" y="311"/>
                </a:cubicBezTo>
                <a:cubicBezTo>
                  <a:pt x="3164" y="552"/>
                  <a:pt x="3164" y="552"/>
                  <a:pt x="3164" y="552"/>
                </a:cubicBezTo>
                <a:cubicBezTo>
                  <a:pt x="3102" y="552"/>
                  <a:pt x="3102" y="552"/>
                  <a:pt x="3102" y="552"/>
                </a:cubicBezTo>
                <a:cubicBezTo>
                  <a:pt x="3102" y="270"/>
                  <a:pt x="3102" y="270"/>
                  <a:pt x="3102" y="270"/>
                </a:cubicBezTo>
                <a:cubicBezTo>
                  <a:pt x="3128" y="261"/>
                  <a:pt x="3173" y="254"/>
                  <a:pt x="3208" y="254"/>
                </a:cubicBezTo>
                <a:cubicBezTo>
                  <a:pt x="3227" y="254"/>
                  <a:pt x="3248" y="255"/>
                  <a:pt x="3262" y="25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>
              <a:solidFill>
                <a:prstClr val="black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B3083AA-8902-4980-A03E-A80A1F5D1E97}"/>
              </a:ext>
            </a:extLst>
          </p:cNvPr>
          <p:cNvSpPr/>
          <p:nvPr userDrawn="1"/>
        </p:nvSpPr>
        <p:spPr>
          <a:xfrm>
            <a:off x="8156890" y="8858161"/>
            <a:ext cx="1778050" cy="331782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prstClr val="black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1956E69-CFE8-4CE9-9DB6-80E139E9347C}"/>
              </a:ext>
            </a:extLst>
          </p:cNvPr>
          <p:cNvSpPr/>
          <p:nvPr userDrawn="1"/>
        </p:nvSpPr>
        <p:spPr>
          <a:xfrm>
            <a:off x="5808297" y="8858161"/>
            <a:ext cx="2129216" cy="331782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prstClr val="black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8795096-E608-4904-9799-E9CC55B7F914}"/>
              </a:ext>
            </a:extLst>
          </p:cNvPr>
          <p:cNvSpPr/>
          <p:nvPr userDrawn="1"/>
        </p:nvSpPr>
        <p:spPr>
          <a:xfrm>
            <a:off x="3987592" y="8858161"/>
            <a:ext cx="1569618" cy="331782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prstClr val="black"/>
              </a:solidFill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0141572-2393-4359-B0DD-157A2274197D}"/>
              </a:ext>
            </a:extLst>
          </p:cNvPr>
          <p:cNvSpPr/>
          <p:nvPr userDrawn="1"/>
        </p:nvSpPr>
        <p:spPr>
          <a:xfrm>
            <a:off x="2166887" y="8858161"/>
            <a:ext cx="1569618" cy="331782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14" name="Rectangle 46">
            <a:extLst>
              <a:ext uri="{FF2B5EF4-FFF2-40B4-BE49-F238E27FC236}">
                <a16:creationId xmlns:a16="http://schemas.microsoft.com/office/drawing/2014/main" id="{717C0279-4904-4CBE-8D12-45C6C53A9F8E}"/>
              </a:ext>
            </a:extLst>
          </p:cNvPr>
          <p:cNvSpPr/>
          <p:nvPr userDrawn="1"/>
        </p:nvSpPr>
        <p:spPr>
          <a:xfrm>
            <a:off x="3977979" y="8453933"/>
            <a:ext cx="1601707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r>
              <a:rPr lang="en-US" sz="1100" b="1" kern="0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Staging</a:t>
            </a:r>
          </a:p>
        </p:txBody>
      </p:sp>
      <p:sp>
        <p:nvSpPr>
          <p:cNvPr id="16" name="Rectangle 46">
            <a:extLst>
              <a:ext uri="{FF2B5EF4-FFF2-40B4-BE49-F238E27FC236}">
                <a16:creationId xmlns:a16="http://schemas.microsoft.com/office/drawing/2014/main" id="{E8C8EF08-EC49-4221-A3BF-BDACE92D11C0}"/>
              </a:ext>
            </a:extLst>
          </p:cNvPr>
          <p:cNvSpPr/>
          <p:nvPr userDrawn="1"/>
        </p:nvSpPr>
        <p:spPr>
          <a:xfrm>
            <a:off x="5771161" y="8462433"/>
            <a:ext cx="2183241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r>
              <a:rPr lang="en-US" sz="1100" b="1" kern="0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Common</a:t>
            </a:r>
          </a:p>
        </p:txBody>
      </p:sp>
      <p:sp>
        <p:nvSpPr>
          <p:cNvPr id="17" name="Rectangle 46">
            <a:extLst>
              <a:ext uri="{FF2B5EF4-FFF2-40B4-BE49-F238E27FC236}">
                <a16:creationId xmlns:a16="http://schemas.microsoft.com/office/drawing/2014/main" id="{6742CCEA-D480-45B4-8624-345721E02669}"/>
              </a:ext>
            </a:extLst>
          </p:cNvPr>
          <p:cNvSpPr/>
          <p:nvPr userDrawn="1"/>
        </p:nvSpPr>
        <p:spPr>
          <a:xfrm>
            <a:off x="8119388" y="8462433"/>
            <a:ext cx="1815552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r>
              <a:rPr lang="en-US" sz="1100" b="1" kern="0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Business</a:t>
            </a:r>
          </a:p>
        </p:txBody>
      </p:sp>
      <p:sp>
        <p:nvSpPr>
          <p:cNvPr id="18" name="Rectangle 46">
            <a:extLst>
              <a:ext uri="{FF2B5EF4-FFF2-40B4-BE49-F238E27FC236}">
                <a16:creationId xmlns:a16="http://schemas.microsoft.com/office/drawing/2014/main" id="{4D2F8FDF-1466-4803-BA52-D1B20F032B4B}"/>
              </a:ext>
            </a:extLst>
          </p:cNvPr>
          <p:cNvSpPr/>
          <p:nvPr userDrawn="1"/>
        </p:nvSpPr>
        <p:spPr>
          <a:xfrm>
            <a:off x="2166887" y="8453933"/>
            <a:ext cx="1601707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Landing</a:t>
            </a:r>
            <a:endParaRPr lang="en-US" sz="1100" b="1" kern="0" dirty="0">
              <a:solidFill>
                <a:prstClr val="white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B1B9A51A-1840-4B3F-B72B-328B6F47B2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059" t="23672" r="66880" b="38349"/>
          <a:stretch/>
        </p:blipFill>
        <p:spPr>
          <a:xfrm>
            <a:off x="2814289" y="9101664"/>
            <a:ext cx="396274" cy="513752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7E9EFB85-2396-4846-BBE8-EC4B9A13C3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678" t="26135" r="14784" b="30919"/>
          <a:stretch/>
        </p:blipFill>
        <p:spPr>
          <a:xfrm>
            <a:off x="4358642" y="9112283"/>
            <a:ext cx="827519" cy="580947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4A2A6C23-65D8-4158-8029-5DF5FC48375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3359" y="9884895"/>
            <a:ext cx="1805912" cy="1206460"/>
          </a:xfrm>
          <a:prstGeom prst="rect">
            <a:avLst/>
          </a:prstGeom>
        </p:spPr>
      </p:pic>
      <p:grpSp>
        <p:nvGrpSpPr>
          <p:cNvPr id="22" name="Grupo 21">
            <a:extLst>
              <a:ext uri="{FF2B5EF4-FFF2-40B4-BE49-F238E27FC236}">
                <a16:creationId xmlns:a16="http://schemas.microsoft.com/office/drawing/2014/main" id="{CBFAD71D-7FD3-4737-931C-123D6D0C545B}"/>
              </a:ext>
            </a:extLst>
          </p:cNvPr>
          <p:cNvGrpSpPr/>
          <p:nvPr userDrawn="1"/>
        </p:nvGrpSpPr>
        <p:grpSpPr>
          <a:xfrm>
            <a:off x="8550303" y="9052717"/>
            <a:ext cx="1025163" cy="958438"/>
            <a:chOff x="24276917" y="2002334"/>
            <a:chExt cx="1025163" cy="958438"/>
          </a:xfrm>
        </p:grpSpPr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51A78D85-8526-4677-810A-E6A273A5C33E}"/>
                </a:ext>
              </a:extLst>
            </p:cNvPr>
            <p:cNvSpPr txBox="1"/>
            <p:nvPr/>
          </p:nvSpPr>
          <p:spPr>
            <a:xfrm>
              <a:off x="24276917" y="2375997"/>
              <a:ext cx="102516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rgbClr val="9BC3D3">
                      <a:lumMod val="75000"/>
                    </a:srgbClr>
                  </a:solidFill>
                </a:rPr>
                <a:t>Regulatory Reporting </a:t>
              </a:r>
            </a:p>
            <a:p>
              <a:pPr algn="ctr"/>
              <a:r>
                <a:rPr lang="en-US" sz="800" b="1" dirty="0">
                  <a:solidFill>
                    <a:srgbClr val="9BC3D3">
                      <a:lumMod val="75000"/>
                    </a:srgbClr>
                  </a:solidFill>
                </a:rPr>
                <a:t>(Consumer Data Domain)</a:t>
              </a:r>
            </a:p>
          </p:txBody>
        </p:sp>
        <p:pic>
          <p:nvPicPr>
            <p:cNvPr id="24" name="Imagen 23">
              <a:extLst>
                <a:ext uri="{FF2B5EF4-FFF2-40B4-BE49-F238E27FC236}">
                  <a16:creationId xmlns:a16="http://schemas.microsoft.com/office/drawing/2014/main" id="{F67F325B-375F-48D6-AF86-3362FACACF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4597359" y="2002334"/>
              <a:ext cx="380851" cy="391125"/>
            </a:xfrm>
            <a:prstGeom prst="rect">
              <a:avLst/>
            </a:prstGeom>
          </p:spPr>
        </p:pic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CFB87C01-9DF1-4E02-9591-940C22A61E96}"/>
              </a:ext>
            </a:extLst>
          </p:cNvPr>
          <p:cNvGrpSpPr/>
          <p:nvPr userDrawn="1"/>
        </p:nvGrpSpPr>
        <p:grpSpPr>
          <a:xfrm>
            <a:off x="8618316" y="10167187"/>
            <a:ext cx="855198" cy="896543"/>
            <a:chOff x="24316335" y="2883611"/>
            <a:chExt cx="855198" cy="896543"/>
          </a:xfrm>
        </p:grpSpPr>
        <p:pic>
          <p:nvPicPr>
            <p:cNvPr id="26" name="Imagen 25">
              <a:extLst>
                <a:ext uri="{FF2B5EF4-FFF2-40B4-BE49-F238E27FC236}">
                  <a16:creationId xmlns:a16="http://schemas.microsoft.com/office/drawing/2014/main" id="{EF6B7425-B12A-476C-906A-B1FA022BC10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4485289" y="2883611"/>
              <a:ext cx="456095" cy="468398"/>
            </a:xfrm>
            <a:prstGeom prst="rect">
              <a:avLst/>
            </a:prstGeom>
          </p:spPr>
        </p:pic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B8967A06-66E4-40E1-8129-0D12B888028C}"/>
                </a:ext>
              </a:extLst>
            </p:cNvPr>
            <p:cNvSpPr txBox="1"/>
            <p:nvPr/>
          </p:nvSpPr>
          <p:spPr>
            <a:xfrm>
              <a:off x="24316335" y="3318489"/>
              <a:ext cx="85519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rgbClr val="E7E6E6">
                      <a:lumMod val="25000"/>
                    </a:srgbClr>
                  </a:solidFill>
                </a:rPr>
                <a:t>BDR</a:t>
              </a:r>
            </a:p>
            <a:p>
              <a:pPr algn="ctr"/>
              <a:r>
                <a:rPr lang="en-US" sz="800" b="1" dirty="0">
                  <a:solidFill>
                    <a:srgbClr val="E7E6E6">
                      <a:lumMod val="25000"/>
                    </a:srgbClr>
                  </a:solidFill>
                </a:rPr>
                <a:t>(Consumer Data Domain)</a:t>
              </a:r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32ACB833-32C4-4D58-BC9E-9F430406052E}"/>
              </a:ext>
            </a:extLst>
          </p:cNvPr>
          <p:cNvGrpSpPr/>
          <p:nvPr userDrawn="1"/>
        </p:nvGrpSpPr>
        <p:grpSpPr>
          <a:xfrm>
            <a:off x="8678414" y="11351284"/>
            <a:ext cx="855198" cy="791321"/>
            <a:chOff x="20365553" y="4987355"/>
            <a:chExt cx="855198" cy="791321"/>
          </a:xfrm>
        </p:grpSpPr>
        <p:pic>
          <p:nvPicPr>
            <p:cNvPr id="29" name="Imagen 28">
              <a:extLst>
                <a:ext uri="{FF2B5EF4-FFF2-40B4-BE49-F238E27FC236}">
                  <a16:creationId xmlns:a16="http://schemas.microsoft.com/office/drawing/2014/main" id="{CDB5B878-4D7A-4E7F-9904-195F660F50A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0539147" y="4987355"/>
              <a:ext cx="449538" cy="461665"/>
            </a:xfrm>
            <a:prstGeom prst="rect">
              <a:avLst/>
            </a:prstGeom>
          </p:spPr>
        </p:pic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CF72E51E-E2C6-4904-B09F-BB2795CD1588}"/>
                </a:ext>
              </a:extLst>
            </p:cNvPr>
            <p:cNvSpPr txBox="1"/>
            <p:nvPr/>
          </p:nvSpPr>
          <p:spPr>
            <a:xfrm>
              <a:off x="20365553" y="5440122"/>
              <a:ext cx="8551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rgbClr val="E7E6E6">
                      <a:lumMod val="25000"/>
                    </a:srgbClr>
                  </a:solidFill>
                </a:rPr>
                <a:t>Other</a:t>
              </a:r>
            </a:p>
            <a:p>
              <a:pPr algn="ctr"/>
              <a:r>
                <a:rPr lang="en-US" sz="800" b="1" dirty="0">
                  <a:solidFill>
                    <a:srgbClr val="E7E6E6">
                      <a:lumMod val="25000"/>
                    </a:srgbClr>
                  </a:solidFill>
                </a:rPr>
                <a:t>Models</a:t>
              </a:r>
            </a:p>
          </p:txBody>
        </p:sp>
      </p:grpSp>
      <p:pic>
        <p:nvPicPr>
          <p:cNvPr id="31" name="Imagen 30">
            <a:extLst>
              <a:ext uri="{FF2B5EF4-FFF2-40B4-BE49-F238E27FC236}">
                <a16:creationId xmlns:a16="http://schemas.microsoft.com/office/drawing/2014/main" id="{5C4F07A3-7F7E-454B-909D-18BCFB0BD7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059" t="23672" r="66880" b="38349"/>
          <a:stretch/>
        </p:blipFill>
        <p:spPr>
          <a:xfrm>
            <a:off x="2814289" y="10240895"/>
            <a:ext cx="396274" cy="513752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9835F8A5-8965-4A86-BD98-73F4C625DC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678" t="26135" r="14784" b="30919"/>
          <a:stretch/>
        </p:blipFill>
        <p:spPr>
          <a:xfrm>
            <a:off x="4358642" y="10251514"/>
            <a:ext cx="827519" cy="580947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2AE187EB-E774-40C8-AC3B-B4AFA435FD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059" t="23672" r="66880" b="38349"/>
          <a:stretch/>
        </p:blipFill>
        <p:spPr>
          <a:xfrm>
            <a:off x="2805533" y="11381065"/>
            <a:ext cx="396274" cy="513752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9A51B541-DCD6-4AB8-A53D-AD3133D82F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678" t="26135" r="14784" b="30919"/>
          <a:stretch/>
        </p:blipFill>
        <p:spPr>
          <a:xfrm>
            <a:off x="4349886" y="11391684"/>
            <a:ext cx="827519" cy="580947"/>
          </a:xfrm>
          <a:prstGeom prst="rect">
            <a:avLst/>
          </a:prstGeom>
        </p:spPr>
      </p:pic>
      <p:sp>
        <p:nvSpPr>
          <p:cNvPr id="35" name="CuadroTexto 34">
            <a:extLst>
              <a:ext uri="{FF2B5EF4-FFF2-40B4-BE49-F238E27FC236}">
                <a16:creationId xmlns:a16="http://schemas.microsoft.com/office/drawing/2014/main" id="{07C6C833-BBCC-4991-89E6-BECB7DC4DEFF}"/>
              </a:ext>
            </a:extLst>
          </p:cNvPr>
          <p:cNvSpPr txBox="1"/>
          <p:nvPr userDrawn="1"/>
        </p:nvSpPr>
        <p:spPr>
          <a:xfrm>
            <a:off x="2827127" y="9562425"/>
            <a:ext cx="4010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>
                <a:solidFill>
                  <a:prstClr val="black"/>
                </a:solidFill>
              </a:rPr>
              <a:t>File</a:t>
            </a:r>
            <a:endParaRPr lang="es-ES" sz="1050" dirty="0">
              <a:solidFill>
                <a:prstClr val="black"/>
              </a:solidFill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D1BD2DA7-14AF-499E-9B8C-299B381CAEE0}"/>
              </a:ext>
            </a:extLst>
          </p:cNvPr>
          <p:cNvSpPr txBox="1"/>
          <p:nvPr userDrawn="1"/>
        </p:nvSpPr>
        <p:spPr>
          <a:xfrm>
            <a:off x="2827127" y="10711243"/>
            <a:ext cx="4010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>
                <a:solidFill>
                  <a:prstClr val="black"/>
                </a:solidFill>
              </a:rPr>
              <a:t>File</a:t>
            </a:r>
            <a:endParaRPr lang="es-ES" sz="1050" dirty="0">
              <a:solidFill>
                <a:prstClr val="black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3A374DEA-0A4E-40A9-A7D0-04E72C775915}"/>
              </a:ext>
            </a:extLst>
          </p:cNvPr>
          <p:cNvSpPr txBox="1"/>
          <p:nvPr userDrawn="1"/>
        </p:nvSpPr>
        <p:spPr>
          <a:xfrm>
            <a:off x="2829422" y="11853810"/>
            <a:ext cx="4010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>
                <a:solidFill>
                  <a:prstClr val="black"/>
                </a:solidFill>
              </a:rPr>
              <a:t>File</a:t>
            </a:r>
            <a:endParaRPr lang="es-ES" sz="1050" dirty="0">
              <a:solidFill>
                <a:prstClr val="black"/>
              </a:solidFill>
            </a:endParaRP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78ECFB35-06C7-473A-AF82-D292C2C36BB3}"/>
              </a:ext>
            </a:extLst>
          </p:cNvPr>
          <p:cNvSpPr/>
          <p:nvPr userDrawn="1"/>
        </p:nvSpPr>
        <p:spPr>
          <a:xfrm>
            <a:off x="1887794" y="8758933"/>
            <a:ext cx="8137319" cy="3718202"/>
          </a:xfrm>
          <a:prstGeom prst="rect">
            <a:avLst/>
          </a:prstGeom>
          <a:solidFill>
            <a:schemeClr val="bg1"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FFFFFF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2D26990-62A8-45BA-9427-57C294EB474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2500" y="2350153"/>
            <a:ext cx="5326732" cy="2645411"/>
          </a:xfrm>
          <a:prstGeom prst="rect">
            <a:avLst/>
          </a:prstGeom>
        </p:spPr>
      </p:pic>
      <p:pic>
        <p:nvPicPr>
          <p:cNvPr id="4" name="Picture 2" descr="NTT Data Business Solutions Türkiye Senior Data Scientist İş İlanı - 09 ...">
            <a:extLst>
              <a:ext uri="{FF2B5EF4-FFF2-40B4-BE49-F238E27FC236}">
                <a16:creationId xmlns:a16="http://schemas.microsoft.com/office/drawing/2014/main" id="{4002DDE5-DCE8-632F-F2E0-B23526EC7841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50" t="39459" r="23956" b="39089"/>
          <a:stretch>
            <a:fillRect/>
          </a:stretch>
        </p:blipFill>
        <p:spPr bwMode="auto">
          <a:xfrm>
            <a:off x="2130638" y="6315594"/>
            <a:ext cx="950995" cy="2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8E84E9B-88B1-5570-8FCC-98BE5A319D9D}"/>
              </a:ext>
            </a:extLst>
          </p:cNvPr>
          <p:cNvCxnSpPr/>
          <p:nvPr userDrawn="1"/>
        </p:nvCxnSpPr>
        <p:spPr>
          <a:xfrm>
            <a:off x="2059615" y="6214062"/>
            <a:ext cx="0" cy="3600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9475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6026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792">
          <p15:clr>
            <a:srgbClr val="F26B43"/>
          </p15:clr>
        </p15:guide>
        <p15:guide id="2" pos="7225">
          <p15:clr>
            <a:srgbClr val="F26B43"/>
          </p15:clr>
        </p15:guide>
        <p15:guide id="3" pos="52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ialoguereview.com/five-future/" TargetMode="External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26" Type="http://schemas.openxmlformats.org/officeDocument/2006/relationships/image" Target="../media/image44.jpg"/><Relationship Id="rId3" Type="http://schemas.openxmlformats.org/officeDocument/2006/relationships/image" Target="../media/image22.png"/><Relationship Id="rId21" Type="http://schemas.openxmlformats.org/officeDocument/2006/relationships/image" Target="../media/image40.sv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5" Type="http://schemas.openxmlformats.org/officeDocument/2006/relationships/hyperlink" Target="https://www.fastscore.com/us/people/julieta-mozejko-rodriguez/career" TargetMode="External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5.png"/><Relationship Id="rId20" Type="http://schemas.openxmlformats.org/officeDocument/2006/relationships/image" Target="../media/image39.png"/><Relationship Id="rId29" Type="http://schemas.openxmlformats.org/officeDocument/2006/relationships/hyperlink" Target="https://pixabay.com/es/portugal-bandera-portugu%C3%A9s-26886/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24" Type="http://schemas.openxmlformats.org/officeDocument/2006/relationships/image" Target="../media/image43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23" Type="http://schemas.openxmlformats.org/officeDocument/2006/relationships/image" Target="../media/image42.png"/><Relationship Id="rId28" Type="http://schemas.openxmlformats.org/officeDocument/2006/relationships/image" Target="../media/image45.png"/><Relationship Id="rId10" Type="http://schemas.openxmlformats.org/officeDocument/2006/relationships/image" Target="../media/image29.png"/><Relationship Id="rId19" Type="http://schemas.openxmlformats.org/officeDocument/2006/relationships/image" Target="../media/image38.sv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Relationship Id="rId22" Type="http://schemas.openxmlformats.org/officeDocument/2006/relationships/image" Target="../media/image41.png"/><Relationship Id="rId27" Type="http://schemas.openxmlformats.org/officeDocument/2006/relationships/hyperlink" Target="https://www.britannica.com/place/Chile/The-War-of-the-Pacific-1879-83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1.png"/><Relationship Id="rId3" Type="http://schemas.openxmlformats.org/officeDocument/2006/relationships/image" Target="../media/image40.svg"/><Relationship Id="rId7" Type="http://schemas.openxmlformats.org/officeDocument/2006/relationships/image" Target="../media/image47.jpeg"/><Relationship Id="rId12" Type="http://schemas.openxmlformats.org/officeDocument/2006/relationships/hyperlink" Target="https://www.pngall.com/onedrive-png/" TargetMode="Externa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6.png"/><Relationship Id="rId11" Type="http://schemas.openxmlformats.org/officeDocument/2006/relationships/image" Target="../media/image50.png"/><Relationship Id="rId5" Type="http://schemas.openxmlformats.org/officeDocument/2006/relationships/image" Target="../media/image26.png"/><Relationship Id="rId10" Type="http://schemas.openxmlformats.org/officeDocument/2006/relationships/hyperlink" Target="https://www.htnovo.net/2018/01/nuovi-dettagli-confermano-ripristino-file-onedrive.html" TargetMode="External"/><Relationship Id="rId4" Type="http://schemas.openxmlformats.org/officeDocument/2006/relationships/image" Target="../media/image41.png"/><Relationship Id="rId9" Type="http://schemas.openxmlformats.org/officeDocument/2006/relationships/image" Target="../media/image49.png"/><Relationship Id="rId14" Type="http://schemas.openxmlformats.org/officeDocument/2006/relationships/hyperlink" Target="https://mtoyokura.github.io/python-koza/closing/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5.svg"/><Relationship Id="rId4" Type="http://schemas.openxmlformats.org/officeDocument/2006/relationships/image" Target="../media/image5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57.svg"/><Relationship Id="rId7" Type="http://schemas.openxmlformats.org/officeDocument/2006/relationships/image" Target="../media/image61.sv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0.png"/><Relationship Id="rId11" Type="http://schemas.openxmlformats.org/officeDocument/2006/relationships/image" Target="../media/image55.svg"/><Relationship Id="rId5" Type="http://schemas.openxmlformats.org/officeDocument/2006/relationships/image" Target="../media/image59.svg"/><Relationship Id="rId10" Type="http://schemas.openxmlformats.org/officeDocument/2006/relationships/image" Target="../media/image54.png"/><Relationship Id="rId4" Type="http://schemas.openxmlformats.org/officeDocument/2006/relationships/image" Target="../media/image58.png"/><Relationship Id="rId9" Type="http://schemas.openxmlformats.org/officeDocument/2006/relationships/image" Target="../media/image53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4.emf"/><Relationship Id="rId4" Type="http://schemas.openxmlformats.org/officeDocument/2006/relationships/oleObject" Target="../embeddings/oleObject1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n/photo/1557443" TargetMode="External"/><Relationship Id="rId7" Type="http://schemas.openxmlformats.org/officeDocument/2006/relationships/image" Target="../media/image69.svg"/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8.png"/><Relationship Id="rId5" Type="http://schemas.openxmlformats.org/officeDocument/2006/relationships/image" Target="../media/image67.svg"/><Relationship Id="rId4" Type="http://schemas.openxmlformats.org/officeDocument/2006/relationships/image" Target="../media/image6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" dirty="0"/>
              <a:t>Plan de mejora de automatización</a:t>
            </a:r>
          </a:p>
        </p:txBody>
      </p:sp>
    </p:spTree>
    <p:extLst>
      <p:ext uri="{BB962C8B-B14F-4D97-AF65-F5344CB8AC3E}">
        <p14:creationId xmlns:p14="http://schemas.microsoft.com/office/powerpoint/2010/main" val="1849363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12F73F-E893-A4D7-8BB2-253775D8E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>
                <a:solidFill>
                  <a:srgbClr val="EC0000"/>
                </a:solidFill>
              </a:rPr>
              <a:pPr/>
              <a:t>2</a:t>
            </a:fld>
            <a:endParaRPr lang="es-ES">
              <a:solidFill>
                <a:srgbClr val="EC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898FB3-B396-DD9C-FFEB-3260B2762614}"/>
              </a:ext>
            </a:extLst>
          </p:cNvPr>
          <p:cNvSpPr/>
          <p:nvPr/>
        </p:nvSpPr>
        <p:spPr>
          <a:xfrm>
            <a:off x="815788" y="905434"/>
            <a:ext cx="7628965" cy="49485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400"/>
              </a:spcBef>
            </a:pPr>
            <a:r>
              <a:rPr lang="es-ES" sz="2400" dirty="0">
                <a:solidFill>
                  <a:srgbClr val="FF0000"/>
                </a:solidFill>
              </a:rPr>
              <a:t>1. </a:t>
            </a:r>
            <a:r>
              <a:rPr lang="es-ES" sz="3200" dirty="0">
                <a:solidFill>
                  <a:schemeClr val="bg1">
                    <a:lumMod val="50000"/>
                  </a:schemeClr>
                </a:solidFill>
              </a:rPr>
              <a:t>Introducción</a:t>
            </a:r>
          </a:p>
          <a:p>
            <a:pPr>
              <a:spcBef>
                <a:spcPts val="2400"/>
              </a:spcBef>
            </a:pPr>
            <a:r>
              <a:rPr lang="es-ES" sz="2400" dirty="0">
                <a:solidFill>
                  <a:srgbClr val="FF0000"/>
                </a:solidFill>
              </a:rPr>
              <a:t>2. </a:t>
            </a:r>
            <a:r>
              <a:rPr lang="es-ES" sz="3200" dirty="0">
                <a:solidFill>
                  <a:schemeClr val="bg1">
                    <a:lumMod val="50000"/>
                  </a:schemeClr>
                </a:solidFill>
              </a:rPr>
              <a:t>Plan de acción</a:t>
            </a:r>
          </a:p>
          <a:p>
            <a:pPr>
              <a:spcBef>
                <a:spcPts val="2400"/>
              </a:spcBef>
            </a:pPr>
            <a:r>
              <a:rPr lang="es-ES" sz="2400" dirty="0">
                <a:solidFill>
                  <a:srgbClr val="FF0000"/>
                </a:solidFill>
              </a:rPr>
              <a:t>3. </a:t>
            </a:r>
            <a:r>
              <a:rPr lang="es-ES" sz="3200" dirty="0">
                <a:solidFill>
                  <a:schemeClr val="bg1">
                    <a:lumMod val="50000"/>
                  </a:schemeClr>
                </a:solidFill>
              </a:rPr>
              <a:t>Modelo de gobierno</a:t>
            </a:r>
          </a:p>
          <a:p>
            <a:pPr>
              <a:spcBef>
                <a:spcPts val="2400"/>
              </a:spcBef>
            </a:pPr>
            <a:r>
              <a:rPr lang="es-ES" sz="2400" dirty="0">
                <a:solidFill>
                  <a:srgbClr val="FF0000"/>
                </a:solidFill>
              </a:rPr>
              <a:t>4. </a:t>
            </a:r>
            <a:r>
              <a:rPr lang="es-ES" sz="3200" dirty="0">
                <a:solidFill>
                  <a:schemeClr val="bg1">
                    <a:lumMod val="50000"/>
                  </a:schemeClr>
                </a:solidFill>
              </a:rPr>
              <a:t>Alcance y presupuesto</a:t>
            </a:r>
          </a:p>
          <a:p>
            <a:pPr>
              <a:spcBef>
                <a:spcPts val="2400"/>
              </a:spcBef>
            </a:pPr>
            <a:r>
              <a:rPr lang="es-ES" sz="2400" dirty="0">
                <a:solidFill>
                  <a:srgbClr val="FF0000"/>
                </a:solidFill>
              </a:rPr>
              <a:t>5. </a:t>
            </a:r>
            <a:r>
              <a:rPr lang="es-ES" sz="3200" dirty="0">
                <a:solidFill>
                  <a:schemeClr val="bg1">
                    <a:lumMod val="50000"/>
                  </a:schemeClr>
                </a:solidFill>
              </a:rPr>
              <a:t>Cronograma y evolución</a:t>
            </a:r>
          </a:p>
          <a:p>
            <a:pPr>
              <a:spcBef>
                <a:spcPts val="2400"/>
              </a:spcBef>
            </a:pPr>
            <a:r>
              <a:rPr lang="es-ES" sz="2400" dirty="0">
                <a:solidFill>
                  <a:srgbClr val="FF0000"/>
                </a:solidFill>
              </a:rPr>
              <a:t>6. </a:t>
            </a:r>
            <a:r>
              <a:rPr lang="es-ES" sz="3200" dirty="0">
                <a:solidFill>
                  <a:schemeClr val="bg1">
                    <a:lumMod val="50000"/>
                  </a:schemeClr>
                </a:solidFill>
              </a:rPr>
              <a:t>Anexo</a:t>
            </a:r>
          </a:p>
          <a:p>
            <a:pPr marL="342900" indent="-342900">
              <a:spcBef>
                <a:spcPts val="2400"/>
              </a:spcBef>
              <a:buAutoNum type="arabicPeriod"/>
            </a:pPr>
            <a:endParaRPr lang="es-ES" sz="2400" dirty="0">
              <a:solidFill>
                <a:sysClr val="windowText" lastClr="000000"/>
              </a:solidFill>
            </a:endParaRPr>
          </a:p>
        </p:txBody>
      </p:sp>
      <p:pic>
        <p:nvPicPr>
          <p:cNvPr id="11" name="Picture 10" descr="A person standing on a rooftop looking at a city&#10;&#10;AI-generated content may be incorrect.">
            <a:extLst>
              <a:ext uri="{FF2B5EF4-FFF2-40B4-BE49-F238E27FC236}">
                <a16:creationId xmlns:a16="http://schemas.microsoft.com/office/drawing/2014/main" id="{E482E156-E0DE-3BE7-F226-3F06E0200F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41343"/>
          <a:stretch>
            <a:fillRect/>
          </a:stretch>
        </p:blipFill>
        <p:spPr>
          <a:xfrm>
            <a:off x="6653605" y="864303"/>
            <a:ext cx="4352544" cy="5129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746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D3F9A-F76D-FF8B-F33C-2A8366E1F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Introducción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E7B83A-57D0-85AF-1D1B-5DD8A9DBA3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680096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CCDCD1-310A-7F38-60B9-CDE161013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>
                <a:solidFill>
                  <a:srgbClr val="EC0000"/>
                </a:solidFill>
              </a:rPr>
              <a:pPr/>
              <a:t>4</a:t>
            </a:fld>
            <a:endParaRPr lang="es-ES" dirty="0">
              <a:solidFill>
                <a:srgbClr val="EC0000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21346D-7104-D396-B51A-8100675DC69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s-ES" dirty="0"/>
              <a:t>Introducción</a:t>
            </a:r>
            <a:endParaRPr lang="es-E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9AA2781-02CA-984C-3DFC-078BC01E1842}"/>
              </a:ext>
            </a:extLst>
          </p:cNvPr>
          <p:cNvSpPr txBox="1"/>
          <p:nvPr/>
        </p:nvSpPr>
        <p:spPr>
          <a:xfrm>
            <a:off x="647785" y="1060478"/>
            <a:ext cx="10896431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chemeClr val="accent3"/>
                </a:solidFill>
              </a:rPr>
              <a:t>	Introducción:</a:t>
            </a:r>
          </a:p>
          <a:p>
            <a:endParaRPr lang="es-ES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/>
              <a:t>El modelo actual de </a:t>
            </a:r>
            <a:r>
              <a:rPr lang="es-ES" sz="1600" b="1" dirty="0"/>
              <a:t>BAU de nivel 1 </a:t>
            </a:r>
            <a:r>
              <a:rPr lang="es-ES" sz="1600" dirty="0"/>
              <a:t>se apoya en un alto volumen de </a:t>
            </a:r>
            <a:r>
              <a:rPr lang="es-ES" sz="1600" b="1" dirty="0"/>
              <a:t>actividades manuales</a:t>
            </a:r>
            <a:r>
              <a:rPr lang="es-ES" sz="1600" dirty="0"/>
              <a:t>, repetitivas y de bajo valor añadido.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/>
              <a:t>Este enfoque limita la </a:t>
            </a:r>
            <a:r>
              <a:rPr lang="es-ES" sz="1600" b="1" dirty="0"/>
              <a:t>eficiencia, escalabilidad y control operativo </a:t>
            </a:r>
            <a:r>
              <a:rPr lang="es-ES" sz="1600" dirty="0"/>
              <a:t>e incrementa el riesgo.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/>
              <a:t>La automatización se presenta como una </a:t>
            </a:r>
            <a:r>
              <a:rPr lang="es-ES" sz="1600" b="1" dirty="0"/>
              <a:t>palanca estratégica </a:t>
            </a:r>
            <a:r>
              <a:rPr lang="es-ES" sz="1600" dirty="0"/>
              <a:t>para evolucionar el modelo operativo sin impacto en el servicio.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s-ES" sz="1600" dirty="0"/>
          </a:p>
          <a:p>
            <a:pPr algn="just"/>
            <a:endParaRPr lang="es-ES" dirty="0"/>
          </a:p>
          <a:p>
            <a:pPr algn="just"/>
            <a:r>
              <a:rPr lang="es-ES" dirty="0">
                <a:solidFill>
                  <a:schemeClr val="accent5"/>
                </a:solidFill>
              </a:rPr>
              <a:t>	</a:t>
            </a:r>
            <a:r>
              <a:rPr lang="es-ES" sz="2400" dirty="0">
                <a:solidFill>
                  <a:schemeClr val="accent5"/>
                </a:solidFill>
              </a:rPr>
              <a:t>Objetivos:</a:t>
            </a:r>
          </a:p>
          <a:p>
            <a:pPr algn="just"/>
            <a:endParaRPr lang="es-ES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b="1" dirty="0"/>
              <a:t>Automatizar tareas operativas de nivel 1</a:t>
            </a:r>
            <a:r>
              <a:rPr lang="es-ES" sz="1600" dirty="0"/>
              <a:t>, para reducir la intervención manual.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/>
              <a:t>Optimizar el modelo BAU, liberando capacidad del equipo para actividades de mayor valor añadido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/>
              <a:t>Industrializar la ejecución con mayor control, trazabilidad y eficiencia</a:t>
            </a:r>
          </a:p>
          <a:p>
            <a:endParaRPr lang="es-ES" sz="1600" dirty="0"/>
          </a:p>
        </p:txBody>
      </p:sp>
      <p:pic>
        <p:nvPicPr>
          <p:cNvPr id="12" name="Gráfico 11" descr="Lluvia de ideas contorno">
            <a:extLst>
              <a:ext uri="{FF2B5EF4-FFF2-40B4-BE49-F238E27FC236}">
                <a16:creationId xmlns:a16="http://schemas.microsoft.com/office/drawing/2014/main" id="{8B098DF4-D20F-AC85-8B21-7B54F910AE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2745" y="746833"/>
            <a:ext cx="861190" cy="900000"/>
          </a:xfrm>
          <a:prstGeom prst="rect">
            <a:avLst/>
          </a:prstGeom>
        </p:spPr>
      </p:pic>
      <p:pic>
        <p:nvPicPr>
          <p:cNvPr id="5" name="Gráfico 4" descr="Diana contorno">
            <a:extLst>
              <a:ext uri="{FF2B5EF4-FFF2-40B4-BE49-F238E27FC236}">
                <a16:creationId xmlns:a16="http://schemas.microsoft.com/office/drawing/2014/main" id="{9C7FA0BB-F098-6D41-25F6-9AE59DE0D3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2745" y="3196591"/>
            <a:ext cx="861190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620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A4BA2-9500-EBD9-8894-C386CB7C9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504861-7F06-BA5E-0B75-9F303429E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>
                <a:solidFill>
                  <a:srgbClr val="EC0000"/>
                </a:solidFill>
              </a:rPr>
              <a:pPr/>
              <a:t>5</a:t>
            </a:fld>
            <a:endParaRPr lang="es-ES" dirty="0">
              <a:solidFill>
                <a:srgbClr val="EC0000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49A5F24-3EF7-504D-389D-B884FFF6E7E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s-ES" dirty="0"/>
              <a:t>Introducción 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| Beneficios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11FA077-D1F2-BFD1-270F-1A0FBAE5589A}"/>
              </a:ext>
            </a:extLst>
          </p:cNvPr>
          <p:cNvSpPr txBox="1"/>
          <p:nvPr/>
        </p:nvSpPr>
        <p:spPr>
          <a:xfrm>
            <a:off x="6178948" y="4016692"/>
            <a:ext cx="510379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i="1" dirty="0"/>
              <a:t>La automatización no es solo eficiencia operativa: es un paso clave hacia un modelo más robusto, escalable y alineado con la estrategia del banco.</a:t>
            </a:r>
          </a:p>
          <a:p>
            <a:pPr algn="ctr"/>
            <a:endParaRPr lang="es-ES" sz="1600" i="1" dirty="0"/>
          </a:p>
          <a:p>
            <a:pPr algn="ctr"/>
            <a:r>
              <a:rPr lang="es-ES" sz="1600" i="1" dirty="0"/>
              <a:t>Este proyecto transforma un coste operativo recurrente en una inversión estratégica, manteniendo la estabilidad del BAU y habilitando un modelo más escalable y sostenible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EFCE6F5-DCA7-33CA-17AE-E9769CE3ADF8}"/>
              </a:ext>
            </a:extLst>
          </p:cNvPr>
          <p:cNvSpPr txBox="1"/>
          <p:nvPr/>
        </p:nvSpPr>
        <p:spPr>
          <a:xfrm>
            <a:off x="366601" y="869074"/>
            <a:ext cx="5400000" cy="118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accent4"/>
                </a:solidFill>
              </a:rPr>
              <a:t>Optimización económica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Conversión de coste recurrente en </a:t>
            </a:r>
            <a:r>
              <a:rPr lang="es-ES" sz="1600" b="1" dirty="0"/>
              <a:t>inversión acotada </a:t>
            </a:r>
            <a:r>
              <a:rPr lang="es-ES" sz="1600" dirty="0"/>
              <a:t>y predecible.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Eliminación del gasto de 2 </a:t>
            </a:r>
            <a:r>
              <a:rPr lang="es-ES" sz="1600" dirty="0" err="1"/>
              <a:t>FTEs</a:t>
            </a:r>
            <a:r>
              <a:rPr lang="es-ES" sz="1600" dirty="0"/>
              <a:t> en modelo T&amp;M (12K/mes)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BE1A88E-8944-4396-B42E-79DC3307FA7D}"/>
              </a:ext>
            </a:extLst>
          </p:cNvPr>
          <p:cNvSpPr txBox="1"/>
          <p:nvPr/>
        </p:nvSpPr>
        <p:spPr>
          <a:xfrm>
            <a:off x="6117931" y="869074"/>
            <a:ext cx="5400000" cy="118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accent5"/>
                </a:solidFill>
              </a:rPr>
              <a:t>Sin impacto en la operación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La </a:t>
            </a:r>
            <a:r>
              <a:rPr lang="es-ES" sz="1600" b="1" dirty="0"/>
              <a:t>operativa</a:t>
            </a:r>
            <a:r>
              <a:rPr lang="es-ES" sz="1600" dirty="0"/>
              <a:t> </a:t>
            </a:r>
            <a:r>
              <a:rPr lang="es-ES" sz="1600" b="1" dirty="0"/>
              <a:t>BAU</a:t>
            </a:r>
            <a:r>
              <a:rPr lang="es-ES" sz="1600" dirty="0"/>
              <a:t> se mantiene </a:t>
            </a:r>
            <a:r>
              <a:rPr lang="es-ES" sz="1600" b="1" dirty="0"/>
              <a:t>estable.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La automatización se desarrolla en paralelo, sin riesgo para el servicio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33812F8-5EC6-302E-43E0-DE288565D8CE}"/>
              </a:ext>
            </a:extLst>
          </p:cNvPr>
          <p:cNvSpPr txBox="1"/>
          <p:nvPr/>
        </p:nvSpPr>
        <p:spPr>
          <a:xfrm>
            <a:off x="366601" y="2415665"/>
            <a:ext cx="5400000" cy="1404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accent3"/>
                </a:solidFill>
              </a:rPr>
              <a:t>Escalabilidad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Capacidad para </a:t>
            </a:r>
            <a:r>
              <a:rPr lang="es-ES" sz="1600" b="1" dirty="0"/>
              <a:t>absorber nuevas geografías </a:t>
            </a:r>
            <a:r>
              <a:rPr lang="es-ES" sz="1600" dirty="0"/>
              <a:t>y mayores volúmenes sin incrementar equipo.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El modelo deja de escalar por personas y pasa a escalar por </a:t>
            </a:r>
            <a:r>
              <a:rPr lang="es-ES" sz="1600" b="1" dirty="0"/>
              <a:t>capacidad tecnológica.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98D8731-0DEF-EFD0-4481-E12913E1D44F}"/>
              </a:ext>
            </a:extLst>
          </p:cNvPr>
          <p:cNvSpPr txBox="1"/>
          <p:nvPr/>
        </p:nvSpPr>
        <p:spPr>
          <a:xfrm>
            <a:off x="366601" y="4208480"/>
            <a:ext cx="5400000" cy="118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accent2"/>
                </a:solidFill>
              </a:rPr>
              <a:t>Modelo sostenible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Arquitectura de solución optimizada y reutilizable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Base sólida para futuras automatizaciones y mejora continua.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397B710-745A-7046-1260-AD619A62920C}"/>
              </a:ext>
            </a:extLst>
          </p:cNvPr>
          <p:cNvSpPr txBox="1"/>
          <p:nvPr/>
        </p:nvSpPr>
        <p:spPr>
          <a:xfrm>
            <a:off x="6117931" y="2415667"/>
            <a:ext cx="5400000" cy="118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tx2"/>
                </a:solidFill>
              </a:rPr>
              <a:t>Flexibilidad operativa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Reducción dependencia modelo Time and Material.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Mayor capacidad de adaptación ante cambios de volumen y prioridades.</a:t>
            </a:r>
          </a:p>
        </p:txBody>
      </p:sp>
    </p:spTree>
    <p:extLst>
      <p:ext uri="{BB962C8B-B14F-4D97-AF65-F5344CB8AC3E}">
        <p14:creationId xmlns:p14="http://schemas.microsoft.com/office/powerpoint/2010/main" val="1555084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CCDCD1-310A-7F38-60B9-CDE161013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>
                <a:solidFill>
                  <a:srgbClr val="EC0000"/>
                </a:solidFill>
              </a:rPr>
              <a:pPr/>
              <a:t>6</a:t>
            </a:fld>
            <a:endParaRPr lang="es-ES" dirty="0">
              <a:solidFill>
                <a:srgbClr val="EC0000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21346D-7104-D396-B51A-8100675DC69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s-ES" dirty="0"/>
              <a:t>Introducción 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| Componentes involucrados</a:t>
            </a:r>
          </a:p>
        </p:txBody>
      </p:sp>
      <p:grpSp>
        <p:nvGrpSpPr>
          <p:cNvPr id="29" name="Grupo 18">
            <a:extLst>
              <a:ext uri="{FF2B5EF4-FFF2-40B4-BE49-F238E27FC236}">
                <a16:creationId xmlns:a16="http://schemas.microsoft.com/office/drawing/2014/main" id="{D49F287A-DEF5-7B43-6EBA-6E5E6C108570}"/>
              </a:ext>
            </a:extLst>
          </p:cNvPr>
          <p:cNvGrpSpPr/>
          <p:nvPr/>
        </p:nvGrpSpPr>
        <p:grpSpPr>
          <a:xfrm>
            <a:off x="4487278" y="6094184"/>
            <a:ext cx="962223" cy="230832"/>
            <a:chOff x="1753193" y="1905296"/>
            <a:chExt cx="962223" cy="230832"/>
          </a:xfrm>
        </p:grpSpPr>
        <p:cxnSp>
          <p:nvCxnSpPr>
            <p:cNvPr id="30" name="Conector recto de flecha 10">
              <a:extLst>
                <a:ext uri="{FF2B5EF4-FFF2-40B4-BE49-F238E27FC236}">
                  <a16:creationId xmlns:a16="http://schemas.microsoft.com/office/drawing/2014/main" id="{EE229613-CFCE-4659-82CD-2CDF6073AC4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33193" y="1840712"/>
              <a:ext cx="0" cy="360000"/>
            </a:xfrm>
            <a:prstGeom prst="straightConnector1">
              <a:avLst/>
            </a:prstGeom>
            <a:ln w="19050">
              <a:solidFill>
                <a:schemeClr val="accent1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CuadroTexto 116">
              <a:extLst>
                <a:ext uri="{FF2B5EF4-FFF2-40B4-BE49-F238E27FC236}">
                  <a16:creationId xmlns:a16="http://schemas.microsoft.com/office/drawing/2014/main" id="{D7B90510-7EA4-AD51-E48D-BF5913FB2DF2}"/>
                </a:ext>
              </a:extLst>
            </p:cNvPr>
            <p:cNvSpPr txBox="1"/>
            <p:nvPr/>
          </p:nvSpPr>
          <p:spPr>
            <a:xfrm>
              <a:off x="2113193" y="1905296"/>
              <a:ext cx="60222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900" dirty="0">
                  <a:latin typeface="Santander Text" panose="020B0504020201020104" pitchFamily="34" charset="0"/>
                </a:rPr>
                <a:t>Eventos</a:t>
              </a:r>
            </a:p>
          </p:txBody>
        </p:sp>
      </p:grpSp>
      <p:grpSp>
        <p:nvGrpSpPr>
          <p:cNvPr id="32" name="Grupo 17">
            <a:extLst>
              <a:ext uri="{FF2B5EF4-FFF2-40B4-BE49-F238E27FC236}">
                <a16:creationId xmlns:a16="http://schemas.microsoft.com/office/drawing/2014/main" id="{8A3E7F26-343C-3873-E496-630E158593C1}"/>
              </a:ext>
            </a:extLst>
          </p:cNvPr>
          <p:cNvGrpSpPr/>
          <p:nvPr/>
        </p:nvGrpSpPr>
        <p:grpSpPr>
          <a:xfrm>
            <a:off x="4487278" y="6286129"/>
            <a:ext cx="846801" cy="230832"/>
            <a:chOff x="1753193" y="2054678"/>
            <a:chExt cx="846801" cy="230832"/>
          </a:xfrm>
        </p:grpSpPr>
        <p:cxnSp>
          <p:nvCxnSpPr>
            <p:cNvPr id="33" name="Conector recto de flecha 115">
              <a:extLst>
                <a:ext uri="{FF2B5EF4-FFF2-40B4-BE49-F238E27FC236}">
                  <a16:creationId xmlns:a16="http://schemas.microsoft.com/office/drawing/2014/main" id="{E2092CCC-DC36-6199-FD95-B99896D5219A}"/>
                </a:ext>
              </a:extLst>
            </p:cNvPr>
            <p:cNvCxnSpPr/>
            <p:nvPr/>
          </p:nvCxnSpPr>
          <p:spPr>
            <a:xfrm>
              <a:off x="1753193" y="2170094"/>
              <a:ext cx="36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CuadroTexto 117">
              <a:extLst>
                <a:ext uri="{FF2B5EF4-FFF2-40B4-BE49-F238E27FC236}">
                  <a16:creationId xmlns:a16="http://schemas.microsoft.com/office/drawing/2014/main" id="{E626662B-990E-E8EF-AA72-B85A289D7340}"/>
                </a:ext>
              </a:extLst>
            </p:cNvPr>
            <p:cNvSpPr txBox="1"/>
            <p:nvPr/>
          </p:nvSpPr>
          <p:spPr>
            <a:xfrm>
              <a:off x="2113193" y="2054678"/>
              <a:ext cx="48680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900" dirty="0">
                  <a:latin typeface="Santander Text" panose="020B0504020201020104" pitchFamily="34" charset="0"/>
                </a:rPr>
                <a:t>Datos</a:t>
              </a:r>
            </a:p>
          </p:txBody>
        </p:sp>
      </p:grpSp>
      <p:grpSp>
        <p:nvGrpSpPr>
          <p:cNvPr id="35" name="Grupo 16">
            <a:extLst>
              <a:ext uri="{FF2B5EF4-FFF2-40B4-BE49-F238E27FC236}">
                <a16:creationId xmlns:a16="http://schemas.microsoft.com/office/drawing/2014/main" id="{92454DDA-59EE-A6EF-900B-AD9CE60710AE}"/>
              </a:ext>
            </a:extLst>
          </p:cNvPr>
          <p:cNvGrpSpPr/>
          <p:nvPr/>
        </p:nvGrpSpPr>
        <p:grpSpPr>
          <a:xfrm>
            <a:off x="4487278" y="6478074"/>
            <a:ext cx="1411868" cy="230832"/>
            <a:chOff x="1738780" y="2207256"/>
            <a:chExt cx="1411868" cy="230832"/>
          </a:xfrm>
        </p:grpSpPr>
        <p:sp>
          <p:nvSpPr>
            <p:cNvPr id="36" name="Rectángulo: esquinas redondeadas 51">
              <a:extLst>
                <a:ext uri="{FF2B5EF4-FFF2-40B4-BE49-F238E27FC236}">
                  <a16:creationId xmlns:a16="http://schemas.microsoft.com/office/drawing/2014/main" id="{05B3BBF9-6C94-38C7-E0C0-F764F7D4073D}"/>
                </a:ext>
              </a:extLst>
            </p:cNvPr>
            <p:cNvSpPr/>
            <p:nvPr/>
          </p:nvSpPr>
          <p:spPr>
            <a:xfrm>
              <a:off x="1738780" y="2230745"/>
              <a:ext cx="374413" cy="183854"/>
            </a:xfrm>
            <a:prstGeom prst="roundRect">
              <a:avLst>
                <a:gd name="adj" fmla="val 32708"/>
              </a:avLst>
            </a:prstGeom>
            <a:pattFill prst="wdUpDiag">
              <a:fgClr>
                <a:schemeClr val="accent5">
                  <a:lumMod val="40000"/>
                  <a:lumOff val="60000"/>
                </a:schemeClr>
              </a:fgClr>
              <a:bgClr>
                <a:schemeClr val="bg1"/>
              </a:bgClr>
            </a:patt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defRPr/>
              </a:pPr>
              <a:endParaRPr lang="es-ES" sz="1100" b="1" dirty="0">
                <a:solidFill>
                  <a:prstClr val="black"/>
                </a:solidFill>
                <a:latin typeface="Santander Text" panose="020B0504020201020104"/>
              </a:endParaRPr>
            </a:p>
          </p:txBody>
        </p:sp>
        <p:sp>
          <p:nvSpPr>
            <p:cNvPr id="37" name="CuadroTexto 272">
              <a:extLst>
                <a:ext uri="{FF2B5EF4-FFF2-40B4-BE49-F238E27FC236}">
                  <a16:creationId xmlns:a16="http://schemas.microsoft.com/office/drawing/2014/main" id="{162AC766-EF34-1A23-D976-9531F9A167D7}"/>
                </a:ext>
              </a:extLst>
            </p:cNvPr>
            <p:cNvSpPr txBox="1"/>
            <p:nvPr/>
          </p:nvSpPr>
          <p:spPr>
            <a:xfrm>
              <a:off x="2116718" y="2207256"/>
              <a:ext cx="103393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900" dirty="0">
                  <a:latin typeface="Santander Text" panose="020B0504020201020104" pitchFamily="34" charset="0"/>
                </a:rPr>
                <a:t>Sin </a:t>
              </a:r>
              <a:r>
                <a:rPr lang="es-ES" sz="900" dirty="0" err="1">
                  <a:latin typeface="Santander Text" panose="020B0504020201020104" pitchFamily="34" charset="0"/>
                </a:rPr>
                <a:t>disponibilizar</a:t>
              </a:r>
              <a:endParaRPr lang="es-ES" sz="900" dirty="0">
                <a:latin typeface="Santander Text" panose="020B0504020201020104" pitchFamily="34" charset="0"/>
              </a:endParaRPr>
            </a:p>
          </p:txBody>
        </p:sp>
      </p:grpSp>
      <p:grpSp>
        <p:nvGrpSpPr>
          <p:cNvPr id="38" name="Grupo 128">
            <a:extLst>
              <a:ext uri="{FF2B5EF4-FFF2-40B4-BE49-F238E27FC236}">
                <a16:creationId xmlns:a16="http://schemas.microsoft.com/office/drawing/2014/main" id="{F6912A75-E328-59D4-CA99-D8DC84A9A7C1}"/>
              </a:ext>
            </a:extLst>
          </p:cNvPr>
          <p:cNvGrpSpPr/>
          <p:nvPr/>
        </p:nvGrpSpPr>
        <p:grpSpPr>
          <a:xfrm>
            <a:off x="5932653" y="6094186"/>
            <a:ext cx="1619696" cy="230832"/>
            <a:chOff x="1753193" y="2054678"/>
            <a:chExt cx="1619696" cy="230832"/>
          </a:xfrm>
        </p:grpSpPr>
        <p:cxnSp>
          <p:nvCxnSpPr>
            <p:cNvPr id="39" name="Conector recto de flecha 129">
              <a:extLst>
                <a:ext uri="{FF2B5EF4-FFF2-40B4-BE49-F238E27FC236}">
                  <a16:creationId xmlns:a16="http://schemas.microsoft.com/office/drawing/2014/main" id="{97EC095D-800D-00EF-35D0-AB371A79D75C}"/>
                </a:ext>
              </a:extLst>
            </p:cNvPr>
            <p:cNvCxnSpPr/>
            <p:nvPr/>
          </p:nvCxnSpPr>
          <p:spPr>
            <a:xfrm>
              <a:off x="1753193" y="2170094"/>
              <a:ext cx="360000" cy="0"/>
            </a:xfrm>
            <a:prstGeom prst="straightConnector1">
              <a:avLst/>
            </a:prstGeom>
            <a:ln w="19050">
              <a:solidFill>
                <a:srgbClr val="00B0F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CuadroTexto 131">
              <a:extLst>
                <a:ext uri="{FF2B5EF4-FFF2-40B4-BE49-F238E27FC236}">
                  <a16:creationId xmlns:a16="http://schemas.microsoft.com/office/drawing/2014/main" id="{818EFB84-BB29-7654-2587-33EBE2EAE981}"/>
                </a:ext>
              </a:extLst>
            </p:cNvPr>
            <p:cNvSpPr txBox="1"/>
            <p:nvPr/>
          </p:nvSpPr>
          <p:spPr>
            <a:xfrm>
              <a:off x="2113193" y="2054678"/>
              <a:ext cx="125969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900" dirty="0">
                  <a:latin typeface="Santander Text" panose="020B0504020201020104" pitchFamily="34" charset="0"/>
                </a:rPr>
                <a:t>Azure (</a:t>
              </a:r>
              <a:r>
                <a:rPr lang="es-ES" sz="900" dirty="0" err="1">
                  <a:latin typeface="Santander Text" panose="020B0504020201020104" pitchFamily="34" charset="0"/>
                </a:rPr>
                <a:t>Public</a:t>
              </a:r>
              <a:r>
                <a:rPr lang="es-ES" sz="900" dirty="0">
                  <a:latin typeface="Santander Text" panose="020B0504020201020104" pitchFamily="34" charset="0"/>
                </a:rPr>
                <a:t> Cloud) </a:t>
              </a:r>
            </a:p>
          </p:txBody>
        </p:sp>
      </p:grpSp>
      <p:grpSp>
        <p:nvGrpSpPr>
          <p:cNvPr id="41" name="Grupo 132">
            <a:extLst>
              <a:ext uri="{FF2B5EF4-FFF2-40B4-BE49-F238E27FC236}">
                <a16:creationId xmlns:a16="http://schemas.microsoft.com/office/drawing/2014/main" id="{33A41209-2C25-58B1-1D55-D9FE492D1AF5}"/>
              </a:ext>
            </a:extLst>
          </p:cNvPr>
          <p:cNvGrpSpPr/>
          <p:nvPr/>
        </p:nvGrpSpPr>
        <p:grpSpPr>
          <a:xfrm>
            <a:off x="5932653" y="6286131"/>
            <a:ext cx="1583695" cy="230832"/>
            <a:chOff x="1753193" y="2054678"/>
            <a:chExt cx="1583695" cy="230832"/>
          </a:xfrm>
        </p:grpSpPr>
        <p:cxnSp>
          <p:nvCxnSpPr>
            <p:cNvPr id="42" name="Conector recto de flecha 133">
              <a:extLst>
                <a:ext uri="{FF2B5EF4-FFF2-40B4-BE49-F238E27FC236}">
                  <a16:creationId xmlns:a16="http://schemas.microsoft.com/office/drawing/2014/main" id="{4F892117-EE44-C7D9-C16A-89627A5A4B3F}"/>
                </a:ext>
              </a:extLst>
            </p:cNvPr>
            <p:cNvCxnSpPr/>
            <p:nvPr/>
          </p:nvCxnSpPr>
          <p:spPr>
            <a:xfrm>
              <a:off x="1753193" y="2170094"/>
              <a:ext cx="360000" cy="0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CuadroTexto 134">
              <a:extLst>
                <a:ext uri="{FF2B5EF4-FFF2-40B4-BE49-F238E27FC236}">
                  <a16:creationId xmlns:a16="http://schemas.microsoft.com/office/drawing/2014/main" id="{0065F348-B0C5-95DC-64A4-E93D0804E86A}"/>
                </a:ext>
              </a:extLst>
            </p:cNvPr>
            <p:cNvSpPr txBox="1"/>
            <p:nvPr/>
          </p:nvSpPr>
          <p:spPr>
            <a:xfrm>
              <a:off x="2113193" y="2054678"/>
              <a:ext cx="12236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900" dirty="0">
                  <a:latin typeface="Santander Text" panose="020B0504020201020104" pitchFamily="34" charset="0"/>
                </a:rPr>
                <a:t>OHE (</a:t>
              </a:r>
              <a:r>
                <a:rPr lang="es-ES" sz="900" dirty="0" err="1">
                  <a:latin typeface="Santander Text" panose="020B0504020201020104" pitchFamily="34" charset="0"/>
                </a:rPr>
                <a:t>Private</a:t>
              </a:r>
              <a:r>
                <a:rPr lang="es-ES" sz="900" dirty="0">
                  <a:latin typeface="Santander Text" panose="020B0504020201020104" pitchFamily="34" charset="0"/>
                </a:rPr>
                <a:t> Cloud)</a:t>
              </a:r>
            </a:p>
          </p:txBody>
        </p:sp>
      </p:grpSp>
      <p:grpSp>
        <p:nvGrpSpPr>
          <p:cNvPr id="44" name="Grupo 135">
            <a:extLst>
              <a:ext uri="{FF2B5EF4-FFF2-40B4-BE49-F238E27FC236}">
                <a16:creationId xmlns:a16="http://schemas.microsoft.com/office/drawing/2014/main" id="{67BAAC9F-A706-31DD-B94F-BA9997FFEE92}"/>
              </a:ext>
            </a:extLst>
          </p:cNvPr>
          <p:cNvGrpSpPr/>
          <p:nvPr/>
        </p:nvGrpSpPr>
        <p:grpSpPr>
          <a:xfrm>
            <a:off x="5932653" y="6478074"/>
            <a:ext cx="1583695" cy="230832"/>
            <a:chOff x="1753193" y="2054678"/>
            <a:chExt cx="1583695" cy="230832"/>
          </a:xfrm>
        </p:grpSpPr>
        <p:cxnSp>
          <p:nvCxnSpPr>
            <p:cNvPr id="45" name="Conector recto de flecha 136">
              <a:extLst>
                <a:ext uri="{FF2B5EF4-FFF2-40B4-BE49-F238E27FC236}">
                  <a16:creationId xmlns:a16="http://schemas.microsoft.com/office/drawing/2014/main" id="{CC62AF45-251F-8317-70A7-97D030B164F4}"/>
                </a:ext>
              </a:extLst>
            </p:cNvPr>
            <p:cNvCxnSpPr/>
            <p:nvPr/>
          </p:nvCxnSpPr>
          <p:spPr>
            <a:xfrm>
              <a:off x="1753193" y="2170094"/>
              <a:ext cx="360000" cy="0"/>
            </a:xfrm>
            <a:prstGeom prst="straightConnector1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CuadroTexto 138">
              <a:extLst>
                <a:ext uri="{FF2B5EF4-FFF2-40B4-BE49-F238E27FC236}">
                  <a16:creationId xmlns:a16="http://schemas.microsoft.com/office/drawing/2014/main" id="{0D4184C7-D707-BD7B-FDAF-5FBFA853E59D}"/>
                </a:ext>
              </a:extLst>
            </p:cNvPr>
            <p:cNvSpPr txBox="1"/>
            <p:nvPr/>
          </p:nvSpPr>
          <p:spPr>
            <a:xfrm>
              <a:off x="2113193" y="2054678"/>
              <a:ext cx="12236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900" dirty="0">
                  <a:latin typeface="Santander Text" panose="020B0504020201020104" pitchFamily="34" charset="0"/>
                </a:rPr>
                <a:t>AWS (</a:t>
              </a:r>
              <a:r>
                <a:rPr lang="es-ES" sz="900" dirty="0" err="1">
                  <a:latin typeface="Santander Text" panose="020B0504020201020104" pitchFamily="34" charset="0"/>
                </a:rPr>
                <a:t>Public</a:t>
              </a:r>
              <a:r>
                <a:rPr lang="es-ES" sz="900" dirty="0">
                  <a:latin typeface="Santander Text" panose="020B0504020201020104" pitchFamily="34" charset="0"/>
                </a:rPr>
                <a:t> Cloud)</a:t>
              </a:r>
            </a:p>
          </p:txBody>
        </p:sp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79D270BF-D481-7DE7-F336-2D85A0CA3E8B}"/>
              </a:ext>
            </a:extLst>
          </p:cNvPr>
          <p:cNvGrpSpPr/>
          <p:nvPr/>
        </p:nvGrpSpPr>
        <p:grpSpPr>
          <a:xfrm>
            <a:off x="979210" y="1100914"/>
            <a:ext cx="10233581" cy="4656171"/>
            <a:chOff x="1779210" y="1589195"/>
            <a:chExt cx="8785980" cy="3997528"/>
          </a:xfrm>
        </p:grpSpPr>
        <p:sp>
          <p:nvSpPr>
            <p:cNvPr id="47" name="Rectángulo: esquinas redondeadas 51">
              <a:extLst>
                <a:ext uri="{FF2B5EF4-FFF2-40B4-BE49-F238E27FC236}">
                  <a16:creationId xmlns:a16="http://schemas.microsoft.com/office/drawing/2014/main" id="{8057AF53-D6C7-531E-1BD9-A27E1A0FDD51}"/>
                </a:ext>
              </a:extLst>
            </p:cNvPr>
            <p:cNvSpPr/>
            <p:nvPr/>
          </p:nvSpPr>
          <p:spPr>
            <a:xfrm>
              <a:off x="3130241" y="2276600"/>
              <a:ext cx="7281488" cy="319642"/>
            </a:xfrm>
            <a:prstGeom prst="roundRect">
              <a:avLst/>
            </a:prstGeom>
            <a:solidFill>
              <a:schemeClr val="bg1"/>
            </a:solidFill>
            <a:ln w="19050">
              <a:gradFill>
                <a:gsLst>
                  <a:gs pos="50000">
                    <a:schemeClr val="accent1"/>
                  </a:gs>
                  <a:gs pos="50000">
                    <a:srgbClr val="00B0F0"/>
                  </a:gs>
                </a:gsLst>
                <a:lin ang="5400000" scaled="0"/>
              </a:gra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defRPr/>
              </a:pPr>
              <a:r>
                <a:rPr lang="es-ES" sz="1100" b="1" dirty="0">
                  <a:solidFill>
                    <a:prstClr val="black"/>
                  </a:solidFill>
                  <a:latin typeface="Santander Text" panose="020B0504020201020104"/>
                </a:rPr>
                <a:t>Integration Layer</a:t>
              </a:r>
            </a:p>
          </p:txBody>
        </p:sp>
        <p:cxnSp>
          <p:nvCxnSpPr>
            <p:cNvPr id="48" name="Conector recto de flecha 10">
              <a:extLst>
                <a:ext uri="{FF2B5EF4-FFF2-40B4-BE49-F238E27FC236}">
                  <a16:creationId xmlns:a16="http://schemas.microsoft.com/office/drawing/2014/main" id="{A6CC95BF-3EC3-7B48-D2BA-4C682D48BB26}"/>
                </a:ext>
              </a:extLst>
            </p:cNvPr>
            <p:cNvCxnSpPr>
              <a:cxnSpLocks/>
              <a:stCxn id="47" idx="1"/>
              <a:endCxn id="137" idx="0"/>
            </p:cNvCxnSpPr>
            <p:nvPr/>
          </p:nvCxnSpPr>
          <p:spPr>
            <a:xfrm rot="10800000" flipV="1">
              <a:off x="2199771" y="2436420"/>
              <a:ext cx="930470" cy="481639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de flecha 10">
              <a:extLst>
                <a:ext uri="{FF2B5EF4-FFF2-40B4-BE49-F238E27FC236}">
                  <a16:creationId xmlns:a16="http://schemas.microsoft.com/office/drawing/2014/main" id="{F99ABD34-01D0-61DF-578F-9785ACB576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17707" y="2604840"/>
              <a:ext cx="620" cy="305808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Rectángulo: esquinas redondeadas 145">
              <a:extLst>
                <a:ext uri="{FF2B5EF4-FFF2-40B4-BE49-F238E27FC236}">
                  <a16:creationId xmlns:a16="http://schemas.microsoft.com/office/drawing/2014/main" id="{F0671378-53DC-C62C-A696-5C82354E243A}"/>
                </a:ext>
              </a:extLst>
            </p:cNvPr>
            <p:cNvSpPr/>
            <p:nvPr/>
          </p:nvSpPr>
          <p:spPr>
            <a:xfrm>
              <a:off x="2962415" y="2835124"/>
              <a:ext cx="7602775" cy="2060573"/>
            </a:xfrm>
            <a:prstGeom prst="roundRect">
              <a:avLst>
                <a:gd name="adj" fmla="val 7689"/>
              </a:avLst>
            </a:prstGeom>
            <a:noFill/>
            <a:ln w="19050">
              <a:solidFill>
                <a:srgbClr val="00B0F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1200" b="1" dirty="0">
                <a:solidFill>
                  <a:prstClr val="black"/>
                </a:solidFill>
                <a:latin typeface="Santander Text" panose="020B0504020201020104"/>
              </a:endParaRPr>
            </a:p>
          </p:txBody>
        </p:sp>
        <p:cxnSp>
          <p:nvCxnSpPr>
            <p:cNvPr id="51" name="Conector recto de flecha 150">
              <a:extLst>
                <a:ext uri="{FF2B5EF4-FFF2-40B4-BE49-F238E27FC236}">
                  <a16:creationId xmlns:a16="http://schemas.microsoft.com/office/drawing/2014/main" id="{40DDE9FE-9CB2-28B8-BE18-D9277A38C84F}"/>
                </a:ext>
              </a:extLst>
            </p:cNvPr>
            <p:cNvCxnSpPr/>
            <p:nvPr/>
          </p:nvCxnSpPr>
          <p:spPr>
            <a:xfrm>
              <a:off x="8928750" y="3864985"/>
              <a:ext cx="504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ectángulo: esquinas redondeadas 129">
              <a:extLst>
                <a:ext uri="{FF2B5EF4-FFF2-40B4-BE49-F238E27FC236}">
                  <a16:creationId xmlns:a16="http://schemas.microsoft.com/office/drawing/2014/main" id="{71F47198-33F0-25D3-E446-E4F69544F3A8}"/>
                </a:ext>
              </a:extLst>
            </p:cNvPr>
            <p:cNvSpPr/>
            <p:nvPr/>
          </p:nvSpPr>
          <p:spPr>
            <a:xfrm>
              <a:off x="4359839" y="5122895"/>
              <a:ext cx="1368000" cy="46382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6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s-ES" sz="1050" b="1" dirty="0">
                  <a:solidFill>
                    <a:prstClr val="black"/>
                  </a:solidFill>
                  <a:latin typeface="Santander Text" panose="020B0504020201020104"/>
                </a:rPr>
                <a:t>Monitorización funcional (DEVO)</a:t>
              </a:r>
            </a:p>
          </p:txBody>
        </p:sp>
        <p:cxnSp>
          <p:nvCxnSpPr>
            <p:cNvPr id="53" name="Conector recto de flecha 10">
              <a:extLst>
                <a:ext uri="{FF2B5EF4-FFF2-40B4-BE49-F238E27FC236}">
                  <a16:creationId xmlns:a16="http://schemas.microsoft.com/office/drawing/2014/main" id="{E04CD2E8-C9E6-03AA-6A9D-AC3A9CEEFEAC}"/>
                </a:ext>
              </a:extLst>
            </p:cNvPr>
            <p:cNvCxnSpPr>
              <a:cxnSpLocks/>
            </p:cNvCxnSpPr>
            <p:nvPr/>
          </p:nvCxnSpPr>
          <p:spPr>
            <a:xfrm>
              <a:off x="5040903" y="4893860"/>
              <a:ext cx="0" cy="216000"/>
            </a:xfrm>
            <a:prstGeom prst="straightConnector1">
              <a:avLst/>
            </a:prstGeom>
            <a:ln w="19050">
              <a:solidFill>
                <a:schemeClr val="accent1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Rectángulo: esquinas redondeadas 129">
              <a:extLst>
                <a:ext uri="{FF2B5EF4-FFF2-40B4-BE49-F238E27FC236}">
                  <a16:creationId xmlns:a16="http://schemas.microsoft.com/office/drawing/2014/main" id="{5BF90CC6-BFA4-4407-C32A-B83B69F48A3B}"/>
                </a:ext>
              </a:extLst>
            </p:cNvPr>
            <p:cNvSpPr/>
            <p:nvPr/>
          </p:nvSpPr>
          <p:spPr>
            <a:xfrm>
              <a:off x="7805644" y="5121594"/>
              <a:ext cx="1368000" cy="463828"/>
            </a:xfrm>
            <a:prstGeom prst="roundRect">
              <a:avLst/>
            </a:prstGeom>
            <a:solidFill>
              <a:schemeClr val="bg1"/>
            </a:solidFill>
            <a:ln w="19050">
              <a:gradFill>
                <a:gsLst>
                  <a:gs pos="50000">
                    <a:schemeClr val="accent1"/>
                  </a:gs>
                  <a:gs pos="50000">
                    <a:srgbClr val="00B0F0"/>
                  </a:gs>
                </a:gsLst>
                <a:lin ang="10800000" scaled="0"/>
              </a:gra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s-ES" sz="1050" b="1" dirty="0">
                  <a:solidFill>
                    <a:prstClr val="black"/>
                  </a:solidFill>
                </a:rPr>
                <a:t>Monitorización</a:t>
              </a:r>
            </a:p>
            <a:p>
              <a:pPr algn="ctr">
                <a:defRPr/>
              </a:pPr>
              <a:r>
                <a:rPr lang="es-ES" sz="1050" b="1" dirty="0">
                  <a:solidFill>
                    <a:prstClr val="black"/>
                  </a:solidFill>
                </a:rPr>
                <a:t>técnica (</a:t>
              </a:r>
              <a:r>
                <a:rPr lang="es-ES" sz="1050" b="1" dirty="0" err="1">
                  <a:solidFill>
                    <a:prstClr val="black"/>
                  </a:solidFill>
                </a:rPr>
                <a:t>Dynatrace</a:t>
              </a:r>
              <a:r>
                <a:rPr lang="es-ES" sz="1050" b="1" dirty="0">
                  <a:solidFill>
                    <a:prstClr val="black"/>
                  </a:solidFill>
                </a:rPr>
                <a:t>)</a:t>
              </a:r>
            </a:p>
          </p:txBody>
        </p:sp>
        <p:cxnSp>
          <p:nvCxnSpPr>
            <p:cNvPr id="55" name="Conector recto de flecha 10">
              <a:extLst>
                <a:ext uri="{FF2B5EF4-FFF2-40B4-BE49-F238E27FC236}">
                  <a16:creationId xmlns:a16="http://schemas.microsoft.com/office/drawing/2014/main" id="{43632C5B-149E-5869-7592-1097F1790201}"/>
                </a:ext>
              </a:extLst>
            </p:cNvPr>
            <p:cNvCxnSpPr>
              <a:cxnSpLocks/>
            </p:cNvCxnSpPr>
            <p:nvPr/>
          </p:nvCxnSpPr>
          <p:spPr>
            <a:xfrm>
              <a:off x="8486702" y="4894598"/>
              <a:ext cx="0" cy="216000"/>
            </a:xfrm>
            <a:prstGeom prst="straightConnector1">
              <a:avLst/>
            </a:prstGeom>
            <a:ln w="19050">
              <a:solidFill>
                <a:schemeClr val="accent1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cto de flecha 10">
              <a:extLst>
                <a:ext uri="{FF2B5EF4-FFF2-40B4-BE49-F238E27FC236}">
                  <a16:creationId xmlns:a16="http://schemas.microsoft.com/office/drawing/2014/main" id="{E470A546-1F89-348D-0797-9FBECEA893EC}"/>
                </a:ext>
              </a:extLst>
            </p:cNvPr>
            <p:cNvCxnSpPr>
              <a:cxnSpLocks/>
            </p:cNvCxnSpPr>
            <p:nvPr/>
          </p:nvCxnSpPr>
          <p:spPr>
            <a:xfrm>
              <a:off x="5101863" y="2604840"/>
              <a:ext cx="0" cy="234000"/>
            </a:xfrm>
            <a:prstGeom prst="straightConnector1">
              <a:avLst/>
            </a:prstGeom>
            <a:ln w="19050">
              <a:solidFill>
                <a:schemeClr val="accent1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recto de flecha 10">
              <a:extLst>
                <a:ext uri="{FF2B5EF4-FFF2-40B4-BE49-F238E27FC236}">
                  <a16:creationId xmlns:a16="http://schemas.microsoft.com/office/drawing/2014/main" id="{82C6F53C-0EE3-D603-B20F-EE82D605A86E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8425472" y="2602080"/>
              <a:ext cx="0" cy="234000"/>
            </a:xfrm>
            <a:prstGeom prst="straightConnector1">
              <a:avLst/>
            </a:prstGeom>
            <a:ln w="19050">
              <a:solidFill>
                <a:schemeClr val="accent1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ectángulo: esquinas redondeadas 51">
              <a:extLst>
                <a:ext uri="{FF2B5EF4-FFF2-40B4-BE49-F238E27FC236}">
                  <a16:creationId xmlns:a16="http://schemas.microsoft.com/office/drawing/2014/main" id="{6F40C4CB-B340-5071-39C7-23E4DAB4C267}"/>
                </a:ext>
              </a:extLst>
            </p:cNvPr>
            <p:cNvSpPr/>
            <p:nvPr/>
          </p:nvSpPr>
          <p:spPr>
            <a:xfrm>
              <a:off x="8065157" y="2907018"/>
              <a:ext cx="866110" cy="1904938"/>
            </a:xfrm>
            <a:prstGeom prst="roundRect">
              <a:avLst>
                <a:gd name="adj" fmla="val 32708"/>
              </a:avLst>
            </a:prstGeom>
            <a:pattFill prst="wdUpDiag">
              <a:fgClr>
                <a:schemeClr val="accent5">
                  <a:lumMod val="40000"/>
                  <a:lumOff val="60000"/>
                </a:schemeClr>
              </a:fgClr>
              <a:bgClr>
                <a:schemeClr val="bg1"/>
              </a:bgClr>
            </a:pattFill>
            <a:ln w="19050">
              <a:solidFill>
                <a:srgbClr val="00B0F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defRPr/>
              </a:pPr>
              <a:r>
                <a:rPr lang="es-ES" sz="1100" b="1" dirty="0">
                  <a:solidFill>
                    <a:prstClr val="black"/>
                  </a:solidFill>
                  <a:latin typeface="Santander Text" panose="020B0504020201020104"/>
                </a:rPr>
                <a:t>Consumer Layer</a:t>
              </a:r>
            </a:p>
          </p:txBody>
        </p:sp>
        <p:grpSp>
          <p:nvGrpSpPr>
            <p:cNvPr id="59" name="Group 190">
              <a:extLst>
                <a:ext uri="{FF2B5EF4-FFF2-40B4-BE49-F238E27FC236}">
                  <a16:creationId xmlns:a16="http://schemas.microsoft.com/office/drawing/2014/main" id="{5731C8EB-BB0D-7C16-54D0-B4B309870B7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423219" y="3479535"/>
              <a:ext cx="149986" cy="142426"/>
              <a:chOff x="4055466" y="2766371"/>
              <a:chExt cx="213362" cy="213357"/>
            </a:xfrm>
          </p:grpSpPr>
          <p:sp>
            <p:nvSpPr>
              <p:cNvPr id="60" name="Freeform: Shape 191">
                <a:extLst>
                  <a:ext uri="{FF2B5EF4-FFF2-40B4-BE49-F238E27FC236}">
                    <a16:creationId xmlns:a16="http://schemas.microsoft.com/office/drawing/2014/main" id="{1832E2D1-24CB-884F-2E62-A02BEBDA5CE7}"/>
                  </a:ext>
                </a:extLst>
              </p:cNvPr>
              <p:cNvSpPr/>
              <p:nvPr/>
            </p:nvSpPr>
            <p:spPr>
              <a:xfrm>
                <a:off x="4055466" y="2766371"/>
                <a:ext cx="180973" cy="76200"/>
              </a:xfrm>
              <a:custGeom>
                <a:avLst/>
                <a:gdLst>
                  <a:gd name="connsiteX0" fmla="*/ 90488 w 180975"/>
                  <a:gd name="connsiteY0" fmla="*/ 76200 h 76200"/>
                  <a:gd name="connsiteX1" fmla="*/ 180975 w 180975"/>
                  <a:gd name="connsiteY1" fmla="*/ 38100 h 76200"/>
                  <a:gd name="connsiteX2" fmla="*/ 90488 w 180975"/>
                  <a:gd name="connsiteY2" fmla="*/ 0 h 76200"/>
                  <a:gd name="connsiteX3" fmla="*/ 0 w 180975"/>
                  <a:gd name="connsiteY3" fmla="*/ 38100 h 76200"/>
                  <a:gd name="connsiteX4" fmla="*/ 90488 w 180975"/>
                  <a:gd name="connsiteY4" fmla="*/ 76200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0975" h="76200">
                    <a:moveTo>
                      <a:pt x="90488" y="76200"/>
                    </a:moveTo>
                    <a:cubicBezTo>
                      <a:pt x="140017" y="76200"/>
                      <a:pt x="180975" y="59055"/>
                      <a:pt x="180975" y="38100"/>
                    </a:cubicBezTo>
                    <a:cubicBezTo>
                      <a:pt x="180975" y="17145"/>
                      <a:pt x="140017" y="0"/>
                      <a:pt x="90488" y="0"/>
                    </a:cubicBezTo>
                    <a:cubicBezTo>
                      <a:pt x="40958" y="0"/>
                      <a:pt x="0" y="17145"/>
                      <a:pt x="0" y="38100"/>
                    </a:cubicBezTo>
                    <a:cubicBezTo>
                      <a:pt x="0" y="59055"/>
                      <a:pt x="40958" y="76200"/>
                      <a:pt x="90488" y="76200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tx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es-ES" dirty="0">
                  <a:solidFill>
                    <a:prstClr val="black"/>
                  </a:solidFill>
                  <a:latin typeface="Univers 45 Light" pitchFamily="2" charset="0"/>
                </a:endParaRPr>
              </a:p>
            </p:txBody>
          </p:sp>
          <p:sp>
            <p:nvSpPr>
              <p:cNvPr id="61" name="Freeform: Shape 192">
                <a:extLst>
                  <a:ext uri="{FF2B5EF4-FFF2-40B4-BE49-F238E27FC236}">
                    <a16:creationId xmlns:a16="http://schemas.microsoft.com/office/drawing/2014/main" id="{92D09C4B-F0C7-329D-5D61-35BAE2F57AB1}"/>
                  </a:ext>
                </a:extLst>
              </p:cNvPr>
              <p:cNvSpPr/>
              <p:nvPr/>
            </p:nvSpPr>
            <p:spPr>
              <a:xfrm>
                <a:off x="4055469" y="2842569"/>
                <a:ext cx="85725" cy="38100"/>
              </a:xfrm>
              <a:custGeom>
                <a:avLst/>
                <a:gdLst>
                  <a:gd name="connsiteX0" fmla="*/ 90488 w 85725"/>
                  <a:gd name="connsiteY0" fmla="*/ 38100 h 38100"/>
                  <a:gd name="connsiteX1" fmla="*/ 0 w 85725"/>
                  <a:gd name="connsiteY1" fmla="*/ 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5725" h="38100">
                    <a:moveTo>
                      <a:pt x="90488" y="38100"/>
                    </a:moveTo>
                    <a:cubicBezTo>
                      <a:pt x="40958" y="38100"/>
                      <a:pt x="0" y="20955"/>
                      <a:pt x="0" y="0"/>
                    </a:cubicBezTo>
                  </a:path>
                </a:pathLst>
              </a:custGeom>
              <a:noFill/>
              <a:ln w="12700" cap="rnd">
                <a:solidFill>
                  <a:schemeClr val="tx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es-ES" dirty="0">
                  <a:solidFill>
                    <a:prstClr val="black"/>
                  </a:solidFill>
                  <a:latin typeface="Univers 45 Light" pitchFamily="2" charset="0"/>
                </a:endParaRPr>
              </a:p>
            </p:txBody>
          </p:sp>
          <p:sp>
            <p:nvSpPr>
              <p:cNvPr id="62" name="Freeform: Shape 193">
                <a:extLst>
                  <a:ext uri="{FF2B5EF4-FFF2-40B4-BE49-F238E27FC236}">
                    <a16:creationId xmlns:a16="http://schemas.microsoft.com/office/drawing/2014/main" id="{3B0CD338-3CEF-644D-28ED-621D60C39DE2}"/>
                  </a:ext>
                </a:extLst>
              </p:cNvPr>
              <p:cNvSpPr/>
              <p:nvPr/>
            </p:nvSpPr>
            <p:spPr>
              <a:xfrm>
                <a:off x="4055469" y="2886384"/>
                <a:ext cx="76200" cy="28575"/>
              </a:xfrm>
              <a:custGeom>
                <a:avLst/>
                <a:gdLst>
                  <a:gd name="connsiteX0" fmla="*/ 76200 w 76200"/>
                  <a:gd name="connsiteY0" fmla="*/ 37147 h 28575"/>
                  <a:gd name="connsiteX1" fmla="*/ 0 w 76200"/>
                  <a:gd name="connsiteY1" fmla="*/ 0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6200" h="28575">
                    <a:moveTo>
                      <a:pt x="76200" y="37147"/>
                    </a:moveTo>
                    <a:cubicBezTo>
                      <a:pt x="33338" y="34290"/>
                      <a:pt x="0" y="18097"/>
                      <a:pt x="0" y="0"/>
                    </a:cubicBezTo>
                  </a:path>
                </a:pathLst>
              </a:custGeom>
              <a:noFill/>
              <a:ln w="12700" cap="rnd">
                <a:solidFill>
                  <a:schemeClr val="tx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es-ES" dirty="0">
                  <a:solidFill>
                    <a:prstClr val="black"/>
                  </a:solidFill>
                  <a:latin typeface="Univers 45 Light" pitchFamily="2" charset="0"/>
                </a:endParaRPr>
              </a:p>
            </p:txBody>
          </p:sp>
          <p:sp>
            <p:nvSpPr>
              <p:cNvPr id="63" name="Freeform: Shape 194">
                <a:extLst>
                  <a:ext uri="{FF2B5EF4-FFF2-40B4-BE49-F238E27FC236}">
                    <a16:creationId xmlns:a16="http://schemas.microsoft.com/office/drawing/2014/main" id="{8F0E7450-9571-ED6C-232E-C09505DC4F02}"/>
                  </a:ext>
                </a:extLst>
              </p:cNvPr>
              <p:cNvSpPr/>
              <p:nvPr/>
            </p:nvSpPr>
            <p:spPr>
              <a:xfrm>
                <a:off x="4055469" y="2804469"/>
                <a:ext cx="76200" cy="161925"/>
              </a:xfrm>
              <a:custGeom>
                <a:avLst/>
                <a:gdLst>
                  <a:gd name="connsiteX0" fmla="*/ 80963 w 76200"/>
                  <a:gd name="connsiteY0" fmla="*/ 161925 h 161925"/>
                  <a:gd name="connsiteX1" fmla="*/ 0 w 76200"/>
                  <a:gd name="connsiteY1" fmla="*/ 123825 h 161925"/>
                  <a:gd name="connsiteX2" fmla="*/ 0 w 76200"/>
                  <a:gd name="connsiteY2" fmla="*/ 0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6200" h="161925">
                    <a:moveTo>
                      <a:pt x="80963" y="161925"/>
                    </a:moveTo>
                    <a:cubicBezTo>
                      <a:pt x="35242" y="160020"/>
                      <a:pt x="0" y="143828"/>
                      <a:pt x="0" y="123825"/>
                    </a:cubicBezTo>
                    <a:lnTo>
                      <a:pt x="0" y="0"/>
                    </a:lnTo>
                  </a:path>
                </a:pathLst>
              </a:custGeom>
              <a:noFill/>
              <a:ln w="12700" cap="rnd">
                <a:solidFill>
                  <a:schemeClr val="tx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es-ES" dirty="0">
                  <a:solidFill>
                    <a:prstClr val="black"/>
                  </a:solidFill>
                  <a:latin typeface="Univers 45 Light" pitchFamily="2" charset="0"/>
                </a:endParaRPr>
              </a:p>
            </p:txBody>
          </p:sp>
          <p:sp>
            <p:nvSpPr>
              <p:cNvPr id="64" name="Freeform: Shape 195">
                <a:extLst>
                  <a:ext uri="{FF2B5EF4-FFF2-40B4-BE49-F238E27FC236}">
                    <a16:creationId xmlns:a16="http://schemas.microsoft.com/office/drawing/2014/main" id="{B5FBFEB8-D6AA-CC91-4BF3-33D1BD606FD6}"/>
                  </a:ext>
                </a:extLst>
              </p:cNvPr>
              <p:cNvSpPr/>
              <p:nvPr/>
            </p:nvSpPr>
            <p:spPr>
              <a:xfrm>
                <a:off x="4236444" y="2804469"/>
                <a:ext cx="9525" cy="38100"/>
              </a:xfrm>
              <a:custGeom>
                <a:avLst/>
                <a:gdLst>
                  <a:gd name="connsiteX0" fmla="*/ 0 w 0"/>
                  <a:gd name="connsiteY0" fmla="*/ 0 h 38100"/>
                  <a:gd name="connsiteX1" fmla="*/ 0 w 0"/>
                  <a:gd name="connsiteY1" fmla="*/ 4286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38100">
                    <a:moveTo>
                      <a:pt x="0" y="0"/>
                    </a:moveTo>
                    <a:lnTo>
                      <a:pt x="0" y="42863"/>
                    </a:lnTo>
                  </a:path>
                </a:pathLst>
              </a:custGeom>
              <a:noFill/>
              <a:ln w="12700" cap="rnd">
                <a:solidFill>
                  <a:schemeClr val="tx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es-ES" dirty="0">
                  <a:solidFill>
                    <a:prstClr val="black"/>
                  </a:solidFill>
                  <a:latin typeface="Univers 45 Light" pitchFamily="2" charset="0"/>
                </a:endParaRPr>
              </a:p>
            </p:txBody>
          </p:sp>
          <p:sp>
            <p:nvSpPr>
              <p:cNvPr id="65" name="Freeform: Shape 196">
                <a:extLst>
                  <a:ext uri="{FF2B5EF4-FFF2-40B4-BE49-F238E27FC236}">
                    <a16:creationId xmlns:a16="http://schemas.microsoft.com/office/drawing/2014/main" id="{D5F79DCA-73B3-0BC5-B9ED-74116C09EC2D}"/>
                  </a:ext>
                </a:extLst>
              </p:cNvPr>
              <p:cNvSpPr/>
              <p:nvPr/>
            </p:nvSpPr>
            <p:spPr>
              <a:xfrm>
                <a:off x="4159291" y="2913053"/>
                <a:ext cx="38100" cy="38100"/>
              </a:xfrm>
              <a:custGeom>
                <a:avLst/>
                <a:gdLst>
                  <a:gd name="connsiteX0" fmla="*/ 21908 w 38100"/>
                  <a:gd name="connsiteY0" fmla="*/ 43815 h 38100"/>
                  <a:gd name="connsiteX1" fmla="*/ 43815 w 38100"/>
                  <a:gd name="connsiteY1" fmla="*/ 21908 h 38100"/>
                  <a:gd name="connsiteX2" fmla="*/ 21908 w 38100"/>
                  <a:gd name="connsiteY2" fmla="*/ 0 h 38100"/>
                  <a:gd name="connsiteX3" fmla="*/ 0 w 38100"/>
                  <a:gd name="connsiteY3" fmla="*/ 21908 h 38100"/>
                  <a:gd name="connsiteX4" fmla="*/ 21908 w 38100"/>
                  <a:gd name="connsiteY4" fmla="*/ 43815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21908" y="43815"/>
                    </a:moveTo>
                    <a:cubicBezTo>
                      <a:pt x="33338" y="43815"/>
                      <a:pt x="43815" y="34290"/>
                      <a:pt x="43815" y="21908"/>
                    </a:cubicBezTo>
                    <a:cubicBezTo>
                      <a:pt x="43815" y="10478"/>
                      <a:pt x="34290" y="0"/>
                      <a:pt x="21908" y="0"/>
                    </a:cubicBezTo>
                    <a:cubicBezTo>
                      <a:pt x="10478" y="0"/>
                      <a:pt x="0" y="9525"/>
                      <a:pt x="0" y="21908"/>
                    </a:cubicBezTo>
                    <a:cubicBezTo>
                      <a:pt x="953" y="34290"/>
                      <a:pt x="10478" y="43815"/>
                      <a:pt x="21908" y="43815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tx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es-ES" dirty="0">
                  <a:solidFill>
                    <a:prstClr val="black"/>
                  </a:solidFill>
                  <a:latin typeface="Univers 45 Light" pitchFamily="2" charset="0"/>
                </a:endParaRPr>
              </a:p>
            </p:txBody>
          </p:sp>
          <p:sp>
            <p:nvSpPr>
              <p:cNvPr id="66" name="Freeform: Shape 197">
                <a:extLst>
                  <a:ext uri="{FF2B5EF4-FFF2-40B4-BE49-F238E27FC236}">
                    <a16:creationId xmlns:a16="http://schemas.microsoft.com/office/drawing/2014/main" id="{269FE19A-F40D-90DA-87F7-E43AF69D94EE}"/>
                  </a:ext>
                </a:extLst>
              </p:cNvPr>
              <p:cNvSpPr/>
              <p:nvPr/>
            </p:nvSpPr>
            <p:spPr>
              <a:xfrm>
                <a:off x="4230728" y="2941628"/>
                <a:ext cx="38100" cy="38100"/>
              </a:xfrm>
              <a:custGeom>
                <a:avLst/>
                <a:gdLst>
                  <a:gd name="connsiteX0" fmla="*/ 21908 w 38100"/>
                  <a:gd name="connsiteY0" fmla="*/ 43815 h 38100"/>
                  <a:gd name="connsiteX1" fmla="*/ 43815 w 38100"/>
                  <a:gd name="connsiteY1" fmla="*/ 21908 h 38100"/>
                  <a:gd name="connsiteX2" fmla="*/ 21908 w 38100"/>
                  <a:gd name="connsiteY2" fmla="*/ 0 h 38100"/>
                  <a:gd name="connsiteX3" fmla="*/ 0 w 38100"/>
                  <a:gd name="connsiteY3" fmla="*/ 21908 h 38100"/>
                  <a:gd name="connsiteX4" fmla="*/ 21908 w 38100"/>
                  <a:gd name="connsiteY4" fmla="*/ 43815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21908" y="43815"/>
                    </a:moveTo>
                    <a:cubicBezTo>
                      <a:pt x="33338" y="43815"/>
                      <a:pt x="43815" y="34290"/>
                      <a:pt x="43815" y="21908"/>
                    </a:cubicBezTo>
                    <a:cubicBezTo>
                      <a:pt x="43815" y="10478"/>
                      <a:pt x="34290" y="0"/>
                      <a:pt x="21908" y="0"/>
                    </a:cubicBezTo>
                    <a:cubicBezTo>
                      <a:pt x="10478" y="0"/>
                      <a:pt x="0" y="9525"/>
                      <a:pt x="0" y="21908"/>
                    </a:cubicBezTo>
                    <a:cubicBezTo>
                      <a:pt x="953" y="34290"/>
                      <a:pt x="10478" y="43815"/>
                      <a:pt x="21908" y="43815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tx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es-ES" dirty="0">
                  <a:solidFill>
                    <a:prstClr val="black"/>
                  </a:solidFill>
                  <a:latin typeface="Univers 45 Light" pitchFamily="2" charset="0"/>
                </a:endParaRPr>
              </a:p>
            </p:txBody>
          </p:sp>
          <p:sp>
            <p:nvSpPr>
              <p:cNvPr id="67" name="Freeform: Shape 198">
                <a:extLst>
                  <a:ext uri="{FF2B5EF4-FFF2-40B4-BE49-F238E27FC236}">
                    <a16:creationId xmlns:a16="http://schemas.microsoft.com/office/drawing/2014/main" id="{9AE951E0-9DCE-1270-D087-0A09AC95143F}"/>
                  </a:ext>
                </a:extLst>
              </p:cNvPr>
              <p:cNvSpPr/>
              <p:nvPr/>
            </p:nvSpPr>
            <p:spPr>
              <a:xfrm>
                <a:off x="4230728" y="2870191"/>
                <a:ext cx="38100" cy="38100"/>
              </a:xfrm>
              <a:custGeom>
                <a:avLst/>
                <a:gdLst>
                  <a:gd name="connsiteX0" fmla="*/ 21908 w 38100"/>
                  <a:gd name="connsiteY0" fmla="*/ 43815 h 38100"/>
                  <a:gd name="connsiteX1" fmla="*/ 43815 w 38100"/>
                  <a:gd name="connsiteY1" fmla="*/ 21908 h 38100"/>
                  <a:gd name="connsiteX2" fmla="*/ 21908 w 38100"/>
                  <a:gd name="connsiteY2" fmla="*/ 0 h 38100"/>
                  <a:gd name="connsiteX3" fmla="*/ 0 w 38100"/>
                  <a:gd name="connsiteY3" fmla="*/ 21908 h 38100"/>
                  <a:gd name="connsiteX4" fmla="*/ 21908 w 38100"/>
                  <a:gd name="connsiteY4" fmla="*/ 43815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21908" y="43815"/>
                    </a:moveTo>
                    <a:cubicBezTo>
                      <a:pt x="33338" y="43815"/>
                      <a:pt x="43815" y="34290"/>
                      <a:pt x="43815" y="21908"/>
                    </a:cubicBezTo>
                    <a:cubicBezTo>
                      <a:pt x="43815" y="9525"/>
                      <a:pt x="34290" y="0"/>
                      <a:pt x="21908" y="0"/>
                    </a:cubicBezTo>
                    <a:cubicBezTo>
                      <a:pt x="10478" y="0"/>
                      <a:pt x="0" y="9525"/>
                      <a:pt x="0" y="21908"/>
                    </a:cubicBezTo>
                    <a:cubicBezTo>
                      <a:pt x="0" y="34290"/>
                      <a:pt x="10478" y="43815"/>
                      <a:pt x="21908" y="43815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tx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es-ES" dirty="0">
                  <a:solidFill>
                    <a:prstClr val="black"/>
                  </a:solidFill>
                  <a:latin typeface="Univers 45 Light" pitchFamily="2" charset="0"/>
                </a:endParaRPr>
              </a:p>
            </p:txBody>
          </p:sp>
          <p:sp>
            <p:nvSpPr>
              <p:cNvPr id="68" name="Freeform: Shape 199">
                <a:extLst>
                  <a:ext uri="{FF2B5EF4-FFF2-40B4-BE49-F238E27FC236}">
                    <a16:creationId xmlns:a16="http://schemas.microsoft.com/office/drawing/2014/main" id="{E9F88117-A317-C15A-5F09-927E973BB834}"/>
                  </a:ext>
                </a:extLst>
              </p:cNvPr>
              <p:cNvSpPr/>
              <p:nvPr/>
            </p:nvSpPr>
            <p:spPr>
              <a:xfrm>
                <a:off x="4200248" y="2903528"/>
                <a:ext cx="28575" cy="19050"/>
              </a:xfrm>
              <a:custGeom>
                <a:avLst/>
                <a:gdLst>
                  <a:gd name="connsiteX0" fmla="*/ 0 w 28575"/>
                  <a:gd name="connsiteY0" fmla="*/ 20955 h 19050"/>
                  <a:gd name="connsiteX1" fmla="*/ 35242 w 28575"/>
                  <a:gd name="connsiteY1" fmla="*/ 0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75" h="19050">
                    <a:moveTo>
                      <a:pt x="0" y="20955"/>
                    </a:moveTo>
                    <a:lnTo>
                      <a:pt x="35242" y="0"/>
                    </a:lnTo>
                  </a:path>
                </a:pathLst>
              </a:custGeom>
              <a:noFill/>
              <a:ln w="12700" cap="rnd">
                <a:solidFill>
                  <a:schemeClr val="tx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es-ES" dirty="0">
                  <a:solidFill>
                    <a:prstClr val="black"/>
                  </a:solidFill>
                  <a:latin typeface="Univers 45 Light" pitchFamily="2" charset="0"/>
                </a:endParaRPr>
              </a:p>
            </p:txBody>
          </p:sp>
          <p:sp>
            <p:nvSpPr>
              <p:cNvPr id="69" name="Freeform: Shape 200">
                <a:extLst>
                  <a:ext uri="{FF2B5EF4-FFF2-40B4-BE49-F238E27FC236}">
                    <a16:creationId xmlns:a16="http://schemas.microsoft.com/office/drawing/2014/main" id="{269E7CB8-7782-F58C-3993-74C270B4C8E5}"/>
                  </a:ext>
                </a:extLst>
              </p:cNvPr>
              <p:cNvSpPr/>
              <p:nvPr/>
            </p:nvSpPr>
            <p:spPr>
              <a:xfrm>
                <a:off x="4201201" y="2943534"/>
                <a:ext cx="28575" cy="9525"/>
              </a:xfrm>
              <a:custGeom>
                <a:avLst/>
                <a:gdLst>
                  <a:gd name="connsiteX0" fmla="*/ 0 w 28575"/>
                  <a:gd name="connsiteY0" fmla="*/ 0 h 9525"/>
                  <a:gd name="connsiteX1" fmla="*/ 31433 w 28575"/>
                  <a:gd name="connsiteY1" fmla="*/ 1238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31433" y="12382"/>
                    </a:lnTo>
                  </a:path>
                </a:pathLst>
              </a:custGeom>
              <a:noFill/>
              <a:ln w="12700" cap="rnd">
                <a:solidFill>
                  <a:schemeClr val="tx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es-ES" dirty="0">
                  <a:solidFill>
                    <a:prstClr val="black"/>
                  </a:solidFill>
                  <a:latin typeface="Univers 45 Light" pitchFamily="2" charset="0"/>
                </a:endParaRPr>
              </a:p>
            </p:txBody>
          </p:sp>
        </p:grpSp>
        <p:pic>
          <p:nvPicPr>
            <p:cNvPr id="70" name="Picture 71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81256534-A552-A0D9-B0BE-D3CAE1FDF1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58171" y="3012972"/>
              <a:ext cx="535780" cy="246831"/>
            </a:xfrm>
            <a:prstGeom prst="rect">
              <a:avLst/>
            </a:prstGeom>
          </p:spPr>
        </p:pic>
        <p:pic>
          <p:nvPicPr>
            <p:cNvPr id="71" name="Picture 63" descr="Logo&#10;&#10;Description automatically generated">
              <a:extLst>
                <a:ext uri="{FF2B5EF4-FFF2-40B4-BE49-F238E27FC236}">
                  <a16:creationId xmlns:a16="http://schemas.microsoft.com/office/drawing/2014/main" id="{04AAC733-5EE9-108F-827C-E4A6BB9FF5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5186"/>
            <a:stretch/>
          </p:blipFill>
          <p:spPr>
            <a:xfrm>
              <a:off x="8577218" y="3034068"/>
              <a:ext cx="212407" cy="204638"/>
            </a:xfrm>
            <a:prstGeom prst="rect">
              <a:avLst/>
            </a:prstGeom>
          </p:spPr>
        </p:pic>
        <p:sp>
          <p:nvSpPr>
            <p:cNvPr id="72" name="Rectángulo: esquinas redondeadas 51">
              <a:extLst>
                <a:ext uri="{FF2B5EF4-FFF2-40B4-BE49-F238E27FC236}">
                  <a16:creationId xmlns:a16="http://schemas.microsoft.com/office/drawing/2014/main" id="{02B0830C-6B11-C515-FD40-A6882F9BE525}"/>
                </a:ext>
              </a:extLst>
            </p:cNvPr>
            <p:cNvSpPr/>
            <p:nvPr/>
          </p:nvSpPr>
          <p:spPr>
            <a:xfrm>
              <a:off x="9432750" y="2912517"/>
              <a:ext cx="975600" cy="1904937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B0F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defRPr/>
              </a:pPr>
              <a:r>
                <a:rPr lang="es-ES" sz="1100" b="1" dirty="0">
                  <a:solidFill>
                    <a:prstClr val="black"/>
                  </a:solidFill>
                  <a:latin typeface="Santander Text" panose="020B0504020201020104"/>
                </a:rPr>
                <a:t>Business</a:t>
              </a:r>
            </a:p>
            <a:p>
              <a:pPr algn="ctr">
                <a:defRPr/>
              </a:pPr>
              <a:r>
                <a:rPr lang="es-ES" sz="1100" b="1" dirty="0">
                  <a:solidFill>
                    <a:prstClr val="black"/>
                  </a:solidFill>
                  <a:latin typeface="Santander Text" panose="020B0504020201020104"/>
                </a:rPr>
                <a:t>Layer</a:t>
              </a:r>
            </a:p>
          </p:txBody>
        </p:sp>
        <p:grpSp>
          <p:nvGrpSpPr>
            <p:cNvPr id="73" name="Group 68">
              <a:extLst>
                <a:ext uri="{FF2B5EF4-FFF2-40B4-BE49-F238E27FC236}">
                  <a16:creationId xmlns:a16="http://schemas.microsoft.com/office/drawing/2014/main" id="{6BCE80FB-3386-F250-88A1-A5287D2FED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839002" y="3476251"/>
              <a:ext cx="156898" cy="148994"/>
              <a:chOff x="-9837738" y="2365376"/>
              <a:chExt cx="574675" cy="574675"/>
            </a:xfrm>
          </p:grpSpPr>
          <p:sp>
            <p:nvSpPr>
              <p:cNvPr id="74" name="Freeform 791">
                <a:extLst>
                  <a:ext uri="{FF2B5EF4-FFF2-40B4-BE49-F238E27FC236}">
                    <a16:creationId xmlns:a16="http://schemas.microsoft.com/office/drawing/2014/main" id="{A41C1C74-C6E8-ECAC-462E-DF1BFE6D53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9837738" y="2365376"/>
                <a:ext cx="287338" cy="574675"/>
              </a:xfrm>
              <a:custGeom>
                <a:avLst/>
                <a:gdLst>
                  <a:gd name="T0" fmla="*/ 2147483646 w 124"/>
                  <a:gd name="T1" fmla="*/ 0 h 248"/>
                  <a:gd name="T2" fmla="*/ 2147483646 w 124"/>
                  <a:gd name="T3" fmla="*/ 2147483646 h 248"/>
                  <a:gd name="T4" fmla="*/ 0 w 124"/>
                  <a:gd name="T5" fmla="*/ 2147483646 h 248"/>
                  <a:gd name="T6" fmla="*/ 2147483646 w 124"/>
                  <a:gd name="T7" fmla="*/ 0 h 24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4" h="248">
                    <a:moveTo>
                      <a:pt x="124" y="0"/>
                    </a:moveTo>
                    <a:cubicBezTo>
                      <a:pt x="124" y="248"/>
                      <a:pt x="124" y="248"/>
                      <a:pt x="124" y="248"/>
                    </a:cubicBezTo>
                    <a:cubicBezTo>
                      <a:pt x="56" y="248"/>
                      <a:pt x="0" y="192"/>
                      <a:pt x="0" y="124"/>
                    </a:cubicBezTo>
                    <a:cubicBezTo>
                      <a:pt x="0" y="56"/>
                      <a:pt x="56" y="0"/>
                      <a:pt x="124" y="0"/>
                    </a:cubicBezTo>
                    <a:close/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s-ES" dirty="0">
                  <a:solidFill>
                    <a:prstClr val="black"/>
                  </a:solidFill>
                  <a:latin typeface="Univers 45 Light" pitchFamily="2" charset="0"/>
                </a:endParaRPr>
              </a:p>
            </p:txBody>
          </p:sp>
          <p:sp>
            <p:nvSpPr>
              <p:cNvPr id="75" name="Line 792">
                <a:extLst>
                  <a:ext uri="{FF2B5EF4-FFF2-40B4-BE49-F238E27FC236}">
                    <a16:creationId xmlns:a16="http://schemas.microsoft.com/office/drawing/2014/main" id="{AE65209F-31F1-EEC3-55D0-22985ADF7C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-9801226" y="2514601"/>
                <a:ext cx="222250" cy="0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s-ES" dirty="0">
                  <a:solidFill>
                    <a:prstClr val="black"/>
                  </a:solidFill>
                  <a:latin typeface="Univers 45 Light" pitchFamily="2" charset="0"/>
                </a:endParaRPr>
              </a:p>
            </p:txBody>
          </p:sp>
          <p:sp>
            <p:nvSpPr>
              <p:cNvPr id="76" name="Line 793">
                <a:extLst>
                  <a:ext uri="{FF2B5EF4-FFF2-40B4-BE49-F238E27FC236}">
                    <a16:creationId xmlns:a16="http://schemas.microsoft.com/office/drawing/2014/main" id="{DBF9FE1F-25DF-79F5-F6AD-E1D80F2075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-9801226" y="2792413"/>
                <a:ext cx="222250" cy="0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s-ES" dirty="0">
                  <a:solidFill>
                    <a:prstClr val="black"/>
                  </a:solidFill>
                  <a:latin typeface="Univers 45 Light" pitchFamily="2" charset="0"/>
                </a:endParaRPr>
              </a:p>
            </p:txBody>
          </p:sp>
          <p:sp>
            <p:nvSpPr>
              <p:cNvPr id="77" name="Line 794">
                <a:extLst>
                  <a:ext uri="{FF2B5EF4-FFF2-40B4-BE49-F238E27FC236}">
                    <a16:creationId xmlns:a16="http://schemas.microsoft.com/office/drawing/2014/main" id="{E38A0148-DA68-EB61-9D83-C0A5AAA2C0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-9837738" y="2652713"/>
                <a:ext cx="258763" cy="0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s-ES" dirty="0">
                  <a:solidFill>
                    <a:prstClr val="black"/>
                  </a:solidFill>
                  <a:latin typeface="Univers 45 Light" pitchFamily="2" charset="0"/>
                </a:endParaRPr>
              </a:p>
            </p:txBody>
          </p:sp>
          <p:sp>
            <p:nvSpPr>
              <p:cNvPr id="78" name="Freeform 795">
                <a:extLst>
                  <a:ext uri="{FF2B5EF4-FFF2-40B4-BE49-F238E27FC236}">
                    <a16:creationId xmlns:a16="http://schemas.microsoft.com/office/drawing/2014/main" id="{4E9D902C-9729-7C62-046B-7460829288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9523413" y="2365376"/>
                <a:ext cx="260350" cy="574675"/>
              </a:xfrm>
              <a:custGeom>
                <a:avLst/>
                <a:gdLst>
                  <a:gd name="T0" fmla="*/ 0 w 112"/>
                  <a:gd name="T1" fmla="*/ 2147483646 h 248"/>
                  <a:gd name="T2" fmla="*/ 2147483646 w 112"/>
                  <a:gd name="T3" fmla="*/ 2147483646 h 248"/>
                  <a:gd name="T4" fmla="*/ 2147483646 w 112"/>
                  <a:gd name="T5" fmla="*/ 2147483646 h 248"/>
                  <a:gd name="T6" fmla="*/ 2147483646 w 112"/>
                  <a:gd name="T7" fmla="*/ 2147483646 h 248"/>
                  <a:gd name="T8" fmla="*/ 2147483646 w 112"/>
                  <a:gd name="T9" fmla="*/ 2147483646 h 248"/>
                  <a:gd name="T10" fmla="*/ 2147483646 w 112"/>
                  <a:gd name="T11" fmla="*/ 2147483646 h 248"/>
                  <a:gd name="T12" fmla="*/ 2147483646 w 112"/>
                  <a:gd name="T13" fmla="*/ 2147483646 h 248"/>
                  <a:gd name="T14" fmla="*/ 2147483646 w 112"/>
                  <a:gd name="T15" fmla="*/ 2147483646 h 248"/>
                  <a:gd name="T16" fmla="*/ 2147483646 w 112"/>
                  <a:gd name="T17" fmla="*/ 2147483646 h 248"/>
                  <a:gd name="T18" fmla="*/ 2147483646 w 112"/>
                  <a:gd name="T19" fmla="*/ 2147483646 h 248"/>
                  <a:gd name="T20" fmla="*/ 2147483646 w 112"/>
                  <a:gd name="T21" fmla="*/ 2147483646 h 248"/>
                  <a:gd name="T22" fmla="*/ 2147483646 w 112"/>
                  <a:gd name="T23" fmla="*/ 2147483646 h 248"/>
                  <a:gd name="T24" fmla="*/ 2147483646 w 112"/>
                  <a:gd name="T25" fmla="*/ 2147483646 h 248"/>
                  <a:gd name="T26" fmla="*/ 2147483646 w 112"/>
                  <a:gd name="T27" fmla="*/ 2147483646 h 248"/>
                  <a:gd name="T28" fmla="*/ 2147483646 w 112"/>
                  <a:gd name="T29" fmla="*/ 2147483646 h 248"/>
                  <a:gd name="T30" fmla="*/ 2147483646 w 112"/>
                  <a:gd name="T31" fmla="*/ 2147483646 h 248"/>
                  <a:gd name="T32" fmla="*/ 2147483646 w 112"/>
                  <a:gd name="T33" fmla="*/ 2147483646 h 248"/>
                  <a:gd name="T34" fmla="*/ 2147483646 w 112"/>
                  <a:gd name="T35" fmla="*/ 2147483646 h 248"/>
                  <a:gd name="T36" fmla="*/ 2147483646 w 112"/>
                  <a:gd name="T37" fmla="*/ 2147483646 h 248"/>
                  <a:gd name="T38" fmla="*/ 2147483646 w 112"/>
                  <a:gd name="T39" fmla="*/ 2147483646 h 248"/>
                  <a:gd name="T40" fmla="*/ 2147483646 w 112"/>
                  <a:gd name="T41" fmla="*/ 2147483646 h 248"/>
                  <a:gd name="T42" fmla="*/ 2147483646 w 112"/>
                  <a:gd name="T43" fmla="*/ 2147483646 h 248"/>
                  <a:gd name="T44" fmla="*/ 2147483646 w 112"/>
                  <a:gd name="T45" fmla="*/ 2147483646 h 248"/>
                  <a:gd name="T46" fmla="*/ 2147483646 w 112"/>
                  <a:gd name="T47" fmla="*/ 2147483646 h 248"/>
                  <a:gd name="T48" fmla="*/ 2147483646 w 112"/>
                  <a:gd name="T49" fmla="*/ 2147483646 h 248"/>
                  <a:gd name="T50" fmla="*/ 2147483646 w 112"/>
                  <a:gd name="T51" fmla="*/ 2147483646 h 248"/>
                  <a:gd name="T52" fmla="*/ 2147483646 w 112"/>
                  <a:gd name="T53" fmla="*/ 2147483646 h 248"/>
                  <a:gd name="T54" fmla="*/ 2147483646 w 112"/>
                  <a:gd name="T55" fmla="*/ 2147483646 h 248"/>
                  <a:gd name="T56" fmla="*/ 2147483646 w 112"/>
                  <a:gd name="T57" fmla="*/ 2147483646 h 248"/>
                  <a:gd name="T58" fmla="*/ 2147483646 w 112"/>
                  <a:gd name="T59" fmla="*/ 2147483646 h 248"/>
                  <a:gd name="T60" fmla="*/ 2147483646 w 112"/>
                  <a:gd name="T61" fmla="*/ 2147483646 h 248"/>
                  <a:gd name="T62" fmla="*/ 2147483646 w 112"/>
                  <a:gd name="T63" fmla="*/ 2147483646 h 248"/>
                  <a:gd name="T64" fmla="*/ 2147483646 w 112"/>
                  <a:gd name="T65" fmla="*/ 2147483646 h 248"/>
                  <a:gd name="T66" fmla="*/ 2147483646 w 112"/>
                  <a:gd name="T67" fmla="*/ 2147483646 h 248"/>
                  <a:gd name="T68" fmla="*/ 0 w 112"/>
                  <a:gd name="T69" fmla="*/ 0 h 248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112" h="248">
                    <a:moveTo>
                      <a:pt x="0" y="248"/>
                    </a:moveTo>
                    <a:cubicBezTo>
                      <a:pt x="8" y="247"/>
                      <a:pt x="14" y="246"/>
                      <a:pt x="21" y="244"/>
                    </a:cubicBezTo>
                    <a:cubicBezTo>
                      <a:pt x="22" y="226"/>
                      <a:pt x="22" y="226"/>
                      <a:pt x="22" y="226"/>
                    </a:cubicBezTo>
                    <a:cubicBezTo>
                      <a:pt x="24" y="226"/>
                      <a:pt x="26" y="225"/>
                      <a:pt x="28" y="224"/>
                    </a:cubicBezTo>
                    <a:cubicBezTo>
                      <a:pt x="40" y="237"/>
                      <a:pt x="40" y="237"/>
                      <a:pt x="40" y="237"/>
                    </a:cubicBezTo>
                    <a:cubicBezTo>
                      <a:pt x="47" y="233"/>
                      <a:pt x="54" y="230"/>
                      <a:pt x="60" y="225"/>
                    </a:cubicBezTo>
                    <a:cubicBezTo>
                      <a:pt x="55" y="209"/>
                      <a:pt x="55" y="209"/>
                      <a:pt x="55" y="209"/>
                    </a:cubicBezTo>
                    <a:cubicBezTo>
                      <a:pt x="57" y="207"/>
                      <a:pt x="58" y="206"/>
                      <a:pt x="60" y="205"/>
                    </a:cubicBezTo>
                    <a:cubicBezTo>
                      <a:pt x="75" y="212"/>
                      <a:pt x="75" y="212"/>
                      <a:pt x="75" y="212"/>
                    </a:cubicBezTo>
                    <a:cubicBezTo>
                      <a:pt x="81" y="207"/>
                      <a:pt x="86" y="201"/>
                      <a:pt x="90" y="194"/>
                    </a:cubicBezTo>
                    <a:cubicBezTo>
                      <a:pt x="80" y="181"/>
                      <a:pt x="80" y="181"/>
                      <a:pt x="80" y="181"/>
                    </a:cubicBezTo>
                    <a:cubicBezTo>
                      <a:pt x="81" y="179"/>
                      <a:pt x="82" y="177"/>
                      <a:pt x="83" y="175"/>
                    </a:cubicBezTo>
                    <a:cubicBezTo>
                      <a:pt x="100" y="177"/>
                      <a:pt x="100" y="177"/>
                      <a:pt x="100" y="177"/>
                    </a:cubicBezTo>
                    <a:cubicBezTo>
                      <a:pt x="103" y="170"/>
                      <a:pt x="106" y="163"/>
                      <a:pt x="108" y="155"/>
                    </a:cubicBezTo>
                    <a:cubicBezTo>
                      <a:pt x="94" y="146"/>
                      <a:pt x="94" y="146"/>
                      <a:pt x="94" y="146"/>
                    </a:cubicBezTo>
                    <a:cubicBezTo>
                      <a:pt x="94" y="144"/>
                      <a:pt x="95" y="142"/>
                      <a:pt x="95" y="140"/>
                    </a:cubicBezTo>
                    <a:cubicBezTo>
                      <a:pt x="111" y="136"/>
                      <a:pt x="111" y="136"/>
                      <a:pt x="111" y="136"/>
                    </a:cubicBezTo>
                    <a:cubicBezTo>
                      <a:pt x="112" y="132"/>
                      <a:pt x="112" y="128"/>
                      <a:pt x="112" y="124"/>
                    </a:cubicBezTo>
                    <a:cubicBezTo>
                      <a:pt x="112" y="120"/>
                      <a:pt x="112" y="116"/>
                      <a:pt x="111" y="112"/>
                    </a:cubicBezTo>
                    <a:cubicBezTo>
                      <a:pt x="95" y="108"/>
                      <a:pt x="95" y="108"/>
                      <a:pt x="95" y="108"/>
                    </a:cubicBezTo>
                    <a:cubicBezTo>
                      <a:pt x="95" y="106"/>
                      <a:pt x="94" y="104"/>
                      <a:pt x="94" y="102"/>
                    </a:cubicBezTo>
                    <a:cubicBezTo>
                      <a:pt x="108" y="93"/>
                      <a:pt x="108" y="93"/>
                      <a:pt x="108" y="93"/>
                    </a:cubicBezTo>
                    <a:cubicBezTo>
                      <a:pt x="106" y="85"/>
                      <a:pt x="103" y="78"/>
                      <a:pt x="100" y="71"/>
                    </a:cubicBezTo>
                    <a:cubicBezTo>
                      <a:pt x="83" y="73"/>
                      <a:pt x="83" y="73"/>
                      <a:pt x="83" y="73"/>
                    </a:cubicBezTo>
                    <a:cubicBezTo>
                      <a:pt x="82" y="71"/>
                      <a:pt x="81" y="69"/>
                      <a:pt x="80" y="67"/>
                    </a:cubicBezTo>
                    <a:cubicBezTo>
                      <a:pt x="90" y="54"/>
                      <a:pt x="90" y="54"/>
                      <a:pt x="90" y="54"/>
                    </a:cubicBezTo>
                    <a:cubicBezTo>
                      <a:pt x="86" y="47"/>
                      <a:pt x="81" y="41"/>
                      <a:pt x="75" y="36"/>
                    </a:cubicBezTo>
                    <a:cubicBezTo>
                      <a:pt x="60" y="43"/>
                      <a:pt x="60" y="43"/>
                      <a:pt x="60" y="43"/>
                    </a:cubicBezTo>
                    <a:cubicBezTo>
                      <a:pt x="58" y="42"/>
                      <a:pt x="57" y="41"/>
                      <a:pt x="55" y="39"/>
                    </a:cubicBezTo>
                    <a:cubicBezTo>
                      <a:pt x="60" y="23"/>
                      <a:pt x="60" y="23"/>
                      <a:pt x="60" y="23"/>
                    </a:cubicBezTo>
                    <a:cubicBezTo>
                      <a:pt x="54" y="18"/>
                      <a:pt x="47" y="15"/>
                      <a:pt x="40" y="11"/>
                    </a:cubicBezTo>
                    <a:cubicBezTo>
                      <a:pt x="28" y="24"/>
                      <a:pt x="28" y="24"/>
                      <a:pt x="28" y="24"/>
                    </a:cubicBezTo>
                    <a:cubicBezTo>
                      <a:pt x="26" y="23"/>
                      <a:pt x="24" y="22"/>
                      <a:pt x="22" y="22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14" y="2"/>
                      <a:pt x="8" y="1"/>
                      <a:pt x="0" y="0"/>
                    </a:cubicBezTo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s-ES" dirty="0">
                  <a:solidFill>
                    <a:prstClr val="black"/>
                  </a:solidFill>
                  <a:latin typeface="Univers 45 Light" pitchFamily="2" charset="0"/>
                </a:endParaRPr>
              </a:p>
            </p:txBody>
          </p:sp>
          <p:sp>
            <p:nvSpPr>
              <p:cNvPr id="79" name="Freeform 796">
                <a:extLst>
                  <a:ext uri="{FF2B5EF4-FFF2-40B4-BE49-F238E27FC236}">
                    <a16:creationId xmlns:a16="http://schemas.microsoft.com/office/drawing/2014/main" id="{D9AF5538-77D5-1178-F45C-197992A07D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9523413" y="2514601"/>
                <a:ext cx="111125" cy="277813"/>
              </a:xfrm>
              <a:custGeom>
                <a:avLst/>
                <a:gdLst>
                  <a:gd name="T0" fmla="*/ 0 w 48"/>
                  <a:gd name="T1" fmla="*/ 2147483646 h 120"/>
                  <a:gd name="T2" fmla="*/ 2147483646 w 48"/>
                  <a:gd name="T3" fmla="*/ 2147483646 h 120"/>
                  <a:gd name="T4" fmla="*/ 2147483646 w 48"/>
                  <a:gd name="T5" fmla="*/ 2147483646 h 120"/>
                  <a:gd name="T6" fmla="*/ 2147483646 w 48"/>
                  <a:gd name="T7" fmla="*/ 2147483646 h 120"/>
                  <a:gd name="T8" fmla="*/ 2147483646 w 48"/>
                  <a:gd name="T9" fmla="*/ 2147483646 h 120"/>
                  <a:gd name="T10" fmla="*/ 2147483646 w 48"/>
                  <a:gd name="T11" fmla="*/ 2147483646 h 120"/>
                  <a:gd name="T12" fmla="*/ 2147483646 w 48"/>
                  <a:gd name="T13" fmla="*/ 2147483646 h 120"/>
                  <a:gd name="T14" fmla="*/ 2147483646 w 48"/>
                  <a:gd name="T15" fmla="*/ 2147483646 h 120"/>
                  <a:gd name="T16" fmla="*/ 2147483646 w 48"/>
                  <a:gd name="T17" fmla="*/ 2147483646 h 120"/>
                  <a:gd name="T18" fmla="*/ 2147483646 w 48"/>
                  <a:gd name="T19" fmla="*/ 2147483646 h 120"/>
                  <a:gd name="T20" fmla="*/ 2147483646 w 48"/>
                  <a:gd name="T21" fmla="*/ 2147483646 h 120"/>
                  <a:gd name="T22" fmla="*/ 2147483646 w 48"/>
                  <a:gd name="T23" fmla="*/ 2147483646 h 120"/>
                  <a:gd name="T24" fmla="*/ 2147483646 w 48"/>
                  <a:gd name="T25" fmla="*/ 2147483646 h 120"/>
                  <a:gd name="T26" fmla="*/ 2147483646 w 48"/>
                  <a:gd name="T27" fmla="*/ 2147483646 h 120"/>
                  <a:gd name="T28" fmla="*/ 2147483646 w 48"/>
                  <a:gd name="T29" fmla="*/ 2147483646 h 120"/>
                  <a:gd name="T30" fmla="*/ 2147483646 w 48"/>
                  <a:gd name="T31" fmla="*/ 2147483646 h 120"/>
                  <a:gd name="T32" fmla="*/ 2147483646 w 48"/>
                  <a:gd name="T33" fmla="*/ 2147483646 h 120"/>
                  <a:gd name="T34" fmla="*/ 2147483646 w 48"/>
                  <a:gd name="T35" fmla="*/ 2147483646 h 120"/>
                  <a:gd name="T36" fmla="*/ 0 w 48"/>
                  <a:gd name="T37" fmla="*/ 0 h 12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48" h="120">
                    <a:moveTo>
                      <a:pt x="0" y="120"/>
                    </a:moveTo>
                    <a:cubicBezTo>
                      <a:pt x="5" y="119"/>
                      <a:pt x="9" y="116"/>
                      <a:pt x="14" y="114"/>
                    </a:cubicBezTo>
                    <a:cubicBezTo>
                      <a:pt x="13" y="101"/>
                      <a:pt x="13" y="101"/>
                      <a:pt x="13" y="101"/>
                    </a:cubicBezTo>
                    <a:cubicBezTo>
                      <a:pt x="15" y="100"/>
                      <a:pt x="17" y="98"/>
                      <a:pt x="19" y="97"/>
                    </a:cubicBezTo>
                    <a:cubicBezTo>
                      <a:pt x="32" y="101"/>
                      <a:pt x="32" y="101"/>
                      <a:pt x="32" y="101"/>
                    </a:cubicBezTo>
                    <a:cubicBezTo>
                      <a:pt x="35" y="97"/>
                      <a:pt x="38" y="93"/>
                      <a:pt x="41" y="89"/>
                    </a:cubicBezTo>
                    <a:cubicBezTo>
                      <a:pt x="32" y="78"/>
                      <a:pt x="32" y="78"/>
                      <a:pt x="32" y="78"/>
                    </a:cubicBezTo>
                    <a:cubicBezTo>
                      <a:pt x="33" y="76"/>
                      <a:pt x="34" y="74"/>
                      <a:pt x="35" y="71"/>
                    </a:cubicBezTo>
                    <a:cubicBezTo>
                      <a:pt x="47" y="68"/>
                      <a:pt x="47" y="68"/>
                      <a:pt x="47" y="68"/>
                    </a:cubicBezTo>
                    <a:cubicBezTo>
                      <a:pt x="48" y="65"/>
                      <a:pt x="48" y="63"/>
                      <a:pt x="48" y="60"/>
                    </a:cubicBezTo>
                    <a:cubicBezTo>
                      <a:pt x="48" y="57"/>
                      <a:pt x="48" y="55"/>
                      <a:pt x="47" y="52"/>
                    </a:cubicBezTo>
                    <a:cubicBezTo>
                      <a:pt x="35" y="49"/>
                      <a:pt x="35" y="49"/>
                      <a:pt x="35" y="49"/>
                    </a:cubicBezTo>
                    <a:cubicBezTo>
                      <a:pt x="34" y="46"/>
                      <a:pt x="33" y="44"/>
                      <a:pt x="32" y="42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38" y="27"/>
                      <a:pt x="35" y="23"/>
                      <a:pt x="32" y="19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7" y="22"/>
                      <a:pt x="15" y="20"/>
                      <a:pt x="13" y="19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9" y="4"/>
                      <a:pt x="5" y="1"/>
                      <a:pt x="0" y="0"/>
                    </a:cubicBezTo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s-ES" dirty="0">
                  <a:solidFill>
                    <a:prstClr val="black"/>
                  </a:solidFill>
                  <a:latin typeface="Univers 45 Light" pitchFamily="2" charset="0"/>
                </a:endParaRPr>
              </a:p>
            </p:txBody>
          </p:sp>
          <p:sp>
            <p:nvSpPr>
              <p:cNvPr id="80" name="Freeform 798">
                <a:extLst>
                  <a:ext uri="{FF2B5EF4-FFF2-40B4-BE49-F238E27FC236}">
                    <a16:creationId xmlns:a16="http://schemas.microsoft.com/office/drawing/2014/main" id="{006F91DF-109D-ED17-4E86-760FE81E1A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9755188" y="2365376"/>
                <a:ext cx="204788" cy="574675"/>
              </a:xfrm>
              <a:custGeom>
                <a:avLst/>
                <a:gdLst>
                  <a:gd name="T0" fmla="*/ 2147483646 w 88"/>
                  <a:gd name="T1" fmla="*/ 2147483646 h 248"/>
                  <a:gd name="T2" fmla="*/ 0 w 88"/>
                  <a:gd name="T3" fmla="*/ 2147483646 h 248"/>
                  <a:gd name="T4" fmla="*/ 2147483646 w 88"/>
                  <a:gd name="T5" fmla="*/ 0 h 24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8" h="248">
                    <a:moveTo>
                      <a:pt x="88" y="248"/>
                    </a:moveTo>
                    <a:cubicBezTo>
                      <a:pt x="39" y="248"/>
                      <a:pt x="0" y="192"/>
                      <a:pt x="0" y="124"/>
                    </a:cubicBezTo>
                    <a:cubicBezTo>
                      <a:pt x="0" y="56"/>
                      <a:pt x="39" y="0"/>
                      <a:pt x="88" y="0"/>
                    </a:cubicBezTo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s-ES" dirty="0">
                  <a:solidFill>
                    <a:prstClr val="black"/>
                  </a:solidFill>
                  <a:latin typeface="Univers 45 Light" pitchFamily="2" charset="0"/>
                </a:endParaRPr>
              </a:p>
            </p:txBody>
          </p:sp>
          <p:sp>
            <p:nvSpPr>
              <p:cNvPr id="81" name="Freeform 799">
                <a:extLst>
                  <a:ext uri="{FF2B5EF4-FFF2-40B4-BE49-F238E27FC236}">
                    <a16:creationId xmlns:a16="http://schemas.microsoft.com/office/drawing/2014/main" id="{34DF8265-4A8A-C7CD-478E-8C82DE1ADE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9550401" y="2587626"/>
                <a:ext cx="65088" cy="130175"/>
              </a:xfrm>
              <a:custGeom>
                <a:avLst/>
                <a:gdLst>
                  <a:gd name="T0" fmla="*/ 0 w 28"/>
                  <a:gd name="T1" fmla="*/ 0 h 56"/>
                  <a:gd name="T2" fmla="*/ 2147483646 w 28"/>
                  <a:gd name="T3" fmla="*/ 2147483646 h 56"/>
                  <a:gd name="T4" fmla="*/ 0 w 28"/>
                  <a:gd name="T5" fmla="*/ 2147483646 h 5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8" h="56">
                    <a:moveTo>
                      <a:pt x="0" y="0"/>
                    </a:moveTo>
                    <a:cubicBezTo>
                      <a:pt x="15" y="0"/>
                      <a:pt x="28" y="13"/>
                      <a:pt x="28" y="28"/>
                    </a:cubicBezTo>
                    <a:cubicBezTo>
                      <a:pt x="28" y="43"/>
                      <a:pt x="15" y="56"/>
                      <a:pt x="0" y="56"/>
                    </a:cubicBezTo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s-ES" dirty="0">
                  <a:solidFill>
                    <a:prstClr val="black"/>
                  </a:solidFill>
                  <a:latin typeface="Univers 45 Light" pitchFamily="2" charset="0"/>
                </a:endParaRPr>
              </a:p>
            </p:txBody>
          </p:sp>
          <p:sp>
            <p:nvSpPr>
              <p:cNvPr id="82" name="Freeform 800">
                <a:extLst>
                  <a:ext uri="{FF2B5EF4-FFF2-40B4-BE49-F238E27FC236}">
                    <a16:creationId xmlns:a16="http://schemas.microsoft.com/office/drawing/2014/main" id="{FF9A0948-0542-E640-9AD5-AE2E3836BA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9550401" y="2459038"/>
                <a:ext cx="193675" cy="388938"/>
              </a:xfrm>
              <a:custGeom>
                <a:avLst/>
                <a:gdLst>
                  <a:gd name="T0" fmla="*/ 0 w 84"/>
                  <a:gd name="T1" fmla="*/ 0 h 168"/>
                  <a:gd name="T2" fmla="*/ 2147483646 w 84"/>
                  <a:gd name="T3" fmla="*/ 2147483646 h 168"/>
                  <a:gd name="T4" fmla="*/ 0 w 84"/>
                  <a:gd name="T5" fmla="*/ 2147483646 h 1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4" h="168">
                    <a:moveTo>
                      <a:pt x="0" y="0"/>
                    </a:moveTo>
                    <a:cubicBezTo>
                      <a:pt x="46" y="0"/>
                      <a:pt x="84" y="38"/>
                      <a:pt x="84" y="84"/>
                    </a:cubicBezTo>
                    <a:cubicBezTo>
                      <a:pt x="84" y="130"/>
                      <a:pt x="46" y="168"/>
                      <a:pt x="0" y="168"/>
                    </a:cubicBezTo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s-ES" dirty="0">
                  <a:solidFill>
                    <a:prstClr val="black"/>
                  </a:solidFill>
                  <a:latin typeface="Univers 45 Light" pitchFamily="2" charset="0"/>
                </a:endParaRPr>
              </a:p>
            </p:txBody>
          </p:sp>
        </p:grpSp>
        <p:pic>
          <p:nvPicPr>
            <p:cNvPr id="83" name="Picture 71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A1D81EE2-E798-DB18-93B9-380B461F48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065" r="25158"/>
            <a:stretch/>
          </p:blipFill>
          <p:spPr>
            <a:xfrm>
              <a:off x="9501981" y="2981214"/>
              <a:ext cx="266700" cy="246831"/>
            </a:xfrm>
            <a:prstGeom prst="rect">
              <a:avLst/>
            </a:prstGeom>
          </p:spPr>
        </p:pic>
        <p:pic>
          <p:nvPicPr>
            <p:cNvPr id="84" name="Picture 63" descr="Logo&#10;&#10;Description automatically generated">
              <a:extLst>
                <a:ext uri="{FF2B5EF4-FFF2-40B4-BE49-F238E27FC236}">
                  <a16:creationId xmlns:a16="http://schemas.microsoft.com/office/drawing/2014/main" id="{D0C583AA-9861-DF91-D9CD-5848E44D55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5186"/>
            <a:stretch/>
          </p:blipFill>
          <p:spPr>
            <a:xfrm>
              <a:off x="10134225" y="3002310"/>
              <a:ext cx="212407" cy="204638"/>
            </a:xfrm>
            <a:prstGeom prst="rect">
              <a:avLst/>
            </a:prstGeom>
          </p:spPr>
        </p:pic>
        <p:pic>
          <p:nvPicPr>
            <p:cNvPr id="85" name="Picture 42" descr="A picture containing graphical user interface&#10;&#10;Description automatically generated">
              <a:extLst>
                <a:ext uri="{FF2B5EF4-FFF2-40B4-BE49-F238E27FC236}">
                  <a16:creationId xmlns:a16="http://schemas.microsoft.com/office/drawing/2014/main" id="{AEE861D8-118A-2451-620F-55053ED58B5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8816" t="20152" r="4770" b="26923"/>
            <a:stretch/>
          </p:blipFill>
          <p:spPr>
            <a:xfrm>
              <a:off x="9819334" y="2991135"/>
              <a:ext cx="264239" cy="226989"/>
            </a:xfrm>
            <a:prstGeom prst="rect">
              <a:avLst/>
            </a:prstGeom>
          </p:spPr>
        </p:pic>
        <p:pic>
          <p:nvPicPr>
            <p:cNvPr id="86" name="Imagen 13">
              <a:extLst>
                <a:ext uri="{FF2B5EF4-FFF2-40B4-BE49-F238E27FC236}">
                  <a16:creationId xmlns:a16="http://schemas.microsoft.com/office/drawing/2014/main" id="{B2F05E8C-3503-85AF-C20B-8E03C58122F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837252" y="5158316"/>
              <a:ext cx="187374" cy="190290"/>
            </a:xfrm>
            <a:prstGeom prst="rect">
              <a:avLst/>
            </a:prstGeom>
          </p:spPr>
        </p:pic>
        <p:pic>
          <p:nvPicPr>
            <p:cNvPr id="87" name="Picture 4" descr="https://avatars.githubusercontent.com/u/38523794?s=280&amp;v=4">
              <a:extLst>
                <a:ext uri="{FF2B5EF4-FFF2-40B4-BE49-F238E27FC236}">
                  <a16:creationId xmlns:a16="http://schemas.microsoft.com/office/drawing/2014/main" id="{7328B588-0C88-3FFE-0B79-294012578F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82881" y="5149231"/>
              <a:ext cx="204138" cy="2041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8" name="Rectángulo: esquinas redondeadas 129">
              <a:extLst>
                <a:ext uri="{FF2B5EF4-FFF2-40B4-BE49-F238E27FC236}">
                  <a16:creationId xmlns:a16="http://schemas.microsoft.com/office/drawing/2014/main" id="{019E6F51-49F9-4560-9E31-71C0701658AE}"/>
                </a:ext>
              </a:extLst>
            </p:cNvPr>
            <p:cNvSpPr/>
            <p:nvPr/>
          </p:nvSpPr>
          <p:spPr>
            <a:xfrm>
              <a:off x="3126931" y="1598055"/>
              <a:ext cx="974469" cy="46382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B0F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s-ES" sz="1200" b="1" dirty="0">
                  <a:solidFill>
                    <a:prstClr val="black"/>
                  </a:solidFill>
                  <a:latin typeface="Santander Text" panose="020B0504020201020104"/>
                </a:rPr>
                <a:t>SARM</a:t>
              </a:r>
            </a:p>
          </p:txBody>
        </p:sp>
        <p:cxnSp>
          <p:nvCxnSpPr>
            <p:cNvPr id="89" name="Conector recto de flecha 10">
              <a:extLst>
                <a:ext uri="{FF2B5EF4-FFF2-40B4-BE49-F238E27FC236}">
                  <a16:creationId xmlns:a16="http://schemas.microsoft.com/office/drawing/2014/main" id="{9DB4E9FC-F784-25FA-A0B7-E6B1CEDE62D9}"/>
                </a:ext>
              </a:extLst>
            </p:cNvPr>
            <p:cNvCxnSpPr>
              <a:cxnSpLocks/>
            </p:cNvCxnSpPr>
            <p:nvPr/>
          </p:nvCxnSpPr>
          <p:spPr>
            <a:xfrm>
              <a:off x="3851213" y="2064264"/>
              <a:ext cx="0" cy="2160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ector recto de flecha 10">
              <a:extLst>
                <a:ext uri="{FF2B5EF4-FFF2-40B4-BE49-F238E27FC236}">
                  <a16:creationId xmlns:a16="http://schemas.microsoft.com/office/drawing/2014/main" id="{FBBE25EB-36BF-6408-9D2E-7F0CFB23057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578" y="2064264"/>
              <a:ext cx="0" cy="21600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1" name="Imagen 14">
              <a:extLst>
                <a:ext uri="{FF2B5EF4-FFF2-40B4-BE49-F238E27FC236}">
                  <a16:creationId xmlns:a16="http://schemas.microsoft.com/office/drawing/2014/main" id="{775F7D6C-82CF-1102-AB9F-8EC59F18FA2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165778" y="1678469"/>
              <a:ext cx="213217" cy="85025"/>
            </a:xfrm>
            <a:prstGeom prst="rect">
              <a:avLst/>
            </a:prstGeom>
          </p:spPr>
        </p:pic>
        <p:pic>
          <p:nvPicPr>
            <p:cNvPr id="92" name="Imagen 15">
              <a:extLst>
                <a:ext uri="{FF2B5EF4-FFF2-40B4-BE49-F238E27FC236}">
                  <a16:creationId xmlns:a16="http://schemas.microsoft.com/office/drawing/2014/main" id="{9647FBB6-13E6-836E-DCE2-251BDFD31E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429" t="12367" r="27414" b="10299"/>
            <a:stretch/>
          </p:blipFill>
          <p:spPr>
            <a:xfrm>
              <a:off x="3167462" y="2311077"/>
              <a:ext cx="266701" cy="257175"/>
            </a:xfrm>
            <a:prstGeom prst="rect">
              <a:avLst/>
            </a:prstGeom>
          </p:spPr>
        </p:pic>
        <p:pic>
          <p:nvPicPr>
            <p:cNvPr id="93" name="Picture 10" descr="https://theme.zdassets.com/theme_assets/688946/233e29c56dddbdd40ca7880cc895c00c11d16d7f.png">
              <a:extLst>
                <a:ext uri="{FF2B5EF4-FFF2-40B4-BE49-F238E27FC236}">
                  <a16:creationId xmlns:a16="http://schemas.microsoft.com/office/drawing/2014/main" id="{BFBCA032-43A0-F572-250F-A11E85AA60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58309" y="2275795"/>
              <a:ext cx="319800" cy="319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4" name="Rectángulo: esquinas redondeadas 129">
              <a:extLst>
                <a:ext uri="{FF2B5EF4-FFF2-40B4-BE49-F238E27FC236}">
                  <a16:creationId xmlns:a16="http://schemas.microsoft.com/office/drawing/2014/main" id="{96106E05-70A7-D674-C604-9AA0FA46D001}"/>
                </a:ext>
              </a:extLst>
            </p:cNvPr>
            <p:cNvSpPr/>
            <p:nvPr/>
          </p:nvSpPr>
          <p:spPr>
            <a:xfrm>
              <a:off x="5228026" y="1600436"/>
              <a:ext cx="974469" cy="46382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B0F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s-ES" sz="1200" b="1" dirty="0">
                  <a:solidFill>
                    <a:prstClr val="black"/>
                  </a:solidFill>
                  <a:latin typeface="Santander Text" panose="020B0504020201020104"/>
                </a:rPr>
                <a:t>TM</a:t>
              </a:r>
            </a:p>
          </p:txBody>
        </p:sp>
        <p:pic>
          <p:nvPicPr>
            <p:cNvPr id="95" name="Picture 8" descr="https://www.thetaray.com/wp-content/uploads/2020/03/ThetaRay-small-logo.png">
              <a:extLst>
                <a:ext uri="{FF2B5EF4-FFF2-40B4-BE49-F238E27FC236}">
                  <a16:creationId xmlns:a16="http://schemas.microsoft.com/office/drawing/2014/main" id="{B312F802-BB2F-04DA-BF2F-F9E444F70CF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423" t="5239" r="20639" b="27004"/>
            <a:stretch/>
          </p:blipFill>
          <p:spPr bwMode="auto">
            <a:xfrm>
              <a:off x="5269152" y="1622485"/>
              <a:ext cx="169542" cy="2017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96" name="Conector recto de flecha 10">
              <a:extLst>
                <a:ext uri="{FF2B5EF4-FFF2-40B4-BE49-F238E27FC236}">
                  <a16:creationId xmlns:a16="http://schemas.microsoft.com/office/drawing/2014/main" id="{1560B8B6-7D85-7070-4C40-1CAC94641DB1}"/>
                </a:ext>
              </a:extLst>
            </p:cNvPr>
            <p:cNvCxnSpPr>
              <a:cxnSpLocks/>
            </p:cNvCxnSpPr>
            <p:nvPr/>
          </p:nvCxnSpPr>
          <p:spPr>
            <a:xfrm>
              <a:off x="5975346" y="2064264"/>
              <a:ext cx="0" cy="2160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ector recto de flecha 10">
              <a:extLst>
                <a:ext uri="{FF2B5EF4-FFF2-40B4-BE49-F238E27FC236}">
                  <a16:creationId xmlns:a16="http://schemas.microsoft.com/office/drawing/2014/main" id="{73469FAE-0778-5611-5BFF-F53A033FC451}"/>
                </a:ext>
              </a:extLst>
            </p:cNvPr>
            <p:cNvCxnSpPr>
              <a:cxnSpLocks/>
            </p:cNvCxnSpPr>
            <p:nvPr/>
          </p:nvCxnSpPr>
          <p:spPr>
            <a:xfrm>
              <a:off x="5466711" y="2064264"/>
              <a:ext cx="0" cy="21600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Rectángulo: esquinas redondeadas 129">
              <a:extLst>
                <a:ext uri="{FF2B5EF4-FFF2-40B4-BE49-F238E27FC236}">
                  <a16:creationId xmlns:a16="http://schemas.microsoft.com/office/drawing/2014/main" id="{1FF6D079-464E-FC10-A719-7687EC874A24}"/>
                </a:ext>
              </a:extLst>
            </p:cNvPr>
            <p:cNvSpPr/>
            <p:nvPr/>
          </p:nvSpPr>
          <p:spPr>
            <a:xfrm>
              <a:off x="9430217" y="1600436"/>
              <a:ext cx="974469" cy="46382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s-ES" sz="1200" b="1" dirty="0">
                  <a:solidFill>
                    <a:prstClr val="black"/>
                  </a:solidFill>
                  <a:latin typeface="Santander Text" panose="020B0504020201020104"/>
                </a:rPr>
                <a:t>KYC</a:t>
              </a:r>
            </a:p>
          </p:txBody>
        </p:sp>
        <p:pic>
          <p:nvPicPr>
            <p:cNvPr id="99" name="Picture 6" descr="https://www.seguetech.com/wp-content/uploads/2019/11/pega_2.png">
              <a:extLst>
                <a:ext uri="{FF2B5EF4-FFF2-40B4-BE49-F238E27FC236}">
                  <a16:creationId xmlns:a16="http://schemas.microsoft.com/office/drawing/2014/main" id="{DF259673-55C9-6BD8-0832-32BFE76C534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007"/>
            <a:stretch/>
          </p:blipFill>
          <p:spPr bwMode="auto">
            <a:xfrm>
              <a:off x="9428480" y="1625779"/>
              <a:ext cx="337899" cy="1951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00" name="Conector recto de flecha 10">
              <a:extLst>
                <a:ext uri="{FF2B5EF4-FFF2-40B4-BE49-F238E27FC236}">
                  <a16:creationId xmlns:a16="http://schemas.microsoft.com/office/drawing/2014/main" id="{62D87726-02CD-2CEB-EE80-01FA74A10242}"/>
                </a:ext>
              </a:extLst>
            </p:cNvPr>
            <p:cNvCxnSpPr>
              <a:cxnSpLocks/>
            </p:cNvCxnSpPr>
            <p:nvPr/>
          </p:nvCxnSpPr>
          <p:spPr>
            <a:xfrm>
              <a:off x="10178645" y="2064264"/>
              <a:ext cx="0" cy="2160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ector recto de flecha 10">
              <a:extLst>
                <a:ext uri="{FF2B5EF4-FFF2-40B4-BE49-F238E27FC236}">
                  <a16:creationId xmlns:a16="http://schemas.microsoft.com/office/drawing/2014/main" id="{D2EFDE15-2EC5-A775-5EEF-F5F51936907E}"/>
                </a:ext>
              </a:extLst>
            </p:cNvPr>
            <p:cNvCxnSpPr>
              <a:cxnSpLocks/>
            </p:cNvCxnSpPr>
            <p:nvPr/>
          </p:nvCxnSpPr>
          <p:spPr>
            <a:xfrm>
              <a:off x="9670010" y="2064264"/>
              <a:ext cx="0" cy="21600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Rectángulo: esquinas redondeadas 129">
              <a:extLst>
                <a:ext uri="{FF2B5EF4-FFF2-40B4-BE49-F238E27FC236}">
                  <a16:creationId xmlns:a16="http://schemas.microsoft.com/office/drawing/2014/main" id="{12B5F793-B10C-32A1-EB6C-B1ACCE0805A4}"/>
                </a:ext>
              </a:extLst>
            </p:cNvPr>
            <p:cNvSpPr/>
            <p:nvPr/>
          </p:nvSpPr>
          <p:spPr>
            <a:xfrm>
              <a:off x="7329121" y="1589195"/>
              <a:ext cx="974469" cy="46382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s-ES" sz="1200" b="1" dirty="0">
                  <a:solidFill>
                    <a:prstClr val="black"/>
                  </a:solidFill>
                  <a:latin typeface="Santander Text" panose="020B0504020201020104"/>
                </a:rPr>
                <a:t>SC</a:t>
              </a:r>
            </a:p>
          </p:txBody>
        </p:sp>
        <p:pic>
          <p:nvPicPr>
            <p:cNvPr id="103" name="Picture 2" descr="https://styles.redditmedia.com/t5_2qh27/styles/communityIcon_v1vhje03ugc81.png">
              <a:extLst>
                <a:ext uri="{FF2B5EF4-FFF2-40B4-BE49-F238E27FC236}">
                  <a16:creationId xmlns:a16="http://schemas.microsoft.com/office/drawing/2014/main" id="{02744558-1B85-F3E6-13A9-8C9D269CDB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77201" y="1613217"/>
              <a:ext cx="197809" cy="1978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04" name="Conector recto de flecha 10">
              <a:extLst>
                <a:ext uri="{FF2B5EF4-FFF2-40B4-BE49-F238E27FC236}">
                  <a16:creationId xmlns:a16="http://schemas.microsoft.com/office/drawing/2014/main" id="{39C6792F-E975-5452-763A-642CDDB816BF}"/>
                </a:ext>
              </a:extLst>
            </p:cNvPr>
            <p:cNvCxnSpPr>
              <a:cxnSpLocks/>
            </p:cNvCxnSpPr>
            <p:nvPr/>
          </p:nvCxnSpPr>
          <p:spPr>
            <a:xfrm>
              <a:off x="7805644" y="2064264"/>
              <a:ext cx="0" cy="2160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5" name="Picture 4" descr="https://cdn-icons-png.flaticon.com/512/3602/3602164.png">
              <a:extLst>
                <a:ext uri="{FF2B5EF4-FFF2-40B4-BE49-F238E27FC236}">
                  <a16:creationId xmlns:a16="http://schemas.microsoft.com/office/drawing/2014/main" id="{DB9253B0-82DC-027A-A2BA-D05D3B00C8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85038" y="2923781"/>
              <a:ext cx="100614" cy="1006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06" name="Conector recto de flecha 147">
              <a:extLst>
                <a:ext uri="{FF2B5EF4-FFF2-40B4-BE49-F238E27FC236}">
                  <a16:creationId xmlns:a16="http://schemas.microsoft.com/office/drawing/2014/main" id="{DCF67FB6-23FF-49E1-DB4E-30B8290EE23A}"/>
                </a:ext>
              </a:extLst>
            </p:cNvPr>
            <p:cNvCxnSpPr/>
            <p:nvPr/>
          </p:nvCxnSpPr>
          <p:spPr>
            <a:xfrm>
              <a:off x="4103933" y="3864985"/>
              <a:ext cx="504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ector recto de flecha 148">
              <a:extLst>
                <a:ext uri="{FF2B5EF4-FFF2-40B4-BE49-F238E27FC236}">
                  <a16:creationId xmlns:a16="http://schemas.microsoft.com/office/drawing/2014/main" id="{ABA4F721-E09D-A34F-D32D-99B2D462B05C}"/>
                </a:ext>
              </a:extLst>
            </p:cNvPr>
            <p:cNvCxnSpPr>
              <a:endCxn id="110" idx="1"/>
            </p:cNvCxnSpPr>
            <p:nvPr/>
          </p:nvCxnSpPr>
          <p:spPr>
            <a:xfrm>
              <a:off x="5480959" y="3864985"/>
              <a:ext cx="494387" cy="181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Rectángulo: esquinas redondeadas 51">
              <a:extLst>
                <a:ext uri="{FF2B5EF4-FFF2-40B4-BE49-F238E27FC236}">
                  <a16:creationId xmlns:a16="http://schemas.microsoft.com/office/drawing/2014/main" id="{DE46DDB1-7B0A-572F-6951-B27301C9CEA2}"/>
                </a:ext>
              </a:extLst>
            </p:cNvPr>
            <p:cNvSpPr/>
            <p:nvPr/>
          </p:nvSpPr>
          <p:spPr>
            <a:xfrm>
              <a:off x="4605417" y="3404419"/>
              <a:ext cx="868445" cy="921132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B0F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defRPr/>
              </a:pPr>
              <a:r>
                <a:rPr lang="es-ES" sz="1100" b="1" dirty="0">
                  <a:solidFill>
                    <a:prstClr val="black"/>
                  </a:solidFill>
                  <a:latin typeface="Santander Text" panose="020B0504020201020104"/>
                </a:rPr>
                <a:t>Motor de validaciones</a:t>
              </a:r>
            </a:p>
          </p:txBody>
        </p:sp>
        <p:pic>
          <p:nvPicPr>
            <p:cNvPr id="109" name="Picture 71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211ECC8D-0C36-F93D-60E7-198D7F7161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9398" y="3455174"/>
              <a:ext cx="441778" cy="203525"/>
            </a:xfrm>
            <a:prstGeom prst="rect">
              <a:avLst/>
            </a:prstGeom>
          </p:spPr>
        </p:pic>
        <p:sp>
          <p:nvSpPr>
            <p:cNvPr id="110" name="Rectángulo: esquinas redondeadas 58">
              <a:extLst>
                <a:ext uri="{FF2B5EF4-FFF2-40B4-BE49-F238E27FC236}">
                  <a16:creationId xmlns:a16="http://schemas.microsoft.com/office/drawing/2014/main" id="{36AF924F-097E-C630-2878-F51DB61A635F}"/>
                </a:ext>
              </a:extLst>
            </p:cNvPr>
            <p:cNvSpPr/>
            <p:nvPr/>
          </p:nvSpPr>
          <p:spPr>
            <a:xfrm>
              <a:off x="5975346" y="2910648"/>
              <a:ext cx="2097354" cy="1912304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B0F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>
                <a:defRPr/>
              </a:pPr>
              <a:r>
                <a:rPr lang="es-ES" sz="1200" b="1" dirty="0" err="1">
                  <a:solidFill>
                    <a:prstClr val="black"/>
                  </a:solidFill>
                </a:rPr>
                <a:t>Common</a:t>
              </a:r>
              <a:r>
                <a:rPr lang="es-ES" sz="1200" b="1" dirty="0">
                  <a:solidFill>
                    <a:prstClr val="black"/>
                  </a:solidFill>
                </a:rPr>
                <a:t> 360 </a:t>
              </a:r>
              <a:r>
                <a:rPr lang="es-ES" sz="1200" b="1" dirty="0" err="1">
                  <a:solidFill>
                    <a:prstClr val="black"/>
                  </a:solidFill>
                </a:rPr>
                <a:t>Model</a:t>
              </a:r>
              <a:endParaRPr lang="es-ES" sz="1000" b="1" dirty="0">
                <a:solidFill>
                  <a:prstClr val="black"/>
                </a:solidFill>
                <a:latin typeface="Santander Text" panose="020B0504020201020104"/>
              </a:endParaRPr>
            </a:p>
            <a:p>
              <a:pPr algn="ctr">
                <a:defRPr/>
              </a:pPr>
              <a:endParaRPr lang="es-ES" sz="1000" b="1" dirty="0">
                <a:solidFill>
                  <a:prstClr val="black"/>
                </a:solidFill>
                <a:latin typeface="Santander Text" panose="020B0504020201020104"/>
              </a:endParaRPr>
            </a:p>
            <a:p>
              <a:pPr algn="ctr">
                <a:defRPr/>
              </a:pPr>
              <a:endParaRPr lang="es-ES" sz="1000" b="1" dirty="0">
                <a:solidFill>
                  <a:prstClr val="black"/>
                </a:solidFill>
                <a:latin typeface="Santander Text" panose="020B0504020201020104"/>
              </a:endParaRPr>
            </a:p>
            <a:p>
              <a:pPr algn="ctr">
                <a:defRPr/>
              </a:pPr>
              <a:endParaRPr lang="es-ES" sz="1000" b="1" dirty="0">
                <a:solidFill>
                  <a:prstClr val="black"/>
                </a:solidFill>
                <a:latin typeface="Santander Text" panose="020B0504020201020104"/>
              </a:endParaRPr>
            </a:p>
            <a:p>
              <a:pPr algn="ctr">
                <a:defRPr/>
              </a:pPr>
              <a:endParaRPr lang="es-ES" sz="1000" b="1" dirty="0">
                <a:solidFill>
                  <a:prstClr val="black"/>
                </a:solidFill>
                <a:latin typeface="Santander Text" panose="020B0504020201020104"/>
              </a:endParaRPr>
            </a:p>
            <a:p>
              <a:pPr algn="ctr">
                <a:defRPr/>
              </a:pPr>
              <a:endParaRPr lang="es-ES" sz="1000" b="1" dirty="0">
                <a:solidFill>
                  <a:prstClr val="black"/>
                </a:solidFill>
                <a:latin typeface="Santander Text" panose="020B0504020201020104"/>
              </a:endParaRPr>
            </a:p>
            <a:p>
              <a:pPr algn="ctr">
                <a:defRPr/>
              </a:pPr>
              <a:endParaRPr lang="es-ES" sz="1000" b="1" dirty="0">
                <a:solidFill>
                  <a:prstClr val="black"/>
                </a:solidFill>
                <a:latin typeface="Santander Text" panose="020B0504020201020104"/>
              </a:endParaRPr>
            </a:p>
            <a:p>
              <a:pPr algn="ctr">
                <a:defRPr/>
              </a:pPr>
              <a:endParaRPr lang="es-ES" sz="1000" b="1" dirty="0">
                <a:solidFill>
                  <a:prstClr val="black"/>
                </a:solidFill>
                <a:latin typeface="Santander Text" panose="020B0504020201020104"/>
              </a:endParaRPr>
            </a:p>
            <a:p>
              <a:pPr algn="ctr">
                <a:defRPr/>
              </a:pPr>
              <a:endParaRPr lang="es-ES" sz="1000" b="1" dirty="0">
                <a:solidFill>
                  <a:prstClr val="black"/>
                </a:solidFill>
                <a:latin typeface="Santander Text" panose="020B0504020201020104"/>
              </a:endParaRPr>
            </a:p>
            <a:p>
              <a:pPr algn="ctr">
                <a:defRPr/>
              </a:pPr>
              <a:endParaRPr lang="es-ES" sz="1000" b="1" dirty="0">
                <a:solidFill>
                  <a:prstClr val="black"/>
                </a:solidFill>
                <a:latin typeface="Santander Text" panose="020B0504020201020104"/>
              </a:endParaRPr>
            </a:p>
          </p:txBody>
        </p:sp>
        <p:grpSp>
          <p:nvGrpSpPr>
            <p:cNvPr id="111" name="Group 377">
              <a:extLst>
                <a:ext uri="{FF2B5EF4-FFF2-40B4-BE49-F238E27FC236}">
                  <a16:creationId xmlns:a16="http://schemas.microsoft.com/office/drawing/2014/main" id="{B0D5DF38-47C4-55BE-B307-646040A5C64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096687" y="2989065"/>
              <a:ext cx="180141" cy="179105"/>
              <a:chOff x="2015457" y="3247263"/>
              <a:chExt cx="204693" cy="214313"/>
            </a:xfrm>
          </p:grpSpPr>
          <p:sp>
            <p:nvSpPr>
              <p:cNvPr id="112" name="Freeform: Shape 378">
                <a:extLst>
                  <a:ext uri="{FF2B5EF4-FFF2-40B4-BE49-F238E27FC236}">
                    <a16:creationId xmlns:a16="http://schemas.microsoft.com/office/drawing/2014/main" id="{BEFF55B6-80D4-7346-DD10-C7510904D528}"/>
                  </a:ext>
                </a:extLst>
              </p:cNvPr>
              <p:cNvSpPr/>
              <p:nvPr/>
            </p:nvSpPr>
            <p:spPr>
              <a:xfrm>
                <a:off x="2049641" y="3385376"/>
                <a:ext cx="38100" cy="38100"/>
              </a:xfrm>
              <a:custGeom>
                <a:avLst/>
                <a:gdLst>
                  <a:gd name="connsiteX0" fmla="*/ 21431 w 38100"/>
                  <a:gd name="connsiteY0" fmla="*/ 42862 h 38100"/>
                  <a:gd name="connsiteX1" fmla="*/ 42863 w 38100"/>
                  <a:gd name="connsiteY1" fmla="*/ 21431 h 38100"/>
                  <a:gd name="connsiteX2" fmla="*/ 21431 w 38100"/>
                  <a:gd name="connsiteY2" fmla="*/ 0 h 38100"/>
                  <a:gd name="connsiteX3" fmla="*/ 0 w 38100"/>
                  <a:gd name="connsiteY3" fmla="*/ 21431 h 38100"/>
                  <a:gd name="connsiteX4" fmla="*/ 21431 w 38100"/>
                  <a:gd name="connsiteY4" fmla="*/ 42862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21431" y="42862"/>
                    </a:moveTo>
                    <a:cubicBezTo>
                      <a:pt x="33242" y="42862"/>
                      <a:pt x="42863" y="33242"/>
                      <a:pt x="42863" y="21431"/>
                    </a:cubicBezTo>
                    <a:cubicBezTo>
                      <a:pt x="42863" y="9620"/>
                      <a:pt x="33242" y="0"/>
                      <a:pt x="21431" y="0"/>
                    </a:cubicBezTo>
                    <a:cubicBezTo>
                      <a:pt x="9620" y="0"/>
                      <a:pt x="0" y="9620"/>
                      <a:pt x="0" y="21431"/>
                    </a:cubicBezTo>
                    <a:cubicBezTo>
                      <a:pt x="0" y="33242"/>
                      <a:pt x="9620" y="42862"/>
                      <a:pt x="21431" y="42862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tx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es-E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13" name="Freeform: Shape 379">
                <a:extLst>
                  <a:ext uri="{FF2B5EF4-FFF2-40B4-BE49-F238E27FC236}">
                    <a16:creationId xmlns:a16="http://schemas.microsoft.com/office/drawing/2014/main" id="{AD5BBD8F-A475-0F21-77D0-0FAA0B82F00B}"/>
                  </a:ext>
                </a:extLst>
              </p:cNvPr>
              <p:cNvSpPr/>
              <p:nvPr/>
            </p:nvSpPr>
            <p:spPr>
              <a:xfrm>
                <a:off x="2015457" y="3347276"/>
                <a:ext cx="104775" cy="114300"/>
              </a:xfrm>
              <a:custGeom>
                <a:avLst/>
                <a:gdLst>
                  <a:gd name="connsiteX0" fmla="*/ 109051 w 104775"/>
                  <a:gd name="connsiteY0" fmla="*/ 76581 h 114300"/>
                  <a:gd name="connsiteX1" fmla="*/ 99430 w 104775"/>
                  <a:gd name="connsiteY1" fmla="*/ 71057 h 114300"/>
                  <a:gd name="connsiteX2" fmla="*/ 99430 w 104775"/>
                  <a:gd name="connsiteY2" fmla="*/ 48006 h 114300"/>
                  <a:gd name="connsiteX3" fmla="*/ 109051 w 104775"/>
                  <a:gd name="connsiteY3" fmla="*/ 42481 h 114300"/>
                  <a:gd name="connsiteX4" fmla="*/ 110765 w 104775"/>
                  <a:gd name="connsiteY4" fmla="*/ 36004 h 114300"/>
                  <a:gd name="connsiteX5" fmla="*/ 103621 w 104775"/>
                  <a:gd name="connsiteY5" fmla="*/ 23622 h 114300"/>
                  <a:gd name="connsiteX6" fmla="*/ 97144 w 104775"/>
                  <a:gd name="connsiteY6" fmla="*/ 21907 h 114300"/>
                  <a:gd name="connsiteX7" fmla="*/ 87524 w 104775"/>
                  <a:gd name="connsiteY7" fmla="*/ 27432 h 114300"/>
                  <a:gd name="connsiteX8" fmla="*/ 67617 w 104775"/>
                  <a:gd name="connsiteY8" fmla="*/ 15907 h 114300"/>
                  <a:gd name="connsiteX9" fmla="*/ 67617 w 104775"/>
                  <a:gd name="connsiteY9" fmla="*/ 4763 h 114300"/>
                  <a:gd name="connsiteX10" fmla="*/ 62854 w 104775"/>
                  <a:gd name="connsiteY10" fmla="*/ 0 h 114300"/>
                  <a:gd name="connsiteX11" fmla="*/ 48567 w 104775"/>
                  <a:gd name="connsiteY11" fmla="*/ 0 h 114300"/>
                  <a:gd name="connsiteX12" fmla="*/ 43804 w 104775"/>
                  <a:gd name="connsiteY12" fmla="*/ 4763 h 114300"/>
                  <a:gd name="connsiteX13" fmla="*/ 43804 w 104775"/>
                  <a:gd name="connsiteY13" fmla="*/ 15907 h 114300"/>
                  <a:gd name="connsiteX14" fmla="*/ 23897 w 104775"/>
                  <a:gd name="connsiteY14" fmla="*/ 27432 h 114300"/>
                  <a:gd name="connsiteX15" fmla="*/ 14277 w 104775"/>
                  <a:gd name="connsiteY15" fmla="*/ 21907 h 114300"/>
                  <a:gd name="connsiteX16" fmla="*/ 7800 w 104775"/>
                  <a:gd name="connsiteY16" fmla="*/ 23622 h 114300"/>
                  <a:gd name="connsiteX17" fmla="*/ 656 w 104775"/>
                  <a:gd name="connsiteY17" fmla="*/ 36004 h 114300"/>
                  <a:gd name="connsiteX18" fmla="*/ 2371 w 104775"/>
                  <a:gd name="connsiteY18" fmla="*/ 42481 h 114300"/>
                  <a:gd name="connsiteX19" fmla="*/ 11991 w 104775"/>
                  <a:gd name="connsiteY19" fmla="*/ 48006 h 114300"/>
                  <a:gd name="connsiteX20" fmla="*/ 11991 w 104775"/>
                  <a:gd name="connsiteY20" fmla="*/ 71057 h 114300"/>
                  <a:gd name="connsiteX21" fmla="*/ 2371 w 104775"/>
                  <a:gd name="connsiteY21" fmla="*/ 76581 h 114300"/>
                  <a:gd name="connsiteX22" fmla="*/ 656 w 104775"/>
                  <a:gd name="connsiteY22" fmla="*/ 83058 h 114300"/>
                  <a:gd name="connsiteX23" fmla="*/ 7800 w 104775"/>
                  <a:gd name="connsiteY23" fmla="*/ 95441 h 114300"/>
                  <a:gd name="connsiteX24" fmla="*/ 14277 w 104775"/>
                  <a:gd name="connsiteY24" fmla="*/ 97155 h 114300"/>
                  <a:gd name="connsiteX25" fmla="*/ 23897 w 104775"/>
                  <a:gd name="connsiteY25" fmla="*/ 91630 h 114300"/>
                  <a:gd name="connsiteX26" fmla="*/ 43804 w 104775"/>
                  <a:gd name="connsiteY26" fmla="*/ 103060 h 114300"/>
                  <a:gd name="connsiteX27" fmla="*/ 43804 w 104775"/>
                  <a:gd name="connsiteY27" fmla="*/ 114205 h 114300"/>
                  <a:gd name="connsiteX28" fmla="*/ 48567 w 104775"/>
                  <a:gd name="connsiteY28" fmla="*/ 118967 h 114300"/>
                  <a:gd name="connsiteX29" fmla="*/ 62854 w 104775"/>
                  <a:gd name="connsiteY29" fmla="*/ 118967 h 114300"/>
                  <a:gd name="connsiteX30" fmla="*/ 67617 w 104775"/>
                  <a:gd name="connsiteY30" fmla="*/ 114205 h 114300"/>
                  <a:gd name="connsiteX31" fmla="*/ 67617 w 104775"/>
                  <a:gd name="connsiteY31" fmla="*/ 103060 h 114300"/>
                  <a:gd name="connsiteX32" fmla="*/ 87524 w 104775"/>
                  <a:gd name="connsiteY32" fmla="*/ 91535 h 114300"/>
                  <a:gd name="connsiteX33" fmla="*/ 97144 w 104775"/>
                  <a:gd name="connsiteY33" fmla="*/ 97060 h 114300"/>
                  <a:gd name="connsiteX34" fmla="*/ 103621 w 104775"/>
                  <a:gd name="connsiteY34" fmla="*/ 95345 h 114300"/>
                  <a:gd name="connsiteX35" fmla="*/ 110765 w 104775"/>
                  <a:gd name="connsiteY35" fmla="*/ 82963 h 114300"/>
                  <a:gd name="connsiteX36" fmla="*/ 109051 w 104775"/>
                  <a:gd name="connsiteY36" fmla="*/ 76581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104775" h="114300">
                    <a:moveTo>
                      <a:pt x="109051" y="76581"/>
                    </a:moveTo>
                    <a:lnTo>
                      <a:pt x="99430" y="71057"/>
                    </a:lnTo>
                    <a:cubicBezTo>
                      <a:pt x="101431" y="63532"/>
                      <a:pt x="101431" y="55531"/>
                      <a:pt x="99430" y="48006"/>
                    </a:cubicBezTo>
                    <a:lnTo>
                      <a:pt x="109051" y="42481"/>
                    </a:lnTo>
                    <a:cubicBezTo>
                      <a:pt x="111337" y="41148"/>
                      <a:pt x="112099" y="38291"/>
                      <a:pt x="110765" y="36004"/>
                    </a:cubicBezTo>
                    <a:lnTo>
                      <a:pt x="103621" y="23622"/>
                    </a:lnTo>
                    <a:cubicBezTo>
                      <a:pt x="102288" y="21336"/>
                      <a:pt x="99430" y="20574"/>
                      <a:pt x="97144" y="21907"/>
                    </a:cubicBezTo>
                    <a:lnTo>
                      <a:pt x="87524" y="27432"/>
                    </a:lnTo>
                    <a:cubicBezTo>
                      <a:pt x="82000" y="21907"/>
                      <a:pt x="75142" y="18002"/>
                      <a:pt x="67617" y="15907"/>
                    </a:cubicBezTo>
                    <a:lnTo>
                      <a:pt x="67617" y="4763"/>
                    </a:lnTo>
                    <a:cubicBezTo>
                      <a:pt x="67617" y="2096"/>
                      <a:pt x="65521" y="0"/>
                      <a:pt x="62854" y="0"/>
                    </a:cubicBezTo>
                    <a:lnTo>
                      <a:pt x="48567" y="0"/>
                    </a:lnTo>
                    <a:cubicBezTo>
                      <a:pt x="45900" y="0"/>
                      <a:pt x="43804" y="2096"/>
                      <a:pt x="43804" y="4763"/>
                    </a:cubicBezTo>
                    <a:lnTo>
                      <a:pt x="43804" y="15907"/>
                    </a:lnTo>
                    <a:cubicBezTo>
                      <a:pt x="36280" y="18002"/>
                      <a:pt x="29422" y="21907"/>
                      <a:pt x="23897" y="27432"/>
                    </a:cubicBezTo>
                    <a:lnTo>
                      <a:pt x="14277" y="21907"/>
                    </a:lnTo>
                    <a:cubicBezTo>
                      <a:pt x="11991" y="20574"/>
                      <a:pt x="9038" y="21336"/>
                      <a:pt x="7800" y="23622"/>
                    </a:cubicBezTo>
                    <a:lnTo>
                      <a:pt x="656" y="36004"/>
                    </a:lnTo>
                    <a:cubicBezTo>
                      <a:pt x="-677" y="38291"/>
                      <a:pt x="85" y="41148"/>
                      <a:pt x="2371" y="42481"/>
                    </a:cubicBezTo>
                    <a:lnTo>
                      <a:pt x="11991" y="48006"/>
                    </a:lnTo>
                    <a:cubicBezTo>
                      <a:pt x="9991" y="55531"/>
                      <a:pt x="9991" y="63532"/>
                      <a:pt x="11991" y="71057"/>
                    </a:cubicBezTo>
                    <a:lnTo>
                      <a:pt x="2371" y="76581"/>
                    </a:lnTo>
                    <a:cubicBezTo>
                      <a:pt x="85" y="77914"/>
                      <a:pt x="-677" y="80772"/>
                      <a:pt x="656" y="83058"/>
                    </a:cubicBezTo>
                    <a:lnTo>
                      <a:pt x="7800" y="95441"/>
                    </a:lnTo>
                    <a:cubicBezTo>
                      <a:pt x="9133" y="97726"/>
                      <a:pt x="11991" y="98489"/>
                      <a:pt x="14277" y="97155"/>
                    </a:cubicBezTo>
                    <a:lnTo>
                      <a:pt x="23897" y="91630"/>
                    </a:lnTo>
                    <a:cubicBezTo>
                      <a:pt x="29422" y="97060"/>
                      <a:pt x="36280" y="101060"/>
                      <a:pt x="43804" y="103060"/>
                    </a:cubicBezTo>
                    <a:lnTo>
                      <a:pt x="43804" y="114205"/>
                    </a:lnTo>
                    <a:cubicBezTo>
                      <a:pt x="43804" y="116872"/>
                      <a:pt x="45900" y="118967"/>
                      <a:pt x="48567" y="118967"/>
                    </a:cubicBezTo>
                    <a:lnTo>
                      <a:pt x="62854" y="118967"/>
                    </a:lnTo>
                    <a:cubicBezTo>
                      <a:pt x="65521" y="118967"/>
                      <a:pt x="67617" y="116872"/>
                      <a:pt x="67617" y="114205"/>
                    </a:cubicBezTo>
                    <a:lnTo>
                      <a:pt x="67617" y="103060"/>
                    </a:lnTo>
                    <a:cubicBezTo>
                      <a:pt x="75142" y="100965"/>
                      <a:pt x="82000" y="97060"/>
                      <a:pt x="87524" y="91535"/>
                    </a:cubicBezTo>
                    <a:lnTo>
                      <a:pt x="97144" y="97060"/>
                    </a:lnTo>
                    <a:cubicBezTo>
                      <a:pt x="99430" y="98393"/>
                      <a:pt x="102288" y="97631"/>
                      <a:pt x="103621" y="95345"/>
                    </a:cubicBezTo>
                    <a:lnTo>
                      <a:pt x="110765" y="82963"/>
                    </a:lnTo>
                    <a:cubicBezTo>
                      <a:pt x="112099" y="80867"/>
                      <a:pt x="111241" y="77914"/>
                      <a:pt x="109051" y="76581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tx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es-E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14" name="Freeform: Shape 380">
                <a:extLst>
                  <a:ext uri="{FF2B5EF4-FFF2-40B4-BE49-F238E27FC236}">
                    <a16:creationId xmlns:a16="http://schemas.microsoft.com/office/drawing/2014/main" id="{5265EAA6-53B4-194C-9EF8-821DF6706713}"/>
                  </a:ext>
                </a:extLst>
              </p:cNvPr>
              <p:cNvSpPr/>
              <p:nvPr/>
            </p:nvSpPr>
            <p:spPr>
              <a:xfrm>
                <a:off x="2149654" y="3285363"/>
                <a:ext cx="38100" cy="38100"/>
              </a:xfrm>
              <a:custGeom>
                <a:avLst/>
                <a:gdLst>
                  <a:gd name="connsiteX0" fmla="*/ 21431 w 38100"/>
                  <a:gd name="connsiteY0" fmla="*/ 42863 h 38100"/>
                  <a:gd name="connsiteX1" fmla="*/ 42863 w 38100"/>
                  <a:gd name="connsiteY1" fmla="*/ 21431 h 38100"/>
                  <a:gd name="connsiteX2" fmla="*/ 21431 w 38100"/>
                  <a:gd name="connsiteY2" fmla="*/ 0 h 38100"/>
                  <a:gd name="connsiteX3" fmla="*/ 0 w 38100"/>
                  <a:gd name="connsiteY3" fmla="*/ 21431 h 38100"/>
                  <a:gd name="connsiteX4" fmla="*/ 21431 w 38100"/>
                  <a:gd name="connsiteY4" fmla="*/ 4286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21431" y="42863"/>
                    </a:moveTo>
                    <a:cubicBezTo>
                      <a:pt x="33242" y="42863"/>
                      <a:pt x="42863" y="33242"/>
                      <a:pt x="42863" y="21431"/>
                    </a:cubicBezTo>
                    <a:cubicBezTo>
                      <a:pt x="42863" y="9620"/>
                      <a:pt x="33242" y="0"/>
                      <a:pt x="21431" y="0"/>
                    </a:cubicBezTo>
                    <a:cubicBezTo>
                      <a:pt x="9620" y="0"/>
                      <a:pt x="0" y="9620"/>
                      <a:pt x="0" y="21431"/>
                    </a:cubicBezTo>
                    <a:cubicBezTo>
                      <a:pt x="0" y="33242"/>
                      <a:pt x="9620" y="42863"/>
                      <a:pt x="21431" y="42863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tx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es-E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15" name="Freeform: Shape 381">
                <a:extLst>
                  <a:ext uri="{FF2B5EF4-FFF2-40B4-BE49-F238E27FC236}">
                    <a16:creationId xmlns:a16="http://schemas.microsoft.com/office/drawing/2014/main" id="{7B80010B-D0A3-03C0-A0D6-4CDD125C10E2}"/>
                  </a:ext>
                </a:extLst>
              </p:cNvPr>
              <p:cNvSpPr/>
              <p:nvPr/>
            </p:nvSpPr>
            <p:spPr>
              <a:xfrm>
                <a:off x="2115375" y="3247263"/>
                <a:ext cx="104775" cy="114300"/>
              </a:xfrm>
              <a:custGeom>
                <a:avLst/>
                <a:gdLst>
                  <a:gd name="connsiteX0" fmla="*/ 2371 w 104775"/>
                  <a:gd name="connsiteY0" fmla="*/ 42481 h 114300"/>
                  <a:gd name="connsiteX1" fmla="*/ 11991 w 104775"/>
                  <a:gd name="connsiteY1" fmla="*/ 48006 h 114300"/>
                  <a:gd name="connsiteX2" fmla="*/ 11991 w 104775"/>
                  <a:gd name="connsiteY2" fmla="*/ 71056 h 114300"/>
                  <a:gd name="connsiteX3" fmla="*/ 2371 w 104775"/>
                  <a:gd name="connsiteY3" fmla="*/ 76581 h 114300"/>
                  <a:gd name="connsiteX4" fmla="*/ 656 w 104775"/>
                  <a:gd name="connsiteY4" fmla="*/ 83058 h 114300"/>
                  <a:gd name="connsiteX5" fmla="*/ 7800 w 104775"/>
                  <a:gd name="connsiteY5" fmla="*/ 95441 h 114300"/>
                  <a:gd name="connsiteX6" fmla="*/ 14277 w 104775"/>
                  <a:gd name="connsiteY6" fmla="*/ 97155 h 114300"/>
                  <a:gd name="connsiteX7" fmla="*/ 23897 w 104775"/>
                  <a:gd name="connsiteY7" fmla="*/ 91630 h 114300"/>
                  <a:gd name="connsiteX8" fmla="*/ 43804 w 104775"/>
                  <a:gd name="connsiteY8" fmla="*/ 103156 h 114300"/>
                  <a:gd name="connsiteX9" fmla="*/ 43804 w 104775"/>
                  <a:gd name="connsiteY9" fmla="*/ 114300 h 114300"/>
                  <a:gd name="connsiteX10" fmla="*/ 48567 w 104775"/>
                  <a:gd name="connsiteY10" fmla="*/ 119063 h 114300"/>
                  <a:gd name="connsiteX11" fmla="*/ 62854 w 104775"/>
                  <a:gd name="connsiteY11" fmla="*/ 119063 h 114300"/>
                  <a:gd name="connsiteX12" fmla="*/ 67617 w 104775"/>
                  <a:gd name="connsiteY12" fmla="*/ 114300 h 114300"/>
                  <a:gd name="connsiteX13" fmla="*/ 67617 w 104775"/>
                  <a:gd name="connsiteY13" fmla="*/ 103156 h 114300"/>
                  <a:gd name="connsiteX14" fmla="*/ 87524 w 104775"/>
                  <a:gd name="connsiteY14" fmla="*/ 91630 h 114300"/>
                  <a:gd name="connsiteX15" fmla="*/ 97144 w 104775"/>
                  <a:gd name="connsiteY15" fmla="*/ 97155 h 114300"/>
                  <a:gd name="connsiteX16" fmla="*/ 103621 w 104775"/>
                  <a:gd name="connsiteY16" fmla="*/ 95441 h 114300"/>
                  <a:gd name="connsiteX17" fmla="*/ 110765 w 104775"/>
                  <a:gd name="connsiteY17" fmla="*/ 83058 h 114300"/>
                  <a:gd name="connsiteX18" fmla="*/ 109051 w 104775"/>
                  <a:gd name="connsiteY18" fmla="*/ 76581 h 114300"/>
                  <a:gd name="connsiteX19" fmla="*/ 99430 w 104775"/>
                  <a:gd name="connsiteY19" fmla="*/ 71056 h 114300"/>
                  <a:gd name="connsiteX20" fmla="*/ 99430 w 104775"/>
                  <a:gd name="connsiteY20" fmla="*/ 48006 h 114300"/>
                  <a:gd name="connsiteX21" fmla="*/ 109051 w 104775"/>
                  <a:gd name="connsiteY21" fmla="*/ 42481 h 114300"/>
                  <a:gd name="connsiteX22" fmla="*/ 110765 w 104775"/>
                  <a:gd name="connsiteY22" fmla="*/ 36004 h 114300"/>
                  <a:gd name="connsiteX23" fmla="*/ 103621 w 104775"/>
                  <a:gd name="connsiteY23" fmla="*/ 23622 h 114300"/>
                  <a:gd name="connsiteX24" fmla="*/ 97144 w 104775"/>
                  <a:gd name="connsiteY24" fmla="*/ 21907 h 114300"/>
                  <a:gd name="connsiteX25" fmla="*/ 87524 w 104775"/>
                  <a:gd name="connsiteY25" fmla="*/ 27432 h 114300"/>
                  <a:gd name="connsiteX26" fmla="*/ 67617 w 104775"/>
                  <a:gd name="connsiteY26" fmla="*/ 15907 h 114300"/>
                  <a:gd name="connsiteX27" fmla="*/ 67617 w 104775"/>
                  <a:gd name="connsiteY27" fmla="*/ 4763 h 114300"/>
                  <a:gd name="connsiteX28" fmla="*/ 62854 w 104775"/>
                  <a:gd name="connsiteY28" fmla="*/ 0 h 114300"/>
                  <a:gd name="connsiteX29" fmla="*/ 48567 w 104775"/>
                  <a:gd name="connsiteY29" fmla="*/ 0 h 114300"/>
                  <a:gd name="connsiteX30" fmla="*/ 43804 w 104775"/>
                  <a:gd name="connsiteY30" fmla="*/ 4763 h 114300"/>
                  <a:gd name="connsiteX31" fmla="*/ 43804 w 104775"/>
                  <a:gd name="connsiteY31" fmla="*/ 15907 h 114300"/>
                  <a:gd name="connsiteX32" fmla="*/ 23897 w 104775"/>
                  <a:gd name="connsiteY32" fmla="*/ 27432 h 114300"/>
                  <a:gd name="connsiteX33" fmla="*/ 14277 w 104775"/>
                  <a:gd name="connsiteY33" fmla="*/ 21907 h 114300"/>
                  <a:gd name="connsiteX34" fmla="*/ 7800 w 104775"/>
                  <a:gd name="connsiteY34" fmla="*/ 23622 h 114300"/>
                  <a:gd name="connsiteX35" fmla="*/ 656 w 104775"/>
                  <a:gd name="connsiteY35" fmla="*/ 36004 h 114300"/>
                  <a:gd name="connsiteX36" fmla="*/ 2371 w 104775"/>
                  <a:gd name="connsiteY36" fmla="*/ 42481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104775" h="114300">
                    <a:moveTo>
                      <a:pt x="2371" y="42481"/>
                    </a:moveTo>
                    <a:lnTo>
                      <a:pt x="11991" y="48006"/>
                    </a:lnTo>
                    <a:cubicBezTo>
                      <a:pt x="9991" y="55531"/>
                      <a:pt x="9991" y="63532"/>
                      <a:pt x="11991" y="71056"/>
                    </a:cubicBezTo>
                    <a:lnTo>
                      <a:pt x="2371" y="76581"/>
                    </a:lnTo>
                    <a:cubicBezTo>
                      <a:pt x="85" y="77915"/>
                      <a:pt x="-677" y="80772"/>
                      <a:pt x="656" y="83058"/>
                    </a:cubicBezTo>
                    <a:lnTo>
                      <a:pt x="7800" y="95441"/>
                    </a:lnTo>
                    <a:cubicBezTo>
                      <a:pt x="9133" y="97726"/>
                      <a:pt x="11991" y="98489"/>
                      <a:pt x="14277" y="97155"/>
                    </a:cubicBezTo>
                    <a:lnTo>
                      <a:pt x="23897" y="91630"/>
                    </a:lnTo>
                    <a:cubicBezTo>
                      <a:pt x="29422" y="97155"/>
                      <a:pt x="36280" y="101060"/>
                      <a:pt x="43804" y="103156"/>
                    </a:cubicBezTo>
                    <a:lnTo>
                      <a:pt x="43804" y="114300"/>
                    </a:lnTo>
                    <a:cubicBezTo>
                      <a:pt x="43804" y="116967"/>
                      <a:pt x="45900" y="119063"/>
                      <a:pt x="48567" y="119063"/>
                    </a:cubicBezTo>
                    <a:lnTo>
                      <a:pt x="62854" y="119063"/>
                    </a:lnTo>
                    <a:cubicBezTo>
                      <a:pt x="65521" y="119063"/>
                      <a:pt x="67617" y="116967"/>
                      <a:pt x="67617" y="114300"/>
                    </a:cubicBezTo>
                    <a:lnTo>
                      <a:pt x="67617" y="103156"/>
                    </a:lnTo>
                    <a:cubicBezTo>
                      <a:pt x="75142" y="101060"/>
                      <a:pt x="82000" y="97155"/>
                      <a:pt x="87524" y="91630"/>
                    </a:cubicBezTo>
                    <a:lnTo>
                      <a:pt x="97144" y="97155"/>
                    </a:lnTo>
                    <a:cubicBezTo>
                      <a:pt x="99430" y="98489"/>
                      <a:pt x="102288" y="97726"/>
                      <a:pt x="103621" y="95441"/>
                    </a:cubicBezTo>
                    <a:lnTo>
                      <a:pt x="110765" y="83058"/>
                    </a:lnTo>
                    <a:cubicBezTo>
                      <a:pt x="112099" y="80772"/>
                      <a:pt x="111337" y="77915"/>
                      <a:pt x="109051" y="76581"/>
                    </a:cubicBezTo>
                    <a:lnTo>
                      <a:pt x="99430" y="71056"/>
                    </a:lnTo>
                    <a:cubicBezTo>
                      <a:pt x="101431" y="63532"/>
                      <a:pt x="101431" y="55531"/>
                      <a:pt x="99430" y="48006"/>
                    </a:cubicBezTo>
                    <a:lnTo>
                      <a:pt x="109051" y="42481"/>
                    </a:lnTo>
                    <a:cubicBezTo>
                      <a:pt x="111337" y="41148"/>
                      <a:pt x="112099" y="38291"/>
                      <a:pt x="110765" y="36004"/>
                    </a:cubicBezTo>
                    <a:lnTo>
                      <a:pt x="103621" y="23622"/>
                    </a:lnTo>
                    <a:cubicBezTo>
                      <a:pt x="102288" y="21336"/>
                      <a:pt x="99430" y="20574"/>
                      <a:pt x="97144" y="21907"/>
                    </a:cubicBezTo>
                    <a:lnTo>
                      <a:pt x="87524" y="27432"/>
                    </a:lnTo>
                    <a:cubicBezTo>
                      <a:pt x="82000" y="21907"/>
                      <a:pt x="75142" y="18002"/>
                      <a:pt x="67617" y="15907"/>
                    </a:cubicBezTo>
                    <a:lnTo>
                      <a:pt x="67617" y="4763"/>
                    </a:lnTo>
                    <a:cubicBezTo>
                      <a:pt x="67617" y="2096"/>
                      <a:pt x="65521" y="0"/>
                      <a:pt x="62854" y="0"/>
                    </a:cubicBezTo>
                    <a:lnTo>
                      <a:pt x="48567" y="0"/>
                    </a:lnTo>
                    <a:cubicBezTo>
                      <a:pt x="45900" y="0"/>
                      <a:pt x="43804" y="2096"/>
                      <a:pt x="43804" y="4763"/>
                    </a:cubicBezTo>
                    <a:lnTo>
                      <a:pt x="43804" y="15907"/>
                    </a:lnTo>
                    <a:cubicBezTo>
                      <a:pt x="36280" y="18002"/>
                      <a:pt x="29422" y="21907"/>
                      <a:pt x="23897" y="27432"/>
                    </a:cubicBezTo>
                    <a:lnTo>
                      <a:pt x="14277" y="21907"/>
                    </a:lnTo>
                    <a:cubicBezTo>
                      <a:pt x="11991" y="20574"/>
                      <a:pt x="9133" y="21336"/>
                      <a:pt x="7800" y="23622"/>
                    </a:cubicBezTo>
                    <a:lnTo>
                      <a:pt x="656" y="36004"/>
                    </a:lnTo>
                    <a:cubicBezTo>
                      <a:pt x="-677" y="38195"/>
                      <a:pt x="85" y="41148"/>
                      <a:pt x="2371" y="42481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tx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es-ES" dirty="0">
                  <a:solidFill>
                    <a:prstClr val="black"/>
                  </a:solidFill>
                </a:endParaRPr>
              </a:p>
            </p:txBody>
          </p:sp>
        </p:grpSp>
        <p:cxnSp>
          <p:nvCxnSpPr>
            <p:cNvPr id="116" name="Conector recto de flecha 10">
              <a:extLst>
                <a:ext uri="{FF2B5EF4-FFF2-40B4-BE49-F238E27FC236}">
                  <a16:creationId xmlns:a16="http://schemas.microsoft.com/office/drawing/2014/main" id="{FE92A5CA-8C3D-51CA-208D-2CB44C517198}"/>
                </a:ext>
              </a:extLst>
            </p:cNvPr>
            <p:cNvCxnSpPr>
              <a:cxnSpLocks/>
            </p:cNvCxnSpPr>
            <p:nvPr/>
          </p:nvCxnSpPr>
          <p:spPr>
            <a:xfrm>
              <a:off x="7024641" y="3771971"/>
              <a:ext cx="0" cy="39322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7" name="Grupo 10">
              <a:extLst>
                <a:ext uri="{FF2B5EF4-FFF2-40B4-BE49-F238E27FC236}">
                  <a16:creationId xmlns:a16="http://schemas.microsoft.com/office/drawing/2014/main" id="{3AB4926B-7A5E-F647-E0D8-4B12223B418C}"/>
                </a:ext>
              </a:extLst>
            </p:cNvPr>
            <p:cNvGrpSpPr/>
            <p:nvPr/>
          </p:nvGrpSpPr>
          <p:grpSpPr>
            <a:xfrm>
              <a:off x="6096687" y="3320509"/>
              <a:ext cx="1842401" cy="441238"/>
              <a:chOff x="6096687" y="3666618"/>
              <a:chExt cx="1842401" cy="441238"/>
            </a:xfrm>
          </p:grpSpPr>
          <p:sp>
            <p:nvSpPr>
              <p:cNvPr id="118" name="Rectángulo: esquinas redondeadas 101">
                <a:extLst>
                  <a:ext uri="{FF2B5EF4-FFF2-40B4-BE49-F238E27FC236}">
                    <a16:creationId xmlns:a16="http://schemas.microsoft.com/office/drawing/2014/main" id="{F767B09F-D7A1-84B5-0945-C5F1D016920C}"/>
                  </a:ext>
                </a:extLst>
              </p:cNvPr>
              <p:cNvSpPr/>
              <p:nvPr/>
            </p:nvSpPr>
            <p:spPr>
              <a:xfrm>
                <a:off x="6096687" y="3666618"/>
                <a:ext cx="1842401" cy="441238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rIns="72000" rtlCol="0" anchor="ctr"/>
              <a:lstStyle/>
              <a:p>
                <a:pPr algn="ctr">
                  <a:defRPr/>
                </a:pPr>
                <a:r>
                  <a:rPr lang="es-ES" sz="1200" dirty="0" err="1">
                    <a:solidFill>
                      <a:srgbClr val="EB0000"/>
                    </a:solidFill>
                    <a:latin typeface="Santander Text" panose="020B0504020201020104"/>
                  </a:rPr>
                  <a:t>Staging</a:t>
                </a:r>
                <a:endParaRPr lang="es-ES" sz="1200" dirty="0">
                  <a:solidFill>
                    <a:srgbClr val="EB0000"/>
                  </a:solidFill>
                  <a:latin typeface="Santander Text" panose="020B0504020201020104"/>
                </a:endParaRPr>
              </a:p>
            </p:txBody>
          </p:sp>
          <p:pic>
            <p:nvPicPr>
              <p:cNvPr id="119" name="Picture 28" descr="Logo&#10;&#10;Description automatically generated">
                <a:extLst>
                  <a:ext uri="{FF2B5EF4-FFF2-40B4-BE49-F238E27FC236}">
                    <a16:creationId xmlns:a16="http://schemas.microsoft.com/office/drawing/2014/main" id="{9F01AD98-2DEA-993B-BB3A-636852B1A5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27977" y="3696252"/>
                <a:ext cx="202130" cy="157514"/>
              </a:xfrm>
              <a:prstGeom prst="rect">
                <a:avLst/>
              </a:prstGeom>
            </p:spPr>
          </p:pic>
        </p:grpSp>
        <p:sp>
          <p:nvSpPr>
            <p:cNvPr id="120" name="Rectángulo: esquinas redondeadas 51">
              <a:extLst>
                <a:ext uri="{FF2B5EF4-FFF2-40B4-BE49-F238E27FC236}">
                  <a16:creationId xmlns:a16="http://schemas.microsoft.com/office/drawing/2014/main" id="{F7B76986-3D08-DC98-4B04-5AAD6121B2EA}"/>
                </a:ext>
              </a:extLst>
            </p:cNvPr>
            <p:cNvSpPr/>
            <p:nvPr/>
          </p:nvSpPr>
          <p:spPr>
            <a:xfrm>
              <a:off x="3129464" y="2912516"/>
              <a:ext cx="974469" cy="190493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B0F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defRPr/>
              </a:pPr>
              <a:r>
                <a:rPr lang="es-ES" sz="1100" b="1" dirty="0" err="1">
                  <a:solidFill>
                    <a:prstClr val="black"/>
                  </a:solidFill>
                  <a:latin typeface="Santander Text" panose="020B0504020201020104"/>
                </a:rPr>
                <a:t>Landing</a:t>
              </a:r>
              <a:endParaRPr lang="es-ES" sz="1100" b="1" dirty="0">
                <a:solidFill>
                  <a:prstClr val="black"/>
                </a:solidFill>
                <a:latin typeface="Santander Text" panose="020B0504020201020104"/>
              </a:endParaRPr>
            </a:p>
            <a:p>
              <a:pPr algn="ctr">
                <a:defRPr/>
              </a:pPr>
              <a:r>
                <a:rPr lang="es-ES" sz="1100" b="1" dirty="0">
                  <a:solidFill>
                    <a:prstClr val="black"/>
                  </a:solidFill>
                  <a:latin typeface="Santander Text" panose="020B0504020201020104"/>
                </a:rPr>
                <a:t>Layer</a:t>
              </a:r>
            </a:p>
          </p:txBody>
        </p:sp>
        <p:grpSp>
          <p:nvGrpSpPr>
            <p:cNvPr id="121" name="Group 890">
              <a:extLst>
                <a:ext uri="{FF2B5EF4-FFF2-40B4-BE49-F238E27FC236}">
                  <a16:creationId xmlns:a16="http://schemas.microsoft.com/office/drawing/2014/main" id="{B3D13D14-143F-B811-3436-8A3AE358D75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514735" y="3443849"/>
              <a:ext cx="202259" cy="213798"/>
              <a:chOff x="4484947" y="3444096"/>
              <a:chExt cx="510437" cy="575941"/>
            </a:xfrm>
            <a:solidFill>
              <a:schemeClr val="bg1"/>
            </a:solidFill>
          </p:grpSpPr>
          <p:sp>
            <p:nvSpPr>
              <p:cNvPr id="122" name="Freeform 48">
                <a:extLst>
                  <a:ext uri="{FF2B5EF4-FFF2-40B4-BE49-F238E27FC236}">
                    <a16:creationId xmlns:a16="http://schemas.microsoft.com/office/drawing/2014/main" id="{DAF15054-0D86-D458-67BF-40B3EE6191E0}"/>
                  </a:ext>
                </a:extLst>
              </p:cNvPr>
              <p:cNvSpPr/>
              <p:nvPr/>
            </p:nvSpPr>
            <p:spPr>
              <a:xfrm>
                <a:off x="4634226" y="3626060"/>
                <a:ext cx="212014" cy="212026"/>
              </a:xfrm>
              <a:custGeom>
                <a:avLst/>
                <a:gdLst>
                  <a:gd name="connsiteX0" fmla="*/ 212014 w 212014"/>
                  <a:gd name="connsiteY0" fmla="*/ 106007 h 212026"/>
                  <a:gd name="connsiteX1" fmla="*/ 105994 w 212014"/>
                  <a:gd name="connsiteY1" fmla="*/ 212026 h 212026"/>
                  <a:gd name="connsiteX2" fmla="*/ 0 w 212014"/>
                  <a:gd name="connsiteY2" fmla="*/ 106007 h 212026"/>
                  <a:gd name="connsiteX3" fmla="*/ 105994 w 212014"/>
                  <a:gd name="connsiteY3" fmla="*/ 0 h 212026"/>
                  <a:gd name="connsiteX4" fmla="*/ 212014 w 212014"/>
                  <a:gd name="connsiteY4" fmla="*/ 106007 h 212026"/>
                </a:gdLst>
                <a:ahLst/>
                <a:cxnLst>
                  <a:cxn ang="0">
                    <a:pos x="connsiteX0" y="connsiteY0"/>
                  </a:cxn>
                  <a:cxn ang="1">
                    <a:pos x="connsiteX1" y="connsiteY1"/>
                  </a:cxn>
                  <a:cxn ang="2">
                    <a:pos x="connsiteX2" y="connsiteY2"/>
                  </a:cxn>
                  <a:cxn ang="3">
                    <a:pos x="connsiteX3" y="connsiteY3"/>
                  </a:cxn>
                  <a:cxn ang="4">
                    <a:pos x="connsiteX4" y="connsiteY4"/>
                  </a:cxn>
                </a:cxnLst>
                <a:rect l="l" t="t" r="r" b="b"/>
                <a:pathLst>
                  <a:path w="212014" h="212026">
                    <a:moveTo>
                      <a:pt x="212014" y="106007"/>
                    </a:moveTo>
                    <a:cubicBezTo>
                      <a:pt x="212014" y="164554"/>
                      <a:pt x="164554" y="212026"/>
                      <a:pt x="105994" y="212026"/>
                    </a:cubicBezTo>
                    <a:cubicBezTo>
                      <a:pt x="47460" y="212026"/>
                      <a:pt x="0" y="164554"/>
                      <a:pt x="0" y="106007"/>
                    </a:cubicBezTo>
                    <a:cubicBezTo>
                      <a:pt x="0" y="47473"/>
                      <a:pt x="47460" y="0"/>
                      <a:pt x="105994" y="0"/>
                    </a:cubicBezTo>
                    <a:cubicBezTo>
                      <a:pt x="164554" y="0"/>
                      <a:pt x="212014" y="47473"/>
                      <a:pt x="212014" y="106007"/>
                    </a:cubicBezTo>
                    <a:close/>
                  </a:path>
                </a:pathLst>
              </a:custGeom>
              <a:grpFill/>
              <a:ln w="12700" cap="flat">
                <a:solidFill>
                  <a:schemeClr val="tx2"/>
                </a:solidFill>
                <a:prstDash val="solid"/>
              </a:ln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s-ES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123" name="Freeform 49">
                <a:extLst>
                  <a:ext uri="{FF2B5EF4-FFF2-40B4-BE49-F238E27FC236}">
                    <a16:creationId xmlns:a16="http://schemas.microsoft.com/office/drawing/2014/main" id="{05883452-EFBA-0D77-8476-6669092FCF56}"/>
                  </a:ext>
                </a:extLst>
              </p:cNvPr>
              <p:cNvSpPr/>
              <p:nvPr/>
            </p:nvSpPr>
            <p:spPr>
              <a:xfrm>
                <a:off x="4740225" y="3838085"/>
                <a:ext cx="0" cy="94056"/>
              </a:xfrm>
              <a:custGeom>
                <a:avLst/>
                <a:gdLst>
                  <a:gd name="connsiteX0" fmla="*/ 0 w 0"/>
                  <a:gd name="connsiteY0" fmla="*/ 94056 h 94056"/>
                  <a:gd name="connsiteX1" fmla="*/ 0 w 0"/>
                  <a:gd name="connsiteY1" fmla="*/ 0 h 94056"/>
                </a:gdLst>
                <a:ahLst/>
                <a:cxnLst>
                  <a:cxn ang="0">
                    <a:pos x="connsiteX0" y="connsiteY0"/>
                  </a:cxn>
                  <a:cxn ang="1">
                    <a:pos x="connsiteX1" y="connsiteY1"/>
                  </a:cxn>
                </a:cxnLst>
                <a:rect l="l" t="t" r="r" b="b"/>
                <a:pathLst>
                  <a:path h="94056">
                    <a:moveTo>
                      <a:pt x="0" y="94056"/>
                    </a:moveTo>
                    <a:lnTo>
                      <a:pt x="0" y="0"/>
                    </a:lnTo>
                  </a:path>
                </a:pathLst>
              </a:custGeom>
              <a:grpFill/>
              <a:ln w="12700" cap="rnd">
                <a:solidFill>
                  <a:schemeClr val="tx2"/>
                </a:solidFill>
                <a:prstDash val="solid"/>
              </a:ln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s-ES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124" name="Freeform 3">
                <a:extLst>
                  <a:ext uri="{FF2B5EF4-FFF2-40B4-BE49-F238E27FC236}">
                    <a16:creationId xmlns:a16="http://schemas.microsoft.com/office/drawing/2014/main" id="{800C3890-AF2E-3477-A73A-4B0AC4E1BCA2}"/>
                  </a:ext>
                </a:extLst>
              </p:cNvPr>
              <p:cNvSpPr/>
              <p:nvPr/>
            </p:nvSpPr>
            <p:spPr>
              <a:xfrm>
                <a:off x="4740225" y="3531995"/>
                <a:ext cx="0" cy="94069"/>
              </a:xfrm>
              <a:custGeom>
                <a:avLst/>
                <a:gdLst>
                  <a:gd name="connsiteX0" fmla="*/ 0 w 0"/>
                  <a:gd name="connsiteY0" fmla="*/ 94069 h 94069"/>
                  <a:gd name="connsiteX1" fmla="*/ 0 w 0"/>
                  <a:gd name="connsiteY1" fmla="*/ 0 h 94069"/>
                </a:gdLst>
                <a:ahLst/>
                <a:cxnLst>
                  <a:cxn ang="0">
                    <a:pos x="connsiteX0" y="connsiteY0"/>
                  </a:cxn>
                  <a:cxn ang="1">
                    <a:pos x="connsiteX1" y="connsiteY1"/>
                  </a:cxn>
                </a:cxnLst>
                <a:rect l="l" t="t" r="r" b="b"/>
                <a:pathLst>
                  <a:path h="94069">
                    <a:moveTo>
                      <a:pt x="0" y="94069"/>
                    </a:moveTo>
                    <a:lnTo>
                      <a:pt x="0" y="0"/>
                    </a:lnTo>
                  </a:path>
                </a:pathLst>
              </a:custGeom>
              <a:grpFill/>
              <a:ln w="12700" cap="rnd">
                <a:solidFill>
                  <a:schemeClr val="tx2"/>
                </a:solidFill>
                <a:prstDash val="solid"/>
              </a:ln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s-ES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125" name="Freeform 3">
                <a:extLst>
                  <a:ext uri="{FF2B5EF4-FFF2-40B4-BE49-F238E27FC236}">
                    <a16:creationId xmlns:a16="http://schemas.microsoft.com/office/drawing/2014/main" id="{8B139714-81ED-3EAF-7D58-CF0D79068FDE}"/>
                  </a:ext>
                </a:extLst>
              </p:cNvPr>
              <p:cNvSpPr/>
              <p:nvPr/>
            </p:nvSpPr>
            <p:spPr>
              <a:xfrm>
                <a:off x="4696282" y="3444096"/>
                <a:ext cx="87897" cy="87897"/>
              </a:xfrm>
              <a:custGeom>
                <a:avLst/>
                <a:gdLst>
                  <a:gd name="connsiteX0" fmla="*/ 87897 w 87897"/>
                  <a:gd name="connsiteY0" fmla="*/ 43955 h 87897"/>
                  <a:gd name="connsiteX1" fmla="*/ 43942 w 87897"/>
                  <a:gd name="connsiteY1" fmla="*/ 87897 h 87897"/>
                  <a:gd name="connsiteX2" fmla="*/ 0 w 87897"/>
                  <a:gd name="connsiteY2" fmla="*/ 43955 h 87897"/>
                  <a:gd name="connsiteX3" fmla="*/ 43942 w 87897"/>
                  <a:gd name="connsiteY3" fmla="*/ 0 h 87897"/>
                  <a:gd name="connsiteX4" fmla="*/ 87897 w 87897"/>
                  <a:gd name="connsiteY4" fmla="*/ 43955 h 87897"/>
                </a:gdLst>
                <a:ahLst/>
                <a:cxnLst>
                  <a:cxn ang="0">
                    <a:pos x="connsiteX0" y="connsiteY0"/>
                  </a:cxn>
                  <a:cxn ang="1">
                    <a:pos x="connsiteX1" y="connsiteY1"/>
                  </a:cxn>
                  <a:cxn ang="2">
                    <a:pos x="connsiteX2" y="connsiteY2"/>
                  </a:cxn>
                  <a:cxn ang="3">
                    <a:pos x="connsiteX3" y="connsiteY3"/>
                  </a:cxn>
                  <a:cxn ang="4">
                    <a:pos x="connsiteX4" y="connsiteY4"/>
                  </a:cxn>
                </a:cxnLst>
                <a:rect l="l" t="t" r="r" b="b"/>
                <a:pathLst>
                  <a:path w="87897" h="87897">
                    <a:moveTo>
                      <a:pt x="87897" y="43955"/>
                    </a:moveTo>
                    <a:cubicBezTo>
                      <a:pt x="87897" y="68224"/>
                      <a:pt x="68212" y="87897"/>
                      <a:pt x="43942" y="87897"/>
                    </a:cubicBezTo>
                    <a:cubicBezTo>
                      <a:pt x="19672" y="87897"/>
                      <a:pt x="0" y="68224"/>
                      <a:pt x="0" y="43955"/>
                    </a:cubicBezTo>
                    <a:cubicBezTo>
                      <a:pt x="0" y="19685"/>
                      <a:pt x="19672" y="0"/>
                      <a:pt x="43942" y="0"/>
                    </a:cubicBezTo>
                    <a:cubicBezTo>
                      <a:pt x="68212" y="0"/>
                      <a:pt x="87897" y="19685"/>
                      <a:pt x="87897" y="43955"/>
                    </a:cubicBezTo>
                    <a:close/>
                  </a:path>
                </a:pathLst>
              </a:custGeom>
              <a:grpFill/>
              <a:ln w="12700" cap="flat">
                <a:solidFill>
                  <a:schemeClr val="tx2"/>
                </a:solidFill>
                <a:prstDash val="solid"/>
              </a:ln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s-ES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126" name="Freeform 3">
                <a:extLst>
                  <a:ext uri="{FF2B5EF4-FFF2-40B4-BE49-F238E27FC236}">
                    <a16:creationId xmlns:a16="http://schemas.microsoft.com/office/drawing/2014/main" id="{BD090CD8-C61B-F9D0-3E26-246F62C5216B}"/>
                  </a:ext>
                </a:extLst>
              </p:cNvPr>
              <p:cNvSpPr/>
              <p:nvPr/>
            </p:nvSpPr>
            <p:spPr>
              <a:xfrm>
                <a:off x="4566966" y="3632044"/>
                <a:ext cx="81458" cy="47028"/>
              </a:xfrm>
              <a:custGeom>
                <a:avLst/>
                <a:gdLst>
                  <a:gd name="connsiteX0" fmla="*/ 81458 w 81458"/>
                  <a:gd name="connsiteY0" fmla="*/ 47028 h 47028"/>
                  <a:gd name="connsiteX1" fmla="*/ 0 w 81458"/>
                  <a:gd name="connsiteY1" fmla="*/ 0 h 47028"/>
                </a:gdLst>
                <a:ahLst/>
                <a:cxnLst>
                  <a:cxn ang="0">
                    <a:pos x="connsiteX0" y="connsiteY0"/>
                  </a:cxn>
                  <a:cxn ang="1">
                    <a:pos x="connsiteX1" y="connsiteY1"/>
                  </a:cxn>
                </a:cxnLst>
                <a:rect l="l" t="t" r="r" b="b"/>
                <a:pathLst>
                  <a:path w="81458" h="47028">
                    <a:moveTo>
                      <a:pt x="81458" y="47028"/>
                    </a:moveTo>
                    <a:lnTo>
                      <a:pt x="0" y="0"/>
                    </a:lnTo>
                  </a:path>
                </a:pathLst>
              </a:custGeom>
              <a:grpFill/>
              <a:ln w="12700" cap="rnd">
                <a:solidFill>
                  <a:schemeClr val="tx2"/>
                </a:solidFill>
                <a:prstDash val="solid"/>
              </a:ln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s-ES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127" name="Freeform 3">
                <a:extLst>
                  <a:ext uri="{FF2B5EF4-FFF2-40B4-BE49-F238E27FC236}">
                    <a16:creationId xmlns:a16="http://schemas.microsoft.com/office/drawing/2014/main" id="{949DA013-692C-6408-A3E6-5391C78387F7}"/>
                  </a:ext>
                </a:extLst>
              </p:cNvPr>
              <p:cNvSpPr/>
              <p:nvPr/>
            </p:nvSpPr>
            <p:spPr>
              <a:xfrm>
                <a:off x="4484947" y="3566109"/>
                <a:ext cx="87913" cy="87908"/>
              </a:xfrm>
              <a:custGeom>
                <a:avLst/>
                <a:gdLst>
                  <a:gd name="connsiteX0" fmla="*/ 65932 w 87913"/>
                  <a:gd name="connsiteY0" fmla="*/ 5893 h 87908"/>
                  <a:gd name="connsiteX1" fmla="*/ 82023 w 87913"/>
                  <a:gd name="connsiteY1" fmla="*/ 65939 h 87908"/>
                  <a:gd name="connsiteX2" fmla="*/ 21990 w 87913"/>
                  <a:gd name="connsiteY2" fmla="*/ 82017 h 87908"/>
                  <a:gd name="connsiteX3" fmla="*/ 5899 w 87913"/>
                  <a:gd name="connsiteY3" fmla="*/ 21984 h 87908"/>
                  <a:gd name="connsiteX4" fmla="*/ 65932 w 87913"/>
                  <a:gd name="connsiteY4" fmla="*/ 5893 h 87908"/>
                </a:gdLst>
                <a:ahLst/>
                <a:cxnLst>
                  <a:cxn ang="0">
                    <a:pos x="connsiteX0" y="connsiteY0"/>
                  </a:cxn>
                  <a:cxn ang="1">
                    <a:pos x="connsiteX1" y="connsiteY1"/>
                  </a:cxn>
                  <a:cxn ang="2">
                    <a:pos x="connsiteX2" y="connsiteY2"/>
                  </a:cxn>
                  <a:cxn ang="3">
                    <a:pos x="connsiteX3" y="connsiteY3"/>
                  </a:cxn>
                  <a:cxn ang="4">
                    <a:pos x="connsiteX4" y="connsiteY4"/>
                  </a:cxn>
                </a:cxnLst>
                <a:rect l="l" t="t" r="r" b="b"/>
                <a:pathLst>
                  <a:path w="87913" h="87908">
                    <a:moveTo>
                      <a:pt x="65932" y="5893"/>
                    </a:moveTo>
                    <a:cubicBezTo>
                      <a:pt x="86950" y="18034"/>
                      <a:pt x="94151" y="44908"/>
                      <a:pt x="82023" y="65939"/>
                    </a:cubicBezTo>
                    <a:cubicBezTo>
                      <a:pt x="69881" y="86945"/>
                      <a:pt x="42996" y="94145"/>
                      <a:pt x="21990" y="82017"/>
                    </a:cubicBezTo>
                    <a:cubicBezTo>
                      <a:pt x="959" y="69876"/>
                      <a:pt x="-6242" y="43003"/>
                      <a:pt x="5899" y="21984"/>
                    </a:cubicBezTo>
                    <a:cubicBezTo>
                      <a:pt x="18040" y="953"/>
                      <a:pt x="44913" y="-6235"/>
                      <a:pt x="65932" y="5893"/>
                    </a:cubicBezTo>
                    <a:close/>
                  </a:path>
                </a:pathLst>
              </a:custGeom>
              <a:grpFill/>
              <a:ln w="12700" cap="flat">
                <a:solidFill>
                  <a:schemeClr val="tx2"/>
                </a:solidFill>
                <a:prstDash val="solid"/>
              </a:ln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s-ES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128" name="Freeform 3">
                <a:extLst>
                  <a:ext uri="{FF2B5EF4-FFF2-40B4-BE49-F238E27FC236}">
                    <a16:creationId xmlns:a16="http://schemas.microsoft.com/office/drawing/2014/main" id="{AADC08B4-0905-F2DC-8F1B-92E5A35758F2}"/>
                  </a:ext>
                </a:extLst>
              </p:cNvPr>
              <p:cNvSpPr/>
              <p:nvPr/>
            </p:nvSpPr>
            <p:spPr>
              <a:xfrm>
                <a:off x="4831903" y="3632044"/>
                <a:ext cx="81458" cy="47028"/>
              </a:xfrm>
              <a:custGeom>
                <a:avLst/>
                <a:gdLst>
                  <a:gd name="connsiteX0" fmla="*/ 0 w 81458"/>
                  <a:gd name="connsiteY0" fmla="*/ 47028 h 47028"/>
                  <a:gd name="connsiteX1" fmla="*/ 81458 w 81458"/>
                  <a:gd name="connsiteY1" fmla="*/ 0 h 47028"/>
                </a:gdLst>
                <a:ahLst/>
                <a:cxnLst>
                  <a:cxn ang="0">
                    <a:pos x="connsiteX0" y="connsiteY0"/>
                  </a:cxn>
                  <a:cxn ang="1">
                    <a:pos x="connsiteX1" y="connsiteY1"/>
                  </a:cxn>
                </a:cxnLst>
                <a:rect l="l" t="t" r="r" b="b"/>
                <a:pathLst>
                  <a:path w="81458" h="47028">
                    <a:moveTo>
                      <a:pt x="0" y="47028"/>
                    </a:moveTo>
                    <a:lnTo>
                      <a:pt x="81458" y="0"/>
                    </a:lnTo>
                  </a:path>
                </a:pathLst>
              </a:custGeom>
              <a:grpFill/>
              <a:ln w="12700" cap="rnd">
                <a:solidFill>
                  <a:schemeClr val="tx2"/>
                </a:solidFill>
                <a:prstDash val="solid"/>
              </a:ln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s-ES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129" name="Freeform 3">
                <a:extLst>
                  <a:ext uri="{FF2B5EF4-FFF2-40B4-BE49-F238E27FC236}">
                    <a16:creationId xmlns:a16="http://schemas.microsoft.com/office/drawing/2014/main" id="{21B43F48-B641-161C-C2AA-1DD101D0D414}"/>
                  </a:ext>
                </a:extLst>
              </p:cNvPr>
              <p:cNvSpPr/>
              <p:nvPr/>
            </p:nvSpPr>
            <p:spPr>
              <a:xfrm>
                <a:off x="4907467" y="3566109"/>
                <a:ext cx="87917" cy="87908"/>
              </a:xfrm>
              <a:custGeom>
                <a:avLst/>
                <a:gdLst>
                  <a:gd name="connsiteX0" fmla="*/ 21981 w 87917"/>
                  <a:gd name="connsiteY0" fmla="*/ 5893 h 87908"/>
                  <a:gd name="connsiteX1" fmla="*/ 5890 w 87917"/>
                  <a:gd name="connsiteY1" fmla="*/ 65939 h 87908"/>
                  <a:gd name="connsiteX2" fmla="*/ 65936 w 87917"/>
                  <a:gd name="connsiteY2" fmla="*/ 82017 h 87908"/>
                  <a:gd name="connsiteX3" fmla="*/ 82027 w 87917"/>
                  <a:gd name="connsiteY3" fmla="*/ 21984 h 87908"/>
                  <a:gd name="connsiteX4" fmla="*/ 21981 w 87917"/>
                  <a:gd name="connsiteY4" fmla="*/ 5893 h 87908"/>
                </a:gdLst>
                <a:ahLst/>
                <a:cxnLst>
                  <a:cxn ang="0">
                    <a:pos x="connsiteX0" y="connsiteY0"/>
                  </a:cxn>
                  <a:cxn ang="1">
                    <a:pos x="connsiteX1" y="connsiteY1"/>
                  </a:cxn>
                  <a:cxn ang="2">
                    <a:pos x="connsiteX2" y="connsiteY2"/>
                  </a:cxn>
                  <a:cxn ang="3">
                    <a:pos x="connsiteX3" y="connsiteY3"/>
                  </a:cxn>
                  <a:cxn ang="4">
                    <a:pos x="connsiteX4" y="connsiteY4"/>
                  </a:cxn>
                </a:cxnLst>
                <a:rect l="l" t="t" r="r" b="b"/>
                <a:pathLst>
                  <a:path w="87917" h="87908">
                    <a:moveTo>
                      <a:pt x="21981" y="5893"/>
                    </a:moveTo>
                    <a:cubicBezTo>
                      <a:pt x="963" y="18034"/>
                      <a:pt x="-6238" y="44908"/>
                      <a:pt x="5890" y="65939"/>
                    </a:cubicBezTo>
                    <a:cubicBezTo>
                      <a:pt x="18032" y="86945"/>
                      <a:pt x="44918" y="94145"/>
                      <a:pt x="65936" y="82017"/>
                    </a:cubicBezTo>
                    <a:cubicBezTo>
                      <a:pt x="86955" y="69876"/>
                      <a:pt x="94155" y="43003"/>
                      <a:pt x="82027" y="21984"/>
                    </a:cubicBezTo>
                    <a:cubicBezTo>
                      <a:pt x="69873" y="953"/>
                      <a:pt x="43000" y="-6235"/>
                      <a:pt x="21981" y="5893"/>
                    </a:cubicBezTo>
                    <a:close/>
                  </a:path>
                </a:pathLst>
              </a:custGeom>
              <a:grpFill/>
              <a:ln w="12700" cap="flat">
                <a:solidFill>
                  <a:schemeClr val="tx2"/>
                </a:solidFill>
                <a:prstDash val="solid"/>
              </a:ln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s-ES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130" name="Freeform 3">
                <a:extLst>
                  <a:ext uri="{FF2B5EF4-FFF2-40B4-BE49-F238E27FC236}">
                    <a16:creationId xmlns:a16="http://schemas.microsoft.com/office/drawing/2014/main" id="{228DD7D7-2CAC-3CA5-A710-A32D20556A6A}"/>
                  </a:ext>
                </a:extLst>
              </p:cNvPr>
              <p:cNvSpPr/>
              <p:nvPr/>
            </p:nvSpPr>
            <p:spPr>
              <a:xfrm>
                <a:off x="4566966" y="3787592"/>
                <a:ext cx="81458" cy="47028"/>
              </a:xfrm>
              <a:custGeom>
                <a:avLst/>
                <a:gdLst>
                  <a:gd name="connsiteX0" fmla="*/ 81458 w 81458"/>
                  <a:gd name="connsiteY0" fmla="*/ 0 h 47028"/>
                  <a:gd name="connsiteX1" fmla="*/ 0 w 81458"/>
                  <a:gd name="connsiteY1" fmla="*/ 47028 h 47028"/>
                </a:gdLst>
                <a:ahLst/>
                <a:cxnLst>
                  <a:cxn ang="0">
                    <a:pos x="connsiteX0" y="connsiteY0"/>
                  </a:cxn>
                  <a:cxn ang="1">
                    <a:pos x="connsiteX1" y="connsiteY1"/>
                  </a:cxn>
                </a:cxnLst>
                <a:rect l="l" t="t" r="r" b="b"/>
                <a:pathLst>
                  <a:path w="81458" h="47028">
                    <a:moveTo>
                      <a:pt x="81458" y="0"/>
                    </a:moveTo>
                    <a:lnTo>
                      <a:pt x="0" y="47028"/>
                    </a:lnTo>
                  </a:path>
                </a:pathLst>
              </a:custGeom>
              <a:grpFill/>
              <a:ln w="12700" cap="rnd">
                <a:solidFill>
                  <a:schemeClr val="tx2"/>
                </a:solidFill>
                <a:prstDash val="solid"/>
              </a:ln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s-ES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131" name="Freeform 3">
                <a:extLst>
                  <a:ext uri="{FF2B5EF4-FFF2-40B4-BE49-F238E27FC236}">
                    <a16:creationId xmlns:a16="http://schemas.microsoft.com/office/drawing/2014/main" id="{0133240B-599F-C311-0898-51461DAC1FEE}"/>
                  </a:ext>
                </a:extLst>
              </p:cNvPr>
              <p:cNvSpPr/>
              <p:nvPr/>
            </p:nvSpPr>
            <p:spPr>
              <a:xfrm>
                <a:off x="4484947" y="3812646"/>
                <a:ext cx="87913" cy="87908"/>
              </a:xfrm>
              <a:custGeom>
                <a:avLst/>
                <a:gdLst>
                  <a:gd name="connsiteX0" fmla="*/ 65932 w 87913"/>
                  <a:gd name="connsiteY0" fmla="*/ 82015 h 87908"/>
                  <a:gd name="connsiteX1" fmla="*/ 82023 w 87913"/>
                  <a:gd name="connsiteY1" fmla="*/ 21969 h 87908"/>
                  <a:gd name="connsiteX2" fmla="*/ 21990 w 87913"/>
                  <a:gd name="connsiteY2" fmla="*/ 5891 h 87908"/>
                  <a:gd name="connsiteX3" fmla="*/ 5899 w 87913"/>
                  <a:gd name="connsiteY3" fmla="*/ 65924 h 87908"/>
                  <a:gd name="connsiteX4" fmla="*/ 65932 w 87913"/>
                  <a:gd name="connsiteY4" fmla="*/ 82015 h 87908"/>
                </a:gdLst>
                <a:ahLst/>
                <a:cxnLst>
                  <a:cxn ang="0">
                    <a:pos x="connsiteX0" y="connsiteY0"/>
                  </a:cxn>
                  <a:cxn ang="1">
                    <a:pos x="connsiteX1" y="connsiteY1"/>
                  </a:cxn>
                  <a:cxn ang="2">
                    <a:pos x="connsiteX2" y="connsiteY2"/>
                  </a:cxn>
                  <a:cxn ang="3">
                    <a:pos x="connsiteX3" y="connsiteY3"/>
                  </a:cxn>
                  <a:cxn ang="4">
                    <a:pos x="connsiteX4" y="connsiteY4"/>
                  </a:cxn>
                </a:cxnLst>
                <a:rect l="l" t="t" r="r" b="b"/>
                <a:pathLst>
                  <a:path w="87913" h="87908">
                    <a:moveTo>
                      <a:pt x="65932" y="82015"/>
                    </a:moveTo>
                    <a:cubicBezTo>
                      <a:pt x="86950" y="69873"/>
                      <a:pt x="94151" y="43000"/>
                      <a:pt x="82023" y="21969"/>
                    </a:cubicBezTo>
                    <a:cubicBezTo>
                      <a:pt x="69881" y="963"/>
                      <a:pt x="42996" y="-6238"/>
                      <a:pt x="21990" y="5891"/>
                    </a:cubicBezTo>
                    <a:cubicBezTo>
                      <a:pt x="959" y="18032"/>
                      <a:pt x="-6242" y="44905"/>
                      <a:pt x="5899" y="65924"/>
                    </a:cubicBezTo>
                    <a:cubicBezTo>
                      <a:pt x="18040" y="86955"/>
                      <a:pt x="44913" y="94143"/>
                      <a:pt x="65932" y="82015"/>
                    </a:cubicBezTo>
                    <a:close/>
                  </a:path>
                </a:pathLst>
              </a:custGeom>
              <a:grpFill/>
              <a:ln w="12700" cap="flat">
                <a:solidFill>
                  <a:schemeClr val="tx2"/>
                </a:solidFill>
                <a:prstDash val="solid"/>
              </a:ln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s-ES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132" name="Freeform 3">
                <a:extLst>
                  <a:ext uri="{FF2B5EF4-FFF2-40B4-BE49-F238E27FC236}">
                    <a16:creationId xmlns:a16="http://schemas.microsoft.com/office/drawing/2014/main" id="{9F93EF54-FA03-DC71-6998-9DD9C67008D8}"/>
                  </a:ext>
                </a:extLst>
              </p:cNvPr>
              <p:cNvSpPr/>
              <p:nvPr/>
            </p:nvSpPr>
            <p:spPr>
              <a:xfrm>
                <a:off x="4831903" y="3787592"/>
                <a:ext cx="81458" cy="47028"/>
              </a:xfrm>
              <a:custGeom>
                <a:avLst/>
                <a:gdLst>
                  <a:gd name="connsiteX0" fmla="*/ 0 w 81458"/>
                  <a:gd name="connsiteY0" fmla="*/ 0 h 47028"/>
                  <a:gd name="connsiteX1" fmla="*/ 81458 w 81458"/>
                  <a:gd name="connsiteY1" fmla="*/ 47028 h 47028"/>
                </a:gdLst>
                <a:ahLst/>
                <a:cxnLst>
                  <a:cxn ang="0">
                    <a:pos x="connsiteX0" y="connsiteY0"/>
                  </a:cxn>
                  <a:cxn ang="1">
                    <a:pos x="connsiteX1" y="connsiteY1"/>
                  </a:cxn>
                </a:cxnLst>
                <a:rect l="l" t="t" r="r" b="b"/>
                <a:pathLst>
                  <a:path w="81458" h="47028">
                    <a:moveTo>
                      <a:pt x="0" y="0"/>
                    </a:moveTo>
                    <a:lnTo>
                      <a:pt x="81458" y="47028"/>
                    </a:lnTo>
                  </a:path>
                </a:pathLst>
              </a:custGeom>
              <a:grpFill/>
              <a:ln w="12700" cap="rnd">
                <a:solidFill>
                  <a:schemeClr val="tx2"/>
                </a:solidFill>
                <a:prstDash val="solid"/>
              </a:ln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s-ES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133" name="Freeform 3">
                <a:extLst>
                  <a:ext uri="{FF2B5EF4-FFF2-40B4-BE49-F238E27FC236}">
                    <a16:creationId xmlns:a16="http://schemas.microsoft.com/office/drawing/2014/main" id="{E4538D68-ADEA-0475-D6B4-B97AA1A89209}"/>
                  </a:ext>
                </a:extLst>
              </p:cNvPr>
              <p:cNvSpPr/>
              <p:nvPr/>
            </p:nvSpPr>
            <p:spPr>
              <a:xfrm>
                <a:off x="4907467" y="3812646"/>
                <a:ext cx="87917" cy="87908"/>
              </a:xfrm>
              <a:custGeom>
                <a:avLst/>
                <a:gdLst>
                  <a:gd name="connsiteX0" fmla="*/ 21981 w 87917"/>
                  <a:gd name="connsiteY0" fmla="*/ 82015 h 87908"/>
                  <a:gd name="connsiteX1" fmla="*/ 5890 w 87917"/>
                  <a:gd name="connsiteY1" fmla="*/ 21969 h 87908"/>
                  <a:gd name="connsiteX2" fmla="*/ 65936 w 87917"/>
                  <a:gd name="connsiteY2" fmla="*/ 5891 h 87908"/>
                  <a:gd name="connsiteX3" fmla="*/ 82027 w 87917"/>
                  <a:gd name="connsiteY3" fmla="*/ 65924 h 87908"/>
                  <a:gd name="connsiteX4" fmla="*/ 21981 w 87917"/>
                  <a:gd name="connsiteY4" fmla="*/ 82015 h 87908"/>
                </a:gdLst>
                <a:ahLst/>
                <a:cxnLst>
                  <a:cxn ang="0">
                    <a:pos x="connsiteX0" y="connsiteY0"/>
                  </a:cxn>
                  <a:cxn ang="1">
                    <a:pos x="connsiteX1" y="connsiteY1"/>
                  </a:cxn>
                  <a:cxn ang="2">
                    <a:pos x="connsiteX2" y="connsiteY2"/>
                  </a:cxn>
                  <a:cxn ang="3">
                    <a:pos x="connsiteX3" y="connsiteY3"/>
                  </a:cxn>
                  <a:cxn ang="4">
                    <a:pos x="connsiteX4" y="connsiteY4"/>
                  </a:cxn>
                </a:cxnLst>
                <a:rect l="l" t="t" r="r" b="b"/>
                <a:pathLst>
                  <a:path w="87917" h="87908">
                    <a:moveTo>
                      <a:pt x="21981" y="82015"/>
                    </a:moveTo>
                    <a:cubicBezTo>
                      <a:pt x="963" y="69873"/>
                      <a:pt x="-6238" y="43000"/>
                      <a:pt x="5890" y="21969"/>
                    </a:cubicBezTo>
                    <a:cubicBezTo>
                      <a:pt x="18032" y="963"/>
                      <a:pt x="44918" y="-6238"/>
                      <a:pt x="65936" y="5891"/>
                    </a:cubicBezTo>
                    <a:cubicBezTo>
                      <a:pt x="86955" y="18032"/>
                      <a:pt x="94155" y="44905"/>
                      <a:pt x="82027" y="65924"/>
                    </a:cubicBezTo>
                    <a:cubicBezTo>
                      <a:pt x="69873" y="86955"/>
                      <a:pt x="43000" y="94143"/>
                      <a:pt x="21981" y="82015"/>
                    </a:cubicBezTo>
                    <a:close/>
                  </a:path>
                </a:pathLst>
              </a:custGeom>
              <a:grpFill/>
              <a:ln w="12700" cap="flat">
                <a:solidFill>
                  <a:schemeClr val="tx2"/>
                </a:solidFill>
                <a:prstDash val="solid"/>
              </a:ln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s-ES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134" name="Freeform 3">
                <a:extLst>
                  <a:ext uri="{FF2B5EF4-FFF2-40B4-BE49-F238E27FC236}">
                    <a16:creationId xmlns:a16="http://schemas.microsoft.com/office/drawing/2014/main" id="{6A68F2D2-0F4F-4855-13DD-3BCE24175150}"/>
                  </a:ext>
                </a:extLst>
              </p:cNvPr>
              <p:cNvSpPr/>
              <p:nvPr/>
            </p:nvSpPr>
            <p:spPr>
              <a:xfrm>
                <a:off x="4696282" y="3932140"/>
                <a:ext cx="87897" cy="87897"/>
              </a:xfrm>
              <a:custGeom>
                <a:avLst/>
                <a:gdLst>
                  <a:gd name="connsiteX0" fmla="*/ 87897 w 87897"/>
                  <a:gd name="connsiteY0" fmla="*/ 43955 h 87897"/>
                  <a:gd name="connsiteX1" fmla="*/ 43942 w 87897"/>
                  <a:gd name="connsiteY1" fmla="*/ 87897 h 87897"/>
                  <a:gd name="connsiteX2" fmla="*/ 0 w 87897"/>
                  <a:gd name="connsiteY2" fmla="*/ 43955 h 87897"/>
                  <a:gd name="connsiteX3" fmla="*/ 43942 w 87897"/>
                  <a:gd name="connsiteY3" fmla="*/ 0 h 87897"/>
                  <a:gd name="connsiteX4" fmla="*/ 87897 w 87897"/>
                  <a:gd name="connsiteY4" fmla="*/ 43955 h 87897"/>
                </a:gdLst>
                <a:ahLst/>
                <a:cxnLst>
                  <a:cxn ang="0">
                    <a:pos x="connsiteX0" y="connsiteY0"/>
                  </a:cxn>
                  <a:cxn ang="1">
                    <a:pos x="connsiteX1" y="connsiteY1"/>
                  </a:cxn>
                  <a:cxn ang="2">
                    <a:pos x="connsiteX2" y="connsiteY2"/>
                  </a:cxn>
                  <a:cxn ang="3">
                    <a:pos x="connsiteX3" y="connsiteY3"/>
                  </a:cxn>
                  <a:cxn ang="4">
                    <a:pos x="connsiteX4" y="connsiteY4"/>
                  </a:cxn>
                </a:cxnLst>
                <a:rect l="l" t="t" r="r" b="b"/>
                <a:pathLst>
                  <a:path w="87897" h="87897">
                    <a:moveTo>
                      <a:pt x="87897" y="43955"/>
                    </a:moveTo>
                    <a:cubicBezTo>
                      <a:pt x="87897" y="68224"/>
                      <a:pt x="68212" y="87897"/>
                      <a:pt x="43942" y="87897"/>
                    </a:cubicBezTo>
                    <a:cubicBezTo>
                      <a:pt x="19672" y="87897"/>
                      <a:pt x="0" y="68224"/>
                      <a:pt x="0" y="43955"/>
                    </a:cubicBezTo>
                    <a:cubicBezTo>
                      <a:pt x="0" y="19685"/>
                      <a:pt x="19672" y="0"/>
                      <a:pt x="43942" y="0"/>
                    </a:cubicBezTo>
                    <a:cubicBezTo>
                      <a:pt x="68212" y="0"/>
                      <a:pt x="87897" y="19685"/>
                      <a:pt x="87897" y="43955"/>
                    </a:cubicBezTo>
                    <a:close/>
                  </a:path>
                </a:pathLst>
              </a:custGeom>
              <a:grpFill/>
              <a:ln w="12700" cap="flat">
                <a:solidFill>
                  <a:schemeClr val="tx2"/>
                </a:solidFill>
                <a:prstDash val="solid"/>
              </a:ln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s-ES" dirty="0">
                  <a:solidFill>
                    <a:prstClr val="white"/>
                  </a:solidFill>
                </a:endParaRPr>
              </a:p>
            </p:txBody>
          </p:sp>
        </p:grpSp>
        <p:pic>
          <p:nvPicPr>
            <p:cNvPr id="135" name="Picture 42" descr="A picture containing graphical user interface&#10;&#10;Description automatically generated">
              <a:extLst>
                <a:ext uri="{FF2B5EF4-FFF2-40B4-BE49-F238E27FC236}">
                  <a16:creationId xmlns:a16="http://schemas.microsoft.com/office/drawing/2014/main" id="{B5EA2043-1BAE-B2BE-AB53-D2F5FEF5C5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8816" t="20152" r="4770" b="26923"/>
            <a:stretch/>
          </p:blipFill>
          <p:spPr>
            <a:xfrm>
              <a:off x="3250496" y="3034676"/>
              <a:ext cx="264239" cy="226989"/>
            </a:xfrm>
            <a:prstGeom prst="rect">
              <a:avLst/>
            </a:prstGeom>
          </p:spPr>
        </p:pic>
        <p:cxnSp>
          <p:nvCxnSpPr>
            <p:cNvPr id="136" name="Conector recto de flecha 93">
              <a:extLst>
                <a:ext uri="{FF2B5EF4-FFF2-40B4-BE49-F238E27FC236}">
                  <a16:creationId xmlns:a16="http://schemas.microsoft.com/office/drawing/2014/main" id="{C380D66E-3625-29B9-336B-1A546EAC8F31}"/>
                </a:ext>
              </a:extLst>
            </p:cNvPr>
            <p:cNvCxnSpPr/>
            <p:nvPr/>
          </p:nvCxnSpPr>
          <p:spPr>
            <a:xfrm>
              <a:off x="2620329" y="3149974"/>
              <a:ext cx="504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Rectángulo: esquinas redondeadas 129">
              <a:extLst>
                <a:ext uri="{FF2B5EF4-FFF2-40B4-BE49-F238E27FC236}">
                  <a16:creationId xmlns:a16="http://schemas.microsoft.com/office/drawing/2014/main" id="{79C9E7AE-9BF4-A9EA-4FB4-67EA5214D22E}"/>
                </a:ext>
              </a:extLst>
            </p:cNvPr>
            <p:cNvSpPr/>
            <p:nvPr/>
          </p:nvSpPr>
          <p:spPr>
            <a:xfrm>
              <a:off x="1779211" y="2918060"/>
              <a:ext cx="841119" cy="463828"/>
            </a:xfrm>
            <a:prstGeom prst="roundRect">
              <a:avLst/>
            </a:prstGeom>
            <a:solidFill>
              <a:schemeClr val="bg1"/>
            </a:solidFill>
            <a:ln w="19050">
              <a:gradFill>
                <a:gsLst>
                  <a:gs pos="50000">
                    <a:schemeClr val="accent1"/>
                  </a:gs>
                  <a:gs pos="50000">
                    <a:srgbClr val="00B0F0"/>
                  </a:gs>
                </a:gsLst>
                <a:lin ang="0" scaled="0"/>
              </a:gra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s-ES" sz="1200" b="1" dirty="0" err="1">
                  <a:solidFill>
                    <a:prstClr val="black"/>
                  </a:solidFill>
                  <a:latin typeface="Santander Text" panose="020B0504020201020104"/>
                </a:rPr>
                <a:t>Engines</a:t>
              </a:r>
              <a:endParaRPr lang="es-ES" sz="1200" b="1" dirty="0">
                <a:solidFill>
                  <a:prstClr val="black"/>
                </a:solidFill>
                <a:latin typeface="Santander Text" panose="020B0504020201020104"/>
              </a:endParaRPr>
            </a:p>
          </p:txBody>
        </p:sp>
        <p:grpSp>
          <p:nvGrpSpPr>
            <p:cNvPr id="138" name="Group 377">
              <a:extLst>
                <a:ext uri="{FF2B5EF4-FFF2-40B4-BE49-F238E27FC236}">
                  <a16:creationId xmlns:a16="http://schemas.microsoft.com/office/drawing/2014/main" id="{85F2F006-A3D4-B684-9D2D-114240D0B76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817405" y="2950485"/>
              <a:ext cx="180141" cy="179105"/>
              <a:chOff x="2015457" y="3247263"/>
              <a:chExt cx="204693" cy="214313"/>
            </a:xfrm>
          </p:grpSpPr>
          <p:sp>
            <p:nvSpPr>
              <p:cNvPr id="139" name="Freeform: Shape 378">
                <a:extLst>
                  <a:ext uri="{FF2B5EF4-FFF2-40B4-BE49-F238E27FC236}">
                    <a16:creationId xmlns:a16="http://schemas.microsoft.com/office/drawing/2014/main" id="{5AE7DDBC-A912-6ED0-C163-F5B908B8EB12}"/>
                  </a:ext>
                </a:extLst>
              </p:cNvPr>
              <p:cNvSpPr/>
              <p:nvPr/>
            </p:nvSpPr>
            <p:spPr>
              <a:xfrm>
                <a:off x="2049641" y="3385376"/>
                <a:ext cx="38100" cy="38100"/>
              </a:xfrm>
              <a:custGeom>
                <a:avLst/>
                <a:gdLst>
                  <a:gd name="connsiteX0" fmla="*/ 21431 w 38100"/>
                  <a:gd name="connsiteY0" fmla="*/ 42862 h 38100"/>
                  <a:gd name="connsiteX1" fmla="*/ 42863 w 38100"/>
                  <a:gd name="connsiteY1" fmla="*/ 21431 h 38100"/>
                  <a:gd name="connsiteX2" fmla="*/ 21431 w 38100"/>
                  <a:gd name="connsiteY2" fmla="*/ 0 h 38100"/>
                  <a:gd name="connsiteX3" fmla="*/ 0 w 38100"/>
                  <a:gd name="connsiteY3" fmla="*/ 21431 h 38100"/>
                  <a:gd name="connsiteX4" fmla="*/ 21431 w 38100"/>
                  <a:gd name="connsiteY4" fmla="*/ 42862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21431" y="42862"/>
                    </a:moveTo>
                    <a:cubicBezTo>
                      <a:pt x="33242" y="42862"/>
                      <a:pt x="42863" y="33242"/>
                      <a:pt x="42863" y="21431"/>
                    </a:cubicBezTo>
                    <a:cubicBezTo>
                      <a:pt x="42863" y="9620"/>
                      <a:pt x="33242" y="0"/>
                      <a:pt x="21431" y="0"/>
                    </a:cubicBezTo>
                    <a:cubicBezTo>
                      <a:pt x="9620" y="0"/>
                      <a:pt x="0" y="9620"/>
                      <a:pt x="0" y="21431"/>
                    </a:cubicBezTo>
                    <a:cubicBezTo>
                      <a:pt x="0" y="33242"/>
                      <a:pt x="9620" y="42862"/>
                      <a:pt x="21431" y="42862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tx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es-E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40" name="Freeform: Shape 379">
                <a:extLst>
                  <a:ext uri="{FF2B5EF4-FFF2-40B4-BE49-F238E27FC236}">
                    <a16:creationId xmlns:a16="http://schemas.microsoft.com/office/drawing/2014/main" id="{35D6BB1C-FF80-1708-9D4B-2C63A825D5D6}"/>
                  </a:ext>
                </a:extLst>
              </p:cNvPr>
              <p:cNvSpPr/>
              <p:nvPr/>
            </p:nvSpPr>
            <p:spPr>
              <a:xfrm>
                <a:off x="2015457" y="3347276"/>
                <a:ext cx="104775" cy="114300"/>
              </a:xfrm>
              <a:custGeom>
                <a:avLst/>
                <a:gdLst>
                  <a:gd name="connsiteX0" fmla="*/ 109051 w 104775"/>
                  <a:gd name="connsiteY0" fmla="*/ 76581 h 114300"/>
                  <a:gd name="connsiteX1" fmla="*/ 99430 w 104775"/>
                  <a:gd name="connsiteY1" fmla="*/ 71057 h 114300"/>
                  <a:gd name="connsiteX2" fmla="*/ 99430 w 104775"/>
                  <a:gd name="connsiteY2" fmla="*/ 48006 h 114300"/>
                  <a:gd name="connsiteX3" fmla="*/ 109051 w 104775"/>
                  <a:gd name="connsiteY3" fmla="*/ 42481 h 114300"/>
                  <a:gd name="connsiteX4" fmla="*/ 110765 w 104775"/>
                  <a:gd name="connsiteY4" fmla="*/ 36004 h 114300"/>
                  <a:gd name="connsiteX5" fmla="*/ 103621 w 104775"/>
                  <a:gd name="connsiteY5" fmla="*/ 23622 h 114300"/>
                  <a:gd name="connsiteX6" fmla="*/ 97144 w 104775"/>
                  <a:gd name="connsiteY6" fmla="*/ 21907 h 114300"/>
                  <a:gd name="connsiteX7" fmla="*/ 87524 w 104775"/>
                  <a:gd name="connsiteY7" fmla="*/ 27432 h 114300"/>
                  <a:gd name="connsiteX8" fmla="*/ 67617 w 104775"/>
                  <a:gd name="connsiteY8" fmla="*/ 15907 h 114300"/>
                  <a:gd name="connsiteX9" fmla="*/ 67617 w 104775"/>
                  <a:gd name="connsiteY9" fmla="*/ 4763 h 114300"/>
                  <a:gd name="connsiteX10" fmla="*/ 62854 w 104775"/>
                  <a:gd name="connsiteY10" fmla="*/ 0 h 114300"/>
                  <a:gd name="connsiteX11" fmla="*/ 48567 w 104775"/>
                  <a:gd name="connsiteY11" fmla="*/ 0 h 114300"/>
                  <a:gd name="connsiteX12" fmla="*/ 43804 w 104775"/>
                  <a:gd name="connsiteY12" fmla="*/ 4763 h 114300"/>
                  <a:gd name="connsiteX13" fmla="*/ 43804 w 104775"/>
                  <a:gd name="connsiteY13" fmla="*/ 15907 h 114300"/>
                  <a:gd name="connsiteX14" fmla="*/ 23897 w 104775"/>
                  <a:gd name="connsiteY14" fmla="*/ 27432 h 114300"/>
                  <a:gd name="connsiteX15" fmla="*/ 14277 w 104775"/>
                  <a:gd name="connsiteY15" fmla="*/ 21907 h 114300"/>
                  <a:gd name="connsiteX16" fmla="*/ 7800 w 104775"/>
                  <a:gd name="connsiteY16" fmla="*/ 23622 h 114300"/>
                  <a:gd name="connsiteX17" fmla="*/ 656 w 104775"/>
                  <a:gd name="connsiteY17" fmla="*/ 36004 h 114300"/>
                  <a:gd name="connsiteX18" fmla="*/ 2371 w 104775"/>
                  <a:gd name="connsiteY18" fmla="*/ 42481 h 114300"/>
                  <a:gd name="connsiteX19" fmla="*/ 11991 w 104775"/>
                  <a:gd name="connsiteY19" fmla="*/ 48006 h 114300"/>
                  <a:gd name="connsiteX20" fmla="*/ 11991 w 104775"/>
                  <a:gd name="connsiteY20" fmla="*/ 71057 h 114300"/>
                  <a:gd name="connsiteX21" fmla="*/ 2371 w 104775"/>
                  <a:gd name="connsiteY21" fmla="*/ 76581 h 114300"/>
                  <a:gd name="connsiteX22" fmla="*/ 656 w 104775"/>
                  <a:gd name="connsiteY22" fmla="*/ 83058 h 114300"/>
                  <a:gd name="connsiteX23" fmla="*/ 7800 w 104775"/>
                  <a:gd name="connsiteY23" fmla="*/ 95441 h 114300"/>
                  <a:gd name="connsiteX24" fmla="*/ 14277 w 104775"/>
                  <a:gd name="connsiteY24" fmla="*/ 97155 h 114300"/>
                  <a:gd name="connsiteX25" fmla="*/ 23897 w 104775"/>
                  <a:gd name="connsiteY25" fmla="*/ 91630 h 114300"/>
                  <a:gd name="connsiteX26" fmla="*/ 43804 w 104775"/>
                  <a:gd name="connsiteY26" fmla="*/ 103060 h 114300"/>
                  <a:gd name="connsiteX27" fmla="*/ 43804 w 104775"/>
                  <a:gd name="connsiteY27" fmla="*/ 114205 h 114300"/>
                  <a:gd name="connsiteX28" fmla="*/ 48567 w 104775"/>
                  <a:gd name="connsiteY28" fmla="*/ 118967 h 114300"/>
                  <a:gd name="connsiteX29" fmla="*/ 62854 w 104775"/>
                  <a:gd name="connsiteY29" fmla="*/ 118967 h 114300"/>
                  <a:gd name="connsiteX30" fmla="*/ 67617 w 104775"/>
                  <a:gd name="connsiteY30" fmla="*/ 114205 h 114300"/>
                  <a:gd name="connsiteX31" fmla="*/ 67617 w 104775"/>
                  <a:gd name="connsiteY31" fmla="*/ 103060 h 114300"/>
                  <a:gd name="connsiteX32" fmla="*/ 87524 w 104775"/>
                  <a:gd name="connsiteY32" fmla="*/ 91535 h 114300"/>
                  <a:gd name="connsiteX33" fmla="*/ 97144 w 104775"/>
                  <a:gd name="connsiteY33" fmla="*/ 97060 h 114300"/>
                  <a:gd name="connsiteX34" fmla="*/ 103621 w 104775"/>
                  <a:gd name="connsiteY34" fmla="*/ 95345 h 114300"/>
                  <a:gd name="connsiteX35" fmla="*/ 110765 w 104775"/>
                  <a:gd name="connsiteY35" fmla="*/ 82963 h 114300"/>
                  <a:gd name="connsiteX36" fmla="*/ 109051 w 104775"/>
                  <a:gd name="connsiteY36" fmla="*/ 76581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104775" h="114300">
                    <a:moveTo>
                      <a:pt x="109051" y="76581"/>
                    </a:moveTo>
                    <a:lnTo>
                      <a:pt x="99430" y="71057"/>
                    </a:lnTo>
                    <a:cubicBezTo>
                      <a:pt x="101431" y="63532"/>
                      <a:pt x="101431" y="55531"/>
                      <a:pt x="99430" y="48006"/>
                    </a:cubicBezTo>
                    <a:lnTo>
                      <a:pt x="109051" y="42481"/>
                    </a:lnTo>
                    <a:cubicBezTo>
                      <a:pt x="111337" y="41148"/>
                      <a:pt x="112099" y="38291"/>
                      <a:pt x="110765" y="36004"/>
                    </a:cubicBezTo>
                    <a:lnTo>
                      <a:pt x="103621" y="23622"/>
                    </a:lnTo>
                    <a:cubicBezTo>
                      <a:pt x="102288" y="21336"/>
                      <a:pt x="99430" y="20574"/>
                      <a:pt x="97144" y="21907"/>
                    </a:cubicBezTo>
                    <a:lnTo>
                      <a:pt x="87524" y="27432"/>
                    </a:lnTo>
                    <a:cubicBezTo>
                      <a:pt x="82000" y="21907"/>
                      <a:pt x="75142" y="18002"/>
                      <a:pt x="67617" y="15907"/>
                    </a:cubicBezTo>
                    <a:lnTo>
                      <a:pt x="67617" y="4763"/>
                    </a:lnTo>
                    <a:cubicBezTo>
                      <a:pt x="67617" y="2096"/>
                      <a:pt x="65521" y="0"/>
                      <a:pt x="62854" y="0"/>
                    </a:cubicBezTo>
                    <a:lnTo>
                      <a:pt x="48567" y="0"/>
                    </a:lnTo>
                    <a:cubicBezTo>
                      <a:pt x="45900" y="0"/>
                      <a:pt x="43804" y="2096"/>
                      <a:pt x="43804" y="4763"/>
                    </a:cubicBezTo>
                    <a:lnTo>
                      <a:pt x="43804" y="15907"/>
                    </a:lnTo>
                    <a:cubicBezTo>
                      <a:pt x="36280" y="18002"/>
                      <a:pt x="29422" y="21907"/>
                      <a:pt x="23897" y="27432"/>
                    </a:cubicBezTo>
                    <a:lnTo>
                      <a:pt x="14277" y="21907"/>
                    </a:lnTo>
                    <a:cubicBezTo>
                      <a:pt x="11991" y="20574"/>
                      <a:pt x="9038" y="21336"/>
                      <a:pt x="7800" y="23622"/>
                    </a:cubicBezTo>
                    <a:lnTo>
                      <a:pt x="656" y="36004"/>
                    </a:lnTo>
                    <a:cubicBezTo>
                      <a:pt x="-677" y="38291"/>
                      <a:pt x="85" y="41148"/>
                      <a:pt x="2371" y="42481"/>
                    </a:cubicBezTo>
                    <a:lnTo>
                      <a:pt x="11991" y="48006"/>
                    </a:lnTo>
                    <a:cubicBezTo>
                      <a:pt x="9991" y="55531"/>
                      <a:pt x="9991" y="63532"/>
                      <a:pt x="11991" y="71057"/>
                    </a:cubicBezTo>
                    <a:lnTo>
                      <a:pt x="2371" y="76581"/>
                    </a:lnTo>
                    <a:cubicBezTo>
                      <a:pt x="85" y="77914"/>
                      <a:pt x="-677" y="80772"/>
                      <a:pt x="656" y="83058"/>
                    </a:cubicBezTo>
                    <a:lnTo>
                      <a:pt x="7800" y="95441"/>
                    </a:lnTo>
                    <a:cubicBezTo>
                      <a:pt x="9133" y="97726"/>
                      <a:pt x="11991" y="98489"/>
                      <a:pt x="14277" y="97155"/>
                    </a:cubicBezTo>
                    <a:lnTo>
                      <a:pt x="23897" y="91630"/>
                    </a:lnTo>
                    <a:cubicBezTo>
                      <a:pt x="29422" y="97060"/>
                      <a:pt x="36280" y="101060"/>
                      <a:pt x="43804" y="103060"/>
                    </a:cubicBezTo>
                    <a:lnTo>
                      <a:pt x="43804" y="114205"/>
                    </a:lnTo>
                    <a:cubicBezTo>
                      <a:pt x="43804" y="116872"/>
                      <a:pt x="45900" y="118967"/>
                      <a:pt x="48567" y="118967"/>
                    </a:cubicBezTo>
                    <a:lnTo>
                      <a:pt x="62854" y="118967"/>
                    </a:lnTo>
                    <a:cubicBezTo>
                      <a:pt x="65521" y="118967"/>
                      <a:pt x="67617" y="116872"/>
                      <a:pt x="67617" y="114205"/>
                    </a:cubicBezTo>
                    <a:lnTo>
                      <a:pt x="67617" y="103060"/>
                    </a:lnTo>
                    <a:cubicBezTo>
                      <a:pt x="75142" y="100965"/>
                      <a:pt x="82000" y="97060"/>
                      <a:pt x="87524" y="91535"/>
                    </a:cubicBezTo>
                    <a:lnTo>
                      <a:pt x="97144" y="97060"/>
                    </a:lnTo>
                    <a:cubicBezTo>
                      <a:pt x="99430" y="98393"/>
                      <a:pt x="102288" y="97631"/>
                      <a:pt x="103621" y="95345"/>
                    </a:cubicBezTo>
                    <a:lnTo>
                      <a:pt x="110765" y="82963"/>
                    </a:lnTo>
                    <a:cubicBezTo>
                      <a:pt x="112099" y="80867"/>
                      <a:pt x="111241" y="77914"/>
                      <a:pt x="109051" y="76581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tx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es-E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41" name="Freeform: Shape 380">
                <a:extLst>
                  <a:ext uri="{FF2B5EF4-FFF2-40B4-BE49-F238E27FC236}">
                    <a16:creationId xmlns:a16="http://schemas.microsoft.com/office/drawing/2014/main" id="{23607D71-28BB-309B-A5D8-4ABA27D01E26}"/>
                  </a:ext>
                </a:extLst>
              </p:cNvPr>
              <p:cNvSpPr/>
              <p:nvPr/>
            </p:nvSpPr>
            <p:spPr>
              <a:xfrm>
                <a:off x="2149654" y="3285363"/>
                <a:ext cx="38100" cy="38100"/>
              </a:xfrm>
              <a:custGeom>
                <a:avLst/>
                <a:gdLst>
                  <a:gd name="connsiteX0" fmla="*/ 21431 w 38100"/>
                  <a:gd name="connsiteY0" fmla="*/ 42863 h 38100"/>
                  <a:gd name="connsiteX1" fmla="*/ 42863 w 38100"/>
                  <a:gd name="connsiteY1" fmla="*/ 21431 h 38100"/>
                  <a:gd name="connsiteX2" fmla="*/ 21431 w 38100"/>
                  <a:gd name="connsiteY2" fmla="*/ 0 h 38100"/>
                  <a:gd name="connsiteX3" fmla="*/ 0 w 38100"/>
                  <a:gd name="connsiteY3" fmla="*/ 21431 h 38100"/>
                  <a:gd name="connsiteX4" fmla="*/ 21431 w 38100"/>
                  <a:gd name="connsiteY4" fmla="*/ 4286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21431" y="42863"/>
                    </a:moveTo>
                    <a:cubicBezTo>
                      <a:pt x="33242" y="42863"/>
                      <a:pt x="42863" y="33242"/>
                      <a:pt x="42863" y="21431"/>
                    </a:cubicBezTo>
                    <a:cubicBezTo>
                      <a:pt x="42863" y="9620"/>
                      <a:pt x="33242" y="0"/>
                      <a:pt x="21431" y="0"/>
                    </a:cubicBezTo>
                    <a:cubicBezTo>
                      <a:pt x="9620" y="0"/>
                      <a:pt x="0" y="9620"/>
                      <a:pt x="0" y="21431"/>
                    </a:cubicBezTo>
                    <a:cubicBezTo>
                      <a:pt x="0" y="33242"/>
                      <a:pt x="9620" y="42863"/>
                      <a:pt x="21431" y="42863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tx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es-E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42" name="Freeform: Shape 381">
                <a:extLst>
                  <a:ext uri="{FF2B5EF4-FFF2-40B4-BE49-F238E27FC236}">
                    <a16:creationId xmlns:a16="http://schemas.microsoft.com/office/drawing/2014/main" id="{CDB42752-E85D-5D95-ACD1-8BF22DAC84DD}"/>
                  </a:ext>
                </a:extLst>
              </p:cNvPr>
              <p:cNvSpPr/>
              <p:nvPr/>
            </p:nvSpPr>
            <p:spPr>
              <a:xfrm>
                <a:off x="2115375" y="3247263"/>
                <a:ext cx="104775" cy="114300"/>
              </a:xfrm>
              <a:custGeom>
                <a:avLst/>
                <a:gdLst>
                  <a:gd name="connsiteX0" fmla="*/ 2371 w 104775"/>
                  <a:gd name="connsiteY0" fmla="*/ 42481 h 114300"/>
                  <a:gd name="connsiteX1" fmla="*/ 11991 w 104775"/>
                  <a:gd name="connsiteY1" fmla="*/ 48006 h 114300"/>
                  <a:gd name="connsiteX2" fmla="*/ 11991 w 104775"/>
                  <a:gd name="connsiteY2" fmla="*/ 71056 h 114300"/>
                  <a:gd name="connsiteX3" fmla="*/ 2371 w 104775"/>
                  <a:gd name="connsiteY3" fmla="*/ 76581 h 114300"/>
                  <a:gd name="connsiteX4" fmla="*/ 656 w 104775"/>
                  <a:gd name="connsiteY4" fmla="*/ 83058 h 114300"/>
                  <a:gd name="connsiteX5" fmla="*/ 7800 w 104775"/>
                  <a:gd name="connsiteY5" fmla="*/ 95441 h 114300"/>
                  <a:gd name="connsiteX6" fmla="*/ 14277 w 104775"/>
                  <a:gd name="connsiteY6" fmla="*/ 97155 h 114300"/>
                  <a:gd name="connsiteX7" fmla="*/ 23897 w 104775"/>
                  <a:gd name="connsiteY7" fmla="*/ 91630 h 114300"/>
                  <a:gd name="connsiteX8" fmla="*/ 43804 w 104775"/>
                  <a:gd name="connsiteY8" fmla="*/ 103156 h 114300"/>
                  <a:gd name="connsiteX9" fmla="*/ 43804 w 104775"/>
                  <a:gd name="connsiteY9" fmla="*/ 114300 h 114300"/>
                  <a:gd name="connsiteX10" fmla="*/ 48567 w 104775"/>
                  <a:gd name="connsiteY10" fmla="*/ 119063 h 114300"/>
                  <a:gd name="connsiteX11" fmla="*/ 62854 w 104775"/>
                  <a:gd name="connsiteY11" fmla="*/ 119063 h 114300"/>
                  <a:gd name="connsiteX12" fmla="*/ 67617 w 104775"/>
                  <a:gd name="connsiteY12" fmla="*/ 114300 h 114300"/>
                  <a:gd name="connsiteX13" fmla="*/ 67617 w 104775"/>
                  <a:gd name="connsiteY13" fmla="*/ 103156 h 114300"/>
                  <a:gd name="connsiteX14" fmla="*/ 87524 w 104775"/>
                  <a:gd name="connsiteY14" fmla="*/ 91630 h 114300"/>
                  <a:gd name="connsiteX15" fmla="*/ 97144 w 104775"/>
                  <a:gd name="connsiteY15" fmla="*/ 97155 h 114300"/>
                  <a:gd name="connsiteX16" fmla="*/ 103621 w 104775"/>
                  <a:gd name="connsiteY16" fmla="*/ 95441 h 114300"/>
                  <a:gd name="connsiteX17" fmla="*/ 110765 w 104775"/>
                  <a:gd name="connsiteY17" fmla="*/ 83058 h 114300"/>
                  <a:gd name="connsiteX18" fmla="*/ 109051 w 104775"/>
                  <a:gd name="connsiteY18" fmla="*/ 76581 h 114300"/>
                  <a:gd name="connsiteX19" fmla="*/ 99430 w 104775"/>
                  <a:gd name="connsiteY19" fmla="*/ 71056 h 114300"/>
                  <a:gd name="connsiteX20" fmla="*/ 99430 w 104775"/>
                  <a:gd name="connsiteY20" fmla="*/ 48006 h 114300"/>
                  <a:gd name="connsiteX21" fmla="*/ 109051 w 104775"/>
                  <a:gd name="connsiteY21" fmla="*/ 42481 h 114300"/>
                  <a:gd name="connsiteX22" fmla="*/ 110765 w 104775"/>
                  <a:gd name="connsiteY22" fmla="*/ 36004 h 114300"/>
                  <a:gd name="connsiteX23" fmla="*/ 103621 w 104775"/>
                  <a:gd name="connsiteY23" fmla="*/ 23622 h 114300"/>
                  <a:gd name="connsiteX24" fmla="*/ 97144 w 104775"/>
                  <a:gd name="connsiteY24" fmla="*/ 21907 h 114300"/>
                  <a:gd name="connsiteX25" fmla="*/ 87524 w 104775"/>
                  <a:gd name="connsiteY25" fmla="*/ 27432 h 114300"/>
                  <a:gd name="connsiteX26" fmla="*/ 67617 w 104775"/>
                  <a:gd name="connsiteY26" fmla="*/ 15907 h 114300"/>
                  <a:gd name="connsiteX27" fmla="*/ 67617 w 104775"/>
                  <a:gd name="connsiteY27" fmla="*/ 4763 h 114300"/>
                  <a:gd name="connsiteX28" fmla="*/ 62854 w 104775"/>
                  <a:gd name="connsiteY28" fmla="*/ 0 h 114300"/>
                  <a:gd name="connsiteX29" fmla="*/ 48567 w 104775"/>
                  <a:gd name="connsiteY29" fmla="*/ 0 h 114300"/>
                  <a:gd name="connsiteX30" fmla="*/ 43804 w 104775"/>
                  <a:gd name="connsiteY30" fmla="*/ 4763 h 114300"/>
                  <a:gd name="connsiteX31" fmla="*/ 43804 w 104775"/>
                  <a:gd name="connsiteY31" fmla="*/ 15907 h 114300"/>
                  <a:gd name="connsiteX32" fmla="*/ 23897 w 104775"/>
                  <a:gd name="connsiteY32" fmla="*/ 27432 h 114300"/>
                  <a:gd name="connsiteX33" fmla="*/ 14277 w 104775"/>
                  <a:gd name="connsiteY33" fmla="*/ 21907 h 114300"/>
                  <a:gd name="connsiteX34" fmla="*/ 7800 w 104775"/>
                  <a:gd name="connsiteY34" fmla="*/ 23622 h 114300"/>
                  <a:gd name="connsiteX35" fmla="*/ 656 w 104775"/>
                  <a:gd name="connsiteY35" fmla="*/ 36004 h 114300"/>
                  <a:gd name="connsiteX36" fmla="*/ 2371 w 104775"/>
                  <a:gd name="connsiteY36" fmla="*/ 42481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104775" h="114300">
                    <a:moveTo>
                      <a:pt x="2371" y="42481"/>
                    </a:moveTo>
                    <a:lnTo>
                      <a:pt x="11991" y="48006"/>
                    </a:lnTo>
                    <a:cubicBezTo>
                      <a:pt x="9991" y="55531"/>
                      <a:pt x="9991" y="63532"/>
                      <a:pt x="11991" y="71056"/>
                    </a:cubicBezTo>
                    <a:lnTo>
                      <a:pt x="2371" y="76581"/>
                    </a:lnTo>
                    <a:cubicBezTo>
                      <a:pt x="85" y="77915"/>
                      <a:pt x="-677" y="80772"/>
                      <a:pt x="656" y="83058"/>
                    </a:cubicBezTo>
                    <a:lnTo>
                      <a:pt x="7800" y="95441"/>
                    </a:lnTo>
                    <a:cubicBezTo>
                      <a:pt x="9133" y="97726"/>
                      <a:pt x="11991" y="98489"/>
                      <a:pt x="14277" y="97155"/>
                    </a:cubicBezTo>
                    <a:lnTo>
                      <a:pt x="23897" y="91630"/>
                    </a:lnTo>
                    <a:cubicBezTo>
                      <a:pt x="29422" y="97155"/>
                      <a:pt x="36280" y="101060"/>
                      <a:pt x="43804" y="103156"/>
                    </a:cubicBezTo>
                    <a:lnTo>
                      <a:pt x="43804" y="114300"/>
                    </a:lnTo>
                    <a:cubicBezTo>
                      <a:pt x="43804" y="116967"/>
                      <a:pt x="45900" y="119063"/>
                      <a:pt x="48567" y="119063"/>
                    </a:cubicBezTo>
                    <a:lnTo>
                      <a:pt x="62854" y="119063"/>
                    </a:lnTo>
                    <a:cubicBezTo>
                      <a:pt x="65521" y="119063"/>
                      <a:pt x="67617" y="116967"/>
                      <a:pt x="67617" y="114300"/>
                    </a:cubicBezTo>
                    <a:lnTo>
                      <a:pt x="67617" y="103156"/>
                    </a:lnTo>
                    <a:cubicBezTo>
                      <a:pt x="75142" y="101060"/>
                      <a:pt x="82000" y="97155"/>
                      <a:pt x="87524" y="91630"/>
                    </a:cubicBezTo>
                    <a:lnTo>
                      <a:pt x="97144" y="97155"/>
                    </a:lnTo>
                    <a:cubicBezTo>
                      <a:pt x="99430" y="98489"/>
                      <a:pt x="102288" y="97726"/>
                      <a:pt x="103621" y="95441"/>
                    </a:cubicBezTo>
                    <a:lnTo>
                      <a:pt x="110765" y="83058"/>
                    </a:lnTo>
                    <a:cubicBezTo>
                      <a:pt x="112099" y="80772"/>
                      <a:pt x="111337" y="77915"/>
                      <a:pt x="109051" y="76581"/>
                    </a:cubicBezTo>
                    <a:lnTo>
                      <a:pt x="99430" y="71056"/>
                    </a:lnTo>
                    <a:cubicBezTo>
                      <a:pt x="101431" y="63532"/>
                      <a:pt x="101431" y="55531"/>
                      <a:pt x="99430" y="48006"/>
                    </a:cubicBezTo>
                    <a:lnTo>
                      <a:pt x="109051" y="42481"/>
                    </a:lnTo>
                    <a:cubicBezTo>
                      <a:pt x="111337" y="41148"/>
                      <a:pt x="112099" y="38291"/>
                      <a:pt x="110765" y="36004"/>
                    </a:cubicBezTo>
                    <a:lnTo>
                      <a:pt x="103621" y="23622"/>
                    </a:lnTo>
                    <a:cubicBezTo>
                      <a:pt x="102288" y="21336"/>
                      <a:pt x="99430" y="20574"/>
                      <a:pt x="97144" y="21907"/>
                    </a:cubicBezTo>
                    <a:lnTo>
                      <a:pt x="87524" y="27432"/>
                    </a:lnTo>
                    <a:cubicBezTo>
                      <a:pt x="82000" y="21907"/>
                      <a:pt x="75142" y="18002"/>
                      <a:pt x="67617" y="15907"/>
                    </a:cubicBezTo>
                    <a:lnTo>
                      <a:pt x="67617" y="4763"/>
                    </a:lnTo>
                    <a:cubicBezTo>
                      <a:pt x="67617" y="2096"/>
                      <a:pt x="65521" y="0"/>
                      <a:pt x="62854" y="0"/>
                    </a:cubicBezTo>
                    <a:lnTo>
                      <a:pt x="48567" y="0"/>
                    </a:lnTo>
                    <a:cubicBezTo>
                      <a:pt x="45900" y="0"/>
                      <a:pt x="43804" y="2096"/>
                      <a:pt x="43804" y="4763"/>
                    </a:cubicBezTo>
                    <a:lnTo>
                      <a:pt x="43804" y="15907"/>
                    </a:lnTo>
                    <a:cubicBezTo>
                      <a:pt x="36280" y="18002"/>
                      <a:pt x="29422" y="21907"/>
                      <a:pt x="23897" y="27432"/>
                    </a:cubicBezTo>
                    <a:lnTo>
                      <a:pt x="14277" y="21907"/>
                    </a:lnTo>
                    <a:cubicBezTo>
                      <a:pt x="11991" y="20574"/>
                      <a:pt x="9133" y="21336"/>
                      <a:pt x="7800" y="23622"/>
                    </a:cubicBezTo>
                    <a:lnTo>
                      <a:pt x="656" y="36004"/>
                    </a:lnTo>
                    <a:cubicBezTo>
                      <a:pt x="-677" y="38195"/>
                      <a:pt x="85" y="41148"/>
                      <a:pt x="2371" y="42481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tx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es-ES" dirty="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143" name="Rectángulo: esquinas redondeadas 129">
              <a:extLst>
                <a:ext uri="{FF2B5EF4-FFF2-40B4-BE49-F238E27FC236}">
                  <a16:creationId xmlns:a16="http://schemas.microsoft.com/office/drawing/2014/main" id="{B489E48E-ACF2-13E6-D020-9E652B67F2EA}"/>
                </a:ext>
              </a:extLst>
            </p:cNvPr>
            <p:cNvSpPr/>
            <p:nvPr/>
          </p:nvSpPr>
          <p:spPr>
            <a:xfrm>
              <a:off x="1779211" y="3628560"/>
              <a:ext cx="846236" cy="46382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s-ES" sz="1200" b="1" dirty="0">
                  <a:solidFill>
                    <a:prstClr val="black"/>
                  </a:solidFill>
                  <a:latin typeface="Santander Text" panose="020B0504020201020104"/>
                </a:rPr>
                <a:t>PIF</a:t>
              </a:r>
            </a:p>
          </p:txBody>
        </p:sp>
        <p:cxnSp>
          <p:nvCxnSpPr>
            <p:cNvPr id="144" name="Conector recto de flecha 104">
              <a:extLst>
                <a:ext uri="{FF2B5EF4-FFF2-40B4-BE49-F238E27FC236}">
                  <a16:creationId xmlns:a16="http://schemas.microsoft.com/office/drawing/2014/main" id="{A733B1F3-97B9-022E-E595-B6E88E17432D}"/>
                </a:ext>
              </a:extLst>
            </p:cNvPr>
            <p:cNvCxnSpPr/>
            <p:nvPr/>
          </p:nvCxnSpPr>
          <p:spPr>
            <a:xfrm>
              <a:off x="2620329" y="3860474"/>
              <a:ext cx="504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5" name="Imagen 9">
              <a:extLst>
                <a:ext uri="{FF2B5EF4-FFF2-40B4-BE49-F238E27FC236}">
                  <a16:creationId xmlns:a16="http://schemas.microsoft.com/office/drawing/2014/main" id="{07267998-4B8B-DC6F-5E23-21FA117188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779210" y="3645519"/>
              <a:ext cx="187897" cy="187897"/>
            </a:xfrm>
            <a:prstGeom prst="rect">
              <a:avLst/>
            </a:prstGeom>
          </p:spPr>
        </p:pic>
        <p:sp>
          <p:nvSpPr>
            <p:cNvPr id="146" name="Rectángulo: esquinas redondeadas 129">
              <a:extLst>
                <a:ext uri="{FF2B5EF4-FFF2-40B4-BE49-F238E27FC236}">
                  <a16:creationId xmlns:a16="http://schemas.microsoft.com/office/drawing/2014/main" id="{DE20F23E-FE7E-EF3A-BB19-F2F962B3F0F5}"/>
                </a:ext>
              </a:extLst>
            </p:cNvPr>
            <p:cNvSpPr/>
            <p:nvPr/>
          </p:nvSpPr>
          <p:spPr>
            <a:xfrm>
              <a:off x="1779210" y="4339060"/>
              <a:ext cx="846236" cy="463828"/>
            </a:xfrm>
            <a:prstGeom prst="roundRect">
              <a:avLst/>
            </a:prstGeom>
            <a:solidFill>
              <a:schemeClr val="bg1"/>
            </a:solidFill>
            <a:ln w="19050" cap="flat">
              <a:gradFill flip="none" rotWithShape="1">
                <a:gsLst>
                  <a:gs pos="50000">
                    <a:schemeClr val="accent1"/>
                  </a:gs>
                  <a:gs pos="50000">
                    <a:srgbClr val="00B0F0"/>
                  </a:gs>
                </a:gsLst>
                <a:lin ang="0" scaled="0"/>
                <a:tileRect/>
              </a:gradFill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s-ES" sz="1200" b="1" dirty="0">
                  <a:solidFill>
                    <a:prstClr val="black"/>
                  </a:solidFill>
                  <a:latin typeface="Santander Text" panose="020B0504020201020104"/>
                </a:rPr>
                <a:t>Nodo de</a:t>
              </a:r>
            </a:p>
            <a:p>
              <a:pPr algn="ctr">
                <a:defRPr/>
              </a:pPr>
              <a:r>
                <a:rPr lang="es-ES" sz="1200" b="1" dirty="0">
                  <a:solidFill>
                    <a:prstClr val="black"/>
                  </a:solidFill>
                  <a:latin typeface="Santander Text" panose="020B0504020201020104"/>
                </a:rPr>
                <a:t>ingestas</a:t>
              </a:r>
            </a:p>
          </p:txBody>
        </p:sp>
        <p:cxnSp>
          <p:nvCxnSpPr>
            <p:cNvPr id="147" name="Conector recto de flecha 105">
              <a:extLst>
                <a:ext uri="{FF2B5EF4-FFF2-40B4-BE49-F238E27FC236}">
                  <a16:creationId xmlns:a16="http://schemas.microsoft.com/office/drawing/2014/main" id="{6B5A8A17-8D2A-3083-CE89-C7954606DFE8}"/>
                </a:ext>
              </a:extLst>
            </p:cNvPr>
            <p:cNvCxnSpPr/>
            <p:nvPr/>
          </p:nvCxnSpPr>
          <p:spPr>
            <a:xfrm>
              <a:off x="2620329" y="4570974"/>
              <a:ext cx="504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8" name="Picture 2" descr="https://cdn-icons-png.flaticon.com/512/5136/5136897.png">
              <a:extLst>
                <a:ext uri="{FF2B5EF4-FFF2-40B4-BE49-F238E27FC236}">
                  <a16:creationId xmlns:a16="http://schemas.microsoft.com/office/drawing/2014/main" id="{98261991-D4C8-CB56-3A61-046D10C04B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6763" y="4393397"/>
              <a:ext cx="103152" cy="1031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49" name="Grupo 12">
              <a:extLst>
                <a:ext uri="{FF2B5EF4-FFF2-40B4-BE49-F238E27FC236}">
                  <a16:creationId xmlns:a16="http://schemas.microsoft.com/office/drawing/2014/main" id="{26EE3578-297B-AB80-2B36-2BCE3209F14F}"/>
                </a:ext>
              </a:extLst>
            </p:cNvPr>
            <p:cNvGrpSpPr/>
            <p:nvPr/>
          </p:nvGrpSpPr>
          <p:grpSpPr>
            <a:xfrm>
              <a:off x="6096687" y="4165467"/>
              <a:ext cx="1842401" cy="434586"/>
              <a:chOff x="6096687" y="4511576"/>
              <a:chExt cx="1842401" cy="434586"/>
            </a:xfrm>
          </p:grpSpPr>
          <p:sp>
            <p:nvSpPr>
              <p:cNvPr id="150" name="Rectángulo: esquinas redondeadas 101">
                <a:extLst>
                  <a:ext uri="{FF2B5EF4-FFF2-40B4-BE49-F238E27FC236}">
                    <a16:creationId xmlns:a16="http://schemas.microsoft.com/office/drawing/2014/main" id="{C88425E4-C952-9E58-2616-5E9DB78A49A4}"/>
                  </a:ext>
                </a:extLst>
              </p:cNvPr>
              <p:cNvSpPr/>
              <p:nvPr/>
            </p:nvSpPr>
            <p:spPr>
              <a:xfrm>
                <a:off x="6096687" y="4511576"/>
                <a:ext cx="1842401" cy="434586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72000" rtlCol="0" anchor="t"/>
              <a:lstStyle/>
              <a:p>
                <a:pPr algn="ctr">
                  <a:defRPr/>
                </a:pPr>
                <a:r>
                  <a:rPr lang="es-ES" sz="1200" dirty="0" err="1">
                    <a:solidFill>
                      <a:srgbClr val="EB0000"/>
                    </a:solidFill>
                    <a:latin typeface="Santander Text" panose="020B0504020201020104"/>
                  </a:rPr>
                  <a:t>Common</a:t>
                </a:r>
                <a:r>
                  <a:rPr lang="es-ES" sz="1200" dirty="0">
                    <a:solidFill>
                      <a:srgbClr val="EB0000"/>
                    </a:solidFill>
                    <a:latin typeface="Santander Text" panose="020B0504020201020104"/>
                  </a:rPr>
                  <a:t> Data </a:t>
                </a:r>
                <a:r>
                  <a:rPr lang="es-ES" sz="1200" dirty="0" err="1">
                    <a:solidFill>
                      <a:srgbClr val="EB0000"/>
                    </a:solidFill>
                    <a:latin typeface="Santander Text" panose="020B0504020201020104"/>
                  </a:rPr>
                  <a:t>Vault</a:t>
                </a:r>
                <a:endParaRPr lang="es-ES" sz="1200" dirty="0">
                  <a:solidFill>
                    <a:srgbClr val="EB0000"/>
                  </a:solidFill>
                  <a:latin typeface="Santander Text" panose="020B0504020201020104"/>
                </a:endParaRPr>
              </a:p>
            </p:txBody>
          </p:sp>
          <p:pic>
            <p:nvPicPr>
              <p:cNvPr id="151" name="Picture 63" descr="Logo&#10;&#10;Description automatically generated">
                <a:extLst>
                  <a:ext uri="{FF2B5EF4-FFF2-40B4-BE49-F238E27FC236}">
                    <a16:creationId xmlns:a16="http://schemas.microsoft.com/office/drawing/2014/main" id="{B456E901-2290-0A04-AD6B-EBE59CBE1FD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75186"/>
              <a:stretch/>
            </p:blipFill>
            <p:spPr>
              <a:xfrm>
                <a:off x="6135824" y="4539877"/>
                <a:ext cx="150808" cy="145292"/>
              </a:xfrm>
              <a:prstGeom prst="rect">
                <a:avLst/>
              </a:prstGeom>
            </p:spPr>
          </p:pic>
          <p:sp>
            <p:nvSpPr>
              <p:cNvPr id="152" name="Rectángulo: esquinas redondeadas 101">
                <a:extLst>
                  <a:ext uri="{FF2B5EF4-FFF2-40B4-BE49-F238E27FC236}">
                    <a16:creationId xmlns:a16="http://schemas.microsoft.com/office/drawing/2014/main" id="{60B24440-02FA-B445-8406-A5969E28F34C}"/>
                  </a:ext>
                </a:extLst>
              </p:cNvPr>
              <p:cNvSpPr/>
              <p:nvPr/>
            </p:nvSpPr>
            <p:spPr>
              <a:xfrm>
                <a:off x="7343293" y="4721330"/>
                <a:ext cx="552611" cy="195753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>
                  <a:defRPr/>
                </a:pPr>
                <a:r>
                  <a:rPr lang="es-ES" sz="700" dirty="0">
                    <a:solidFill>
                      <a:schemeClr val="tx1"/>
                    </a:solidFill>
                    <a:latin typeface="Santander Text" panose="020B0504020201020104"/>
                  </a:rPr>
                  <a:t>Consumer DV</a:t>
                </a:r>
              </a:p>
            </p:txBody>
          </p:sp>
          <p:sp>
            <p:nvSpPr>
              <p:cNvPr id="153" name="Rectángulo: esquinas redondeadas 101">
                <a:extLst>
                  <a:ext uri="{FF2B5EF4-FFF2-40B4-BE49-F238E27FC236}">
                    <a16:creationId xmlns:a16="http://schemas.microsoft.com/office/drawing/2014/main" id="{832A3243-62BE-D327-1731-2499E5F20468}"/>
                  </a:ext>
                </a:extLst>
              </p:cNvPr>
              <p:cNvSpPr/>
              <p:nvPr/>
            </p:nvSpPr>
            <p:spPr>
              <a:xfrm>
                <a:off x="6140579" y="4721330"/>
                <a:ext cx="552611" cy="195753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>
                  <a:defRPr/>
                </a:pPr>
                <a:r>
                  <a:rPr lang="es-ES" sz="700" dirty="0">
                    <a:solidFill>
                      <a:schemeClr val="tx1"/>
                    </a:solidFill>
                    <a:latin typeface="Santander Text" panose="020B0504020201020104"/>
                  </a:rPr>
                  <a:t>NPSA</a:t>
                </a:r>
              </a:p>
            </p:txBody>
          </p:sp>
          <p:sp>
            <p:nvSpPr>
              <p:cNvPr id="154" name="Rectángulo: esquinas redondeadas 101">
                <a:extLst>
                  <a:ext uri="{FF2B5EF4-FFF2-40B4-BE49-F238E27FC236}">
                    <a16:creationId xmlns:a16="http://schemas.microsoft.com/office/drawing/2014/main" id="{F850CBAB-CB9A-0001-B449-52EF874F1D5E}"/>
                  </a:ext>
                </a:extLst>
              </p:cNvPr>
              <p:cNvSpPr/>
              <p:nvPr/>
            </p:nvSpPr>
            <p:spPr>
              <a:xfrm>
                <a:off x="6741936" y="4721330"/>
                <a:ext cx="552611" cy="195753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>
                  <a:defRPr/>
                </a:pPr>
                <a:r>
                  <a:rPr lang="es-ES" sz="700" dirty="0">
                    <a:solidFill>
                      <a:schemeClr val="tx1"/>
                    </a:solidFill>
                    <a:latin typeface="Santander Text" panose="020B0504020201020104"/>
                  </a:rPr>
                  <a:t>Raw DV</a:t>
                </a:r>
              </a:p>
            </p:txBody>
          </p:sp>
        </p:grpSp>
        <p:cxnSp>
          <p:nvCxnSpPr>
            <p:cNvPr id="155" name="Conector recto de flecha 140">
              <a:extLst>
                <a:ext uri="{FF2B5EF4-FFF2-40B4-BE49-F238E27FC236}">
                  <a16:creationId xmlns:a16="http://schemas.microsoft.com/office/drawing/2014/main" id="{0FE381A7-85CD-A750-BF83-4721D8B09A5D}"/>
                </a:ext>
              </a:extLst>
            </p:cNvPr>
            <p:cNvCxnSpPr/>
            <p:nvPr/>
          </p:nvCxnSpPr>
          <p:spPr>
            <a:xfrm>
              <a:off x="7939088" y="3541128"/>
              <a:ext cx="12606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ector recto de flecha 146">
              <a:extLst>
                <a:ext uri="{FF2B5EF4-FFF2-40B4-BE49-F238E27FC236}">
                  <a16:creationId xmlns:a16="http://schemas.microsoft.com/office/drawing/2014/main" id="{C70BE3C6-CB35-F388-7292-018F1F382141}"/>
                </a:ext>
              </a:extLst>
            </p:cNvPr>
            <p:cNvCxnSpPr/>
            <p:nvPr/>
          </p:nvCxnSpPr>
          <p:spPr>
            <a:xfrm>
              <a:off x="7939087" y="4382760"/>
              <a:ext cx="12606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98896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4F3E1-59ED-0653-EEF8-283FAF5E8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649075-F48B-3498-20D9-F5EC0786B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>
                <a:solidFill>
                  <a:srgbClr val="EC0000"/>
                </a:solidFill>
              </a:rPr>
              <a:pPr/>
              <a:t>7</a:t>
            </a:fld>
            <a:endParaRPr lang="es-ES" dirty="0">
              <a:solidFill>
                <a:srgbClr val="EC0000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2EAF6E5-F16B-60D0-5B74-ECD30AC234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s-ES" dirty="0"/>
              <a:t>Introducción 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| Actividades Manuales</a:t>
            </a:r>
          </a:p>
        </p:txBody>
      </p: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A014EF8A-C8A0-EF26-6196-DAB744694994}"/>
              </a:ext>
            </a:extLst>
          </p:cNvPr>
          <p:cNvGrpSpPr/>
          <p:nvPr/>
        </p:nvGrpSpPr>
        <p:grpSpPr>
          <a:xfrm>
            <a:off x="2408988" y="1506509"/>
            <a:ext cx="7374024" cy="3355103"/>
            <a:chOff x="1779210" y="1589195"/>
            <a:chExt cx="8785980" cy="3997528"/>
          </a:xfrm>
        </p:grpSpPr>
        <p:sp>
          <p:nvSpPr>
            <p:cNvPr id="47" name="Rectángulo: esquinas redondeadas 51">
              <a:extLst>
                <a:ext uri="{FF2B5EF4-FFF2-40B4-BE49-F238E27FC236}">
                  <a16:creationId xmlns:a16="http://schemas.microsoft.com/office/drawing/2014/main" id="{FBD4E1ED-592D-DC09-C411-2EDD3B9B6C11}"/>
                </a:ext>
              </a:extLst>
            </p:cNvPr>
            <p:cNvSpPr/>
            <p:nvPr/>
          </p:nvSpPr>
          <p:spPr>
            <a:xfrm>
              <a:off x="3130241" y="2276600"/>
              <a:ext cx="7281488" cy="319642"/>
            </a:xfrm>
            <a:prstGeom prst="roundRect">
              <a:avLst/>
            </a:prstGeom>
            <a:solidFill>
              <a:schemeClr val="bg1"/>
            </a:solidFill>
            <a:ln w="19050">
              <a:gradFill>
                <a:gsLst>
                  <a:gs pos="50000">
                    <a:schemeClr val="accent1"/>
                  </a:gs>
                  <a:gs pos="50000">
                    <a:srgbClr val="00B0F0"/>
                  </a:gs>
                </a:gsLst>
                <a:lin ang="5400000" scaled="0"/>
              </a:gra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defRPr/>
              </a:pPr>
              <a:r>
                <a:rPr lang="es-ES" sz="1000" b="1" dirty="0">
                  <a:solidFill>
                    <a:prstClr val="black"/>
                  </a:solidFill>
                  <a:latin typeface="Santander Text" panose="020B0504020201020104"/>
                </a:rPr>
                <a:t>Integration Layer</a:t>
              </a:r>
            </a:p>
          </p:txBody>
        </p:sp>
        <p:cxnSp>
          <p:nvCxnSpPr>
            <p:cNvPr id="48" name="Conector recto de flecha 10">
              <a:extLst>
                <a:ext uri="{FF2B5EF4-FFF2-40B4-BE49-F238E27FC236}">
                  <a16:creationId xmlns:a16="http://schemas.microsoft.com/office/drawing/2014/main" id="{29F0E0E5-0D25-947C-F61A-B9A7AB550770}"/>
                </a:ext>
              </a:extLst>
            </p:cNvPr>
            <p:cNvCxnSpPr>
              <a:cxnSpLocks/>
              <a:stCxn id="47" idx="1"/>
              <a:endCxn id="137" idx="0"/>
            </p:cNvCxnSpPr>
            <p:nvPr/>
          </p:nvCxnSpPr>
          <p:spPr>
            <a:xfrm rot="10800000" flipV="1">
              <a:off x="2199771" y="2436420"/>
              <a:ext cx="930470" cy="481639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de flecha 10">
              <a:extLst>
                <a:ext uri="{FF2B5EF4-FFF2-40B4-BE49-F238E27FC236}">
                  <a16:creationId xmlns:a16="http://schemas.microsoft.com/office/drawing/2014/main" id="{B1C2D977-BD33-D5B8-D522-251FDB5CBB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17707" y="2604840"/>
              <a:ext cx="620" cy="305808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Rectángulo: esquinas redondeadas 145">
              <a:extLst>
                <a:ext uri="{FF2B5EF4-FFF2-40B4-BE49-F238E27FC236}">
                  <a16:creationId xmlns:a16="http://schemas.microsoft.com/office/drawing/2014/main" id="{C909AD01-C214-2536-F98D-C9F18EB737DA}"/>
                </a:ext>
              </a:extLst>
            </p:cNvPr>
            <p:cNvSpPr/>
            <p:nvPr/>
          </p:nvSpPr>
          <p:spPr>
            <a:xfrm>
              <a:off x="2962415" y="2835124"/>
              <a:ext cx="7602775" cy="2060573"/>
            </a:xfrm>
            <a:prstGeom prst="roundRect">
              <a:avLst>
                <a:gd name="adj" fmla="val 7689"/>
              </a:avLst>
            </a:prstGeom>
            <a:noFill/>
            <a:ln w="19050">
              <a:solidFill>
                <a:srgbClr val="00B0F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1050" b="1" dirty="0">
                <a:solidFill>
                  <a:prstClr val="black"/>
                </a:solidFill>
                <a:latin typeface="Santander Text" panose="020B0504020201020104"/>
              </a:endParaRPr>
            </a:p>
          </p:txBody>
        </p:sp>
        <p:cxnSp>
          <p:nvCxnSpPr>
            <p:cNvPr id="51" name="Conector recto de flecha 150">
              <a:extLst>
                <a:ext uri="{FF2B5EF4-FFF2-40B4-BE49-F238E27FC236}">
                  <a16:creationId xmlns:a16="http://schemas.microsoft.com/office/drawing/2014/main" id="{270902DA-0292-0D8E-1608-86E1C4AF3499}"/>
                </a:ext>
              </a:extLst>
            </p:cNvPr>
            <p:cNvCxnSpPr/>
            <p:nvPr/>
          </p:nvCxnSpPr>
          <p:spPr>
            <a:xfrm>
              <a:off x="8928750" y="3864985"/>
              <a:ext cx="504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ectángulo: esquinas redondeadas 129">
              <a:extLst>
                <a:ext uri="{FF2B5EF4-FFF2-40B4-BE49-F238E27FC236}">
                  <a16:creationId xmlns:a16="http://schemas.microsoft.com/office/drawing/2014/main" id="{2E3DCE20-FCC4-1901-51B0-9078DF630F36}"/>
                </a:ext>
              </a:extLst>
            </p:cNvPr>
            <p:cNvSpPr/>
            <p:nvPr/>
          </p:nvSpPr>
          <p:spPr>
            <a:xfrm>
              <a:off x="4359839" y="5122895"/>
              <a:ext cx="1368000" cy="46382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6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s-ES" sz="900" b="1" dirty="0">
                  <a:solidFill>
                    <a:prstClr val="black"/>
                  </a:solidFill>
                  <a:latin typeface="Santander Text" panose="020B0504020201020104"/>
                </a:rPr>
                <a:t>Monitorización funcional (DEVO)</a:t>
              </a:r>
            </a:p>
          </p:txBody>
        </p:sp>
        <p:cxnSp>
          <p:nvCxnSpPr>
            <p:cNvPr id="53" name="Conector recto de flecha 10">
              <a:extLst>
                <a:ext uri="{FF2B5EF4-FFF2-40B4-BE49-F238E27FC236}">
                  <a16:creationId xmlns:a16="http://schemas.microsoft.com/office/drawing/2014/main" id="{809AEBD9-2362-AD08-4D27-038E1C743BE6}"/>
                </a:ext>
              </a:extLst>
            </p:cNvPr>
            <p:cNvCxnSpPr>
              <a:cxnSpLocks/>
            </p:cNvCxnSpPr>
            <p:nvPr/>
          </p:nvCxnSpPr>
          <p:spPr>
            <a:xfrm>
              <a:off x="5040903" y="4893860"/>
              <a:ext cx="0" cy="216000"/>
            </a:xfrm>
            <a:prstGeom prst="straightConnector1">
              <a:avLst/>
            </a:prstGeom>
            <a:ln w="19050">
              <a:solidFill>
                <a:schemeClr val="accent1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Rectángulo: esquinas redondeadas 129">
              <a:extLst>
                <a:ext uri="{FF2B5EF4-FFF2-40B4-BE49-F238E27FC236}">
                  <a16:creationId xmlns:a16="http://schemas.microsoft.com/office/drawing/2014/main" id="{5BD04FA8-C5C2-EDDC-7433-F5CB86608225}"/>
                </a:ext>
              </a:extLst>
            </p:cNvPr>
            <p:cNvSpPr/>
            <p:nvPr/>
          </p:nvSpPr>
          <p:spPr>
            <a:xfrm>
              <a:off x="7805644" y="5121594"/>
              <a:ext cx="1368000" cy="463828"/>
            </a:xfrm>
            <a:prstGeom prst="roundRect">
              <a:avLst/>
            </a:prstGeom>
            <a:solidFill>
              <a:schemeClr val="bg1"/>
            </a:solidFill>
            <a:ln w="19050">
              <a:gradFill>
                <a:gsLst>
                  <a:gs pos="50000">
                    <a:schemeClr val="accent1"/>
                  </a:gs>
                  <a:gs pos="50000">
                    <a:srgbClr val="00B0F0"/>
                  </a:gs>
                </a:gsLst>
                <a:lin ang="10800000" scaled="0"/>
              </a:gra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s-ES" sz="900" b="1" dirty="0">
                  <a:solidFill>
                    <a:prstClr val="black"/>
                  </a:solidFill>
                </a:rPr>
                <a:t>Monitorización</a:t>
              </a:r>
            </a:p>
            <a:p>
              <a:pPr algn="ctr">
                <a:defRPr/>
              </a:pPr>
              <a:r>
                <a:rPr lang="es-ES" sz="900" b="1" dirty="0">
                  <a:solidFill>
                    <a:prstClr val="black"/>
                  </a:solidFill>
                </a:rPr>
                <a:t>técnica (</a:t>
              </a:r>
              <a:r>
                <a:rPr lang="es-ES" sz="900" b="1" dirty="0" err="1">
                  <a:solidFill>
                    <a:prstClr val="black"/>
                  </a:solidFill>
                </a:rPr>
                <a:t>Dynatrace</a:t>
              </a:r>
              <a:r>
                <a:rPr lang="es-ES" sz="900" b="1" dirty="0">
                  <a:solidFill>
                    <a:prstClr val="black"/>
                  </a:solidFill>
                </a:rPr>
                <a:t>)</a:t>
              </a:r>
            </a:p>
          </p:txBody>
        </p:sp>
        <p:cxnSp>
          <p:nvCxnSpPr>
            <p:cNvPr id="55" name="Conector recto de flecha 10">
              <a:extLst>
                <a:ext uri="{FF2B5EF4-FFF2-40B4-BE49-F238E27FC236}">
                  <a16:creationId xmlns:a16="http://schemas.microsoft.com/office/drawing/2014/main" id="{A06BDC56-11CB-2393-9A4C-584418CC928F}"/>
                </a:ext>
              </a:extLst>
            </p:cNvPr>
            <p:cNvCxnSpPr>
              <a:cxnSpLocks/>
            </p:cNvCxnSpPr>
            <p:nvPr/>
          </p:nvCxnSpPr>
          <p:spPr>
            <a:xfrm>
              <a:off x="8486702" y="4894598"/>
              <a:ext cx="0" cy="216000"/>
            </a:xfrm>
            <a:prstGeom prst="straightConnector1">
              <a:avLst/>
            </a:prstGeom>
            <a:ln w="19050">
              <a:solidFill>
                <a:schemeClr val="accent1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cto de flecha 10">
              <a:extLst>
                <a:ext uri="{FF2B5EF4-FFF2-40B4-BE49-F238E27FC236}">
                  <a16:creationId xmlns:a16="http://schemas.microsoft.com/office/drawing/2014/main" id="{AB81ED17-B2A2-11ED-AB0A-F019532E8E9F}"/>
                </a:ext>
              </a:extLst>
            </p:cNvPr>
            <p:cNvCxnSpPr>
              <a:cxnSpLocks/>
            </p:cNvCxnSpPr>
            <p:nvPr/>
          </p:nvCxnSpPr>
          <p:spPr>
            <a:xfrm>
              <a:off x="5101863" y="2604840"/>
              <a:ext cx="0" cy="234000"/>
            </a:xfrm>
            <a:prstGeom prst="straightConnector1">
              <a:avLst/>
            </a:prstGeom>
            <a:ln w="19050">
              <a:solidFill>
                <a:schemeClr val="accent1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recto de flecha 10">
              <a:extLst>
                <a:ext uri="{FF2B5EF4-FFF2-40B4-BE49-F238E27FC236}">
                  <a16:creationId xmlns:a16="http://schemas.microsoft.com/office/drawing/2014/main" id="{720EAFB1-4157-A8EC-F354-C201E64B2A75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8425472" y="2602080"/>
              <a:ext cx="0" cy="234000"/>
            </a:xfrm>
            <a:prstGeom prst="straightConnector1">
              <a:avLst/>
            </a:prstGeom>
            <a:ln w="19050">
              <a:solidFill>
                <a:schemeClr val="accent1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ectángulo: esquinas redondeadas 51">
              <a:extLst>
                <a:ext uri="{FF2B5EF4-FFF2-40B4-BE49-F238E27FC236}">
                  <a16:creationId xmlns:a16="http://schemas.microsoft.com/office/drawing/2014/main" id="{60BFD45D-C553-F7C4-6BE9-ED4F9DE2AC03}"/>
                </a:ext>
              </a:extLst>
            </p:cNvPr>
            <p:cNvSpPr/>
            <p:nvPr/>
          </p:nvSpPr>
          <p:spPr>
            <a:xfrm>
              <a:off x="8065157" y="2907018"/>
              <a:ext cx="866110" cy="1904938"/>
            </a:xfrm>
            <a:prstGeom prst="roundRect">
              <a:avLst>
                <a:gd name="adj" fmla="val 32708"/>
              </a:avLst>
            </a:prstGeom>
            <a:pattFill prst="wdUpDiag">
              <a:fgClr>
                <a:schemeClr val="accent5">
                  <a:lumMod val="40000"/>
                  <a:lumOff val="60000"/>
                </a:schemeClr>
              </a:fgClr>
              <a:bgClr>
                <a:schemeClr val="bg1"/>
              </a:bgClr>
            </a:pattFill>
            <a:ln w="19050">
              <a:solidFill>
                <a:srgbClr val="00B0F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defRPr/>
              </a:pPr>
              <a:r>
                <a:rPr lang="es-ES" sz="1000" b="1" dirty="0">
                  <a:solidFill>
                    <a:prstClr val="black"/>
                  </a:solidFill>
                  <a:latin typeface="Santander Text" panose="020B0504020201020104"/>
                </a:rPr>
                <a:t>Consumer Layer</a:t>
              </a:r>
            </a:p>
          </p:txBody>
        </p:sp>
        <p:grpSp>
          <p:nvGrpSpPr>
            <p:cNvPr id="59" name="Group 190">
              <a:extLst>
                <a:ext uri="{FF2B5EF4-FFF2-40B4-BE49-F238E27FC236}">
                  <a16:creationId xmlns:a16="http://schemas.microsoft.com/office/drawing/2014/main" id="{B1C696E8-952D-8056-0541-090A6122FC4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423219" y="3479535"/>
              <a:ext cx="149986" cy="142426"/>
              <a:chOff x="4055466" y="2766371"/>
              <a:chExt cx="213362" cy="213357"/>
            </a:xfrm>
          </p:grpSpPr>
          <p:sp>
            <p:nvSpPr>
              <p:cNvPr id="60" name="Freeform: Shape 191">
                <a:extLst>
                  <a:ext uri="{FF2B5EF4-FFF2-40B4-BE49-F238E27FC236}">
                    <a16:creationId xmlns:a16="http://schemas.microsoft.com/office/drawing/2014/main" id="{CBE007A7-A277-8458-D377-351C0DDB5174}"/>
                  </a:ext>
                </a:extLst>
              </p:cNvPr>
              <p:cNvSpPr/>
              <p:nvPr/>
            </p:nvSpPr>
            <p:spPr>
              <a:xfrm>
                <a:off x="4055466" y="2766371"/>
                <a:ext cx="180973" cy="76200"/>
              </a:xfrm>
              <a:custGeom>
                <a:avLst/>
                <a:gdLst>
                  <a:gd name="connsiteX0" fmla="*/ 90488 w 180975"/>
                  <a:gd name="connsiteY0" fmla="*/ 76200 h 76200"/>
                  <a:gd name="connsiteX1" fmla="*/ 180975 w 180975"/>
                  <a:gd name="connsiteY1" fmla="*/ 38100 h 76200"/>
                  <a:gd name="connsiteX2" fmla="*/ 90488 w 180975"/>
                  <a:gd name="connsiteY2" fmla="*/ 0 h 76200"/>
                  <a:gd name="connsiteX3" fmla="*/ 0 w 180975"/>
                  <a:gd name="connsiteY3" fmla="*/ 38100 h 76200"/>
                  <a:gd name="connsiteX4" fmla="*/ 90488 w 180975"/>
                  <a:gd name="connsiteY4" fmla="*/ 76200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0975" h="76200">
                    <a:moveTo>
                      <a:pt x="90488" y="76200"/>
                    </a:moveTo>
                    <a:cubicBezTo>
                      <a:pt x="140017" y="76200"/>
                      <a:pt x="180975" y="59055"/>
                      <a:pt x="180975" y="38100"/>
                    </a:cubicBezTo>
                    <a:cubicBezTo>
                      <a:pt x="180975" y="17145"/>
                      <a:pt x="140017" y="0"/>
                      <a:pt x="90488" y="0"/>
                    </a:cubicBezTo>
                    <a:cubicBezTo>
                      <a:pt x="40958" y="0"/>
                      <a:pt x="0" y="17145"/>
                      <a:pt x="0" y="38100"/>
                    </a:cubicBezTo>
                    <a:cubicBezTo>
                      <a:pt x="0" y="59055"/>
                      <a:pt x="40958" y="76200"/>
                      <a:pt x="90488" y="76200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tx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es-ES" sz="1400" dirty="0">
                  <a:solidFill>
                    <a:prstClr val="black"/>
                  </a:solidFill>
                  <a:latin typeface="Univers 45 Light" pitchFamily="2" charset="0"/>
                </a:endParaRPr>
              </a:p>
            </p:txBody>
          </p:sp>
          <p:sp>
            <p:nvSpPr>
              <p:cNvPr id="61" name="Freeform: Shape 192">
                <a:extLst>
                  <a:ext uri="{FF2B5EF4-FFF2-40B4-BE49-F238E27FC236}">
                    <a16:creationId xmlns:a16="http://schemas.microsoft.com/office/drawing/2014/main" id="{C28DA47B-17D8-8140-DEA5-B931E14177E3}"/>
                  </a:ext>
                </a:extLst>
              </p:cNvPr>
              <p:cNvSpPr/>
              <p:nvPr/>
            </p:nvSpPr>
            <p:spPr>
              <a:xfrm>
                <a:off x="4055469" y="2842569"/>
                <a:ext cx="85725" cy="38100"/>
              </a:xfrm>
              <a:custGeom>
                <a:avLst/>
                <a:gdLst>
                  <a:gd name="connsiteX0" fmla="*/ 90488 w 85725"/>
                  <a:gd name="connsiteY0" fmla="*/ 38100 h 38100"/>
                  <a:gd name="connsiteX1" fmla="*/ 0 w 85725"/>
                  <a:gd name="connsiteY1" fmla="*/ 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5725" h="38100">
                    <a:moveTo>
                      <a:pt x="90488" y="38100"/>
                    </a:moveTo>
                    <a:cubicBezTo>
                      <a:pt x="40958" y="38100"/>
                      <a:pt x="0" y="20955"/>
                      <a:pt x="0" y="0"/>
                    </a:cubicBezTo>
                  </a:path>
                </a:pathLst>
              </a:custGeom>
              <a:noFill/>
              <a:ln w="12700" cap="rnd">
                <a:solidFill>
                  <a:schemeClr val="tx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es-ES" sz="1400" dirty="0">
                  <a:solidFill>
                    <a:prstClr val="black"/>
                  </a:solidFill>
                  <a:latin typeface="Univers 45 Light" pitchFamily="2" charset="0"/>
                </a:endParaRPr>
              </a:p>
            </p:txBody>
          </p:sp>
          <p:sp>
            <p:nvSpPr>
              <p:cNvPr id="62" name="Freeform: Shape 193">
                <a:extLst>
                  <a:ext uri="{FF2B5EF4-FFF2-40B4-BE49-F238E27FC236}">
                    <a16:creationId xmlns:a16="http://schemas.microsoft.com/office/drawing/2014/main" id="{95C80C0F-A7D6-34C3-5E93-894F6CEB3AD2}"/>
                  </a:ext>
                </a:extLst>
              </p:cNvPr>
              <p:cNvSpPr/>
              <p:nvPr/>
            </p:nvSpPr>
            <p:spPr>
              <a:xfrm>
                <a:off x="4055469" y="2886384"/>
                <a:ext cx="76200" cy="28575"/>
              </a:xfrm>
              <a:custGeom>
                <a:avLst/>
                <a:gdLst>
                  <a:gd name="connsiteX0" fmla="*/ 76200 w 76200"/>
                  <a:gd name="connsiteY0" fmla="*/ 37147 h 28575"/>
                  <a:gd name="connsiteX1" fmla="*/ 0 w 76200"/>
                  <a:gd name="connsiteY1" fmla="*/ 0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6200" h="28575">
                    <a:moveTo>
                      <a:pt x="76200" y="37147"/>
                    </a:moveTo>
                    <a:cubicBezTo>
                      <a:pt x="33338" y="34290"/>
                      <a:pt x="0" y="18097"/>
                      <a:pt x="0" y="0"/>
                    </a:cubicBezTo>
                  </a:path>
                </a:pathLst>
              </a:custGeom>
              <a:noFill/>
              <a:ln w="12700" cap="rnd">
                <a:solidFill>
                  <a:schemeClr val="tx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es-ES" sz="1400" dirty="0">
                  <a:solidFill>
                    <a:prstClr val="black"/>
                  </a:solidFill>
                  <a:latin typeface="Univers 45 Light" pitchFamily="2" charset="0"/>
                </a:endParaRPr>
              </a:p>
            </p:txBody>
          </p:sp>
          <p:sp>
            <p:nvSpPr>
              <p:cNvPr id="63" name="Freeform: Shape 194">
                <a:extLst>
                  <a:ext uri="{FF2B5EF4-FFF2-40B4-BE49-F238E27FC236}">
                    <a16:creationId xmlns:a16="http://schemas.microsoft.com/office/drawing/2014/main" id="{F014FB1D-40D3-52A4-E254-7744DF96C1CF}"/>
                  </a:ext>
                </a:extLst>
              </p:cNvPr>
              <p:cNvSpPr/>
              <p:nvPr/>
            </p:nvSpPr>
            <p:spPr>
              <a:xfrm>
                <a:off x="4055469" y="2804469"/>
                <a:ext cx="76200" cy="161925"/>
              </a:xfrm>
              <a:custGeom>
                <a:avLst/>
                <a:gdLst>
                  <a:gd name="connsiteX0" fmla="*/ 80963 w 76200"/>
                  <a:gd name="connsiteY0" fmla="*/ 161925 h 161925"/>
                  <a:gd name="connsiteX1" fmla="*/ 0 w 76200"/>
                  <a:gd name="connsiteY1" fmla="*/ 123825 h 161925"/>
                  <a:gd name="connsiteX2" fmla="*/ 0 w 76200"/>
                  <a:gd name="connsiteY2" fmla="*/ 0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6200" h="161925">
                    <a:moveTo>
                      <a:pt x="80963" y="161925"/>
                    </a:moveTo>
                    <a:cubicBezTo>
                      <a:pt x="35242" y="160020"/>
                      <a:pt x="0" y="143828"/>
                      <a:pt x="0" y="123825"/>
                    </a:cubicBezTo>
                    <a:lnTo>
                      <a:pt x="0" y="0"/>
                    </a:lnTo>
                  </a:path>
                </a:pathLst>
              </a:custGeom>
              <a:noFill/>
              <a:ln w="12700" cap="rnd">
                <a:solidFill>
                  <a:schemeClr val="tx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es-ES" sz="1400" dirty="0">
                  <a:solidFill>
                    <a:prstClr val="black"/>
                  </a:solidFill>
                  <a:latin typeface="Univers 45 Light" pitchFamily="2" charset="0"/>
                </a:endParaRPr>
              </a:p>
            </p:txBody>
          </p:sp>
          <p:sp>
            <p:nvSpPr>
              <p:cNvPr id="64" name="Freeform: Shape 195">
                <a:extLst>
                  <a:ext uri="{FF2B5EF4-FFF2-40B4-BE49-F238E27FC236}">
                    <a16:creationId xmlns:a16="http://schemas.microsoft.com/office/drawing/2014/main" id="{8C7EA564-5CFB-02DD-6FF0-6518441F634E}"/>
                  </a:ext>
                </a:extLst>
              </p:cNvPr>
              <p:cNvSpPr/>
              <p:nvPr/>
            </p:nvSpPr>
            <p:spPr>
              <a:xfrm>
                <a:off x="4236444" y="2804469"/>
                <a:ext cx="9525" cy="38100"/>
              </a:xfrm>
              <a:custGeom>
                <a:avLst/>
                <a:gdLst>
                  <a:gd name="connsiteX0" fmla="*/ 0 w 0"/>
                  <a:gd name="connsiteY0" fmla="*/ 0 h 38100"/>
                  <a:gd name="connsiteX1" fmla="*/ 0 w 0"/>
                  <a:gd name="connsiteY1" fmla="*/ 4286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38100">
                    <a:moveTo>
                      <a:pt x="0" y="0"/>
                    </a:moveTo>
                    <a:lnTo>
                      <a:pt x="0" y="42863"/>
                    </a:lnTo>
                  </a:path>
                </a:pathLst>
              </a:custGeom>
              <a:noFill/>
              <a:ln w="12700" cap="rnd">
                <a:solidFill>
                  <a:schemeClr val="tx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es-ES" sz="1400" dirty="0">
                  <a:solidFill>
                    <a:prstClr val="black"/>
                  </a:solidFill>
                  <a:latin typeface="Univers 45 Light" pitchFamily="2" charset="0"/>
                </a:endParaRPr>
              </a:p>
            </p:txBody>
          </p:sp>
          <p:sp>
            <p:nvSpPr>
              <p:cNvPr id="65" name="Freeform: Shape 196">
                <a:extLst>
                  <a:ext uri="{FF2B5EF4-FFF2-40B4-BE49-F238E27FC236}">
                    <a16:creationId xmlns:a16="http://schemas.microsoft.com/office/drawing/2014/main" id="{11D5745B-BD36-0F08-203C-36AEBDD322D4}"/>
                  </a:ext>
                </a:extLst>
              </p:cNvPr>
              <p:cNvSpPr/>
              <p:nvPr/>
            </p:nvSpPr>
            <p:spPr>
              <a:xfrm>
                <a:off x="4159291" y="2913053"/>
                <a:ext cx="38100" cy="38100"/>
              </a:xfrm>
              <a:custGeom>
                <a:avLst/>
                <a:gdLst>
                  <a:gd name="connsiteX0" fmla="*/ 21908 w 38100"/>
                  <a:gd name="connsiteY0" fmla="*/ 43815 h 38100"/>
                  <a:gd name="connsiteX1" fmla="*/ 43815 w 38100"/>
                  <a:gd name="connsiteY1" fmla="*/ 21908 h 38100"/>
                  <a:gd name="connsiteX2" fmla="*/ 21908 w 38100"/>
                  <a:gd name="connsiteY2" fmla="*/ 0 h 38100"/>
                  <a:gd name="connsiteX3" fmla="*/ 0 w 38100"/>
                  <a:gd name="connsiteY3" fmla="*/ 21908 h 38100"/>
                  <a:gd name="connsiteX4" fmla="*/ 21908 w 38100"/>
                  <a:gd name="connsiteY4" fmla="*/ 43815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21908" y="43815"/>
                    </a:moveTo>
                    <a:cubicBezTo>
                      <a:pt x="33338" y="43815"/>
                      <a:pt x="43815" y="34290"/>
                      <a:pt x="43815" y="21908"/>
                    </a:cubicBezTo>
                    <a:cubicBezTo>
                      <a:pt x="43815" y="10478"/>
                      <a:pt x="34290" y="0"/>
                      <a:pt x="21908" y="0"/>
                    </a:cubicBezTo>
                    <a:cubicBezTo>
                      <a:pt x="10478" y="0"/>
                      <a:pt x="0" y="9525"/>
                      <a:pt x="0" y="21908"/>
                    </a:cubicBezTo>
                    <a:cubicBezTo>
                      <a:pt x="953" y="34290"/>
                      <a:pt x="10478" y="43815"/>
                      <a:pt x="21908" y="43815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tx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es-ES" sz="1400" dirty="0">
                  <a:solidFill>
                    <a:prstClr val="black"/>
                  </a:solidFill>
                  <a:latin typeface="Univers 45 Light" pitchFamily="2" charset="0"/>
                </a:endParaRPr>
              </a:p>
            </p:txBody>
          </p:sp>
          <p:sp>
            <p:nvSpPr>
              <p:cNvPr id="66" name="Freeform: Shape 197">
                <a:extLst>
                  <a:ext uri="{FF2B5EF4-FFF2-40B4-BE49-F238E27FC236}">
                    <a16:creationId xmlns:a16="http://schemas.microsoft.com/office/drawing/2014/main" id="{C4E6074C-FFFF-B998-AD60-3BB36ED68FD3}"/>
                  </a:ext>
                </a:extLst>
              </p:cNvPr>
              <p:cNvSpPr/>
              <p:nvPr/>
            </p:nvSpPr>
            <p:spPr>
              <a:xfrm>
                <a:off x="4230728" y="2941628"/>
                <a:ext cx="38100" cy="38100"/>
              </a:xfrm>
              <a:custGeom>
                <a:avLst/>
                <a:gdLst>
                  <a:gd name="connsiteX0" fmla="*/ 21908 w 38100"/>
                  <a:gd name="connsiteY0" fmla="*/ 43815 h 38100"/>
                  <a:gd name="connsiteX1" fmla="*/ 43815 w 38100"/>
                  <a:gd name="connsiteY1" fmla="*/ 21908 h 38100"/>
                  <a:gd name="connsiteX2" fmla="*/ 21908 w 38100"/>
                  <a:gd name="connsiteY2" fmla="*/ 0 h 38100"/>
                  <a:gd name="connsiteX3" fmla="*/ 0 w 38100"/>
                  <a:gd name="connsiteY3" fmla="*/ 21908 h 38100"/>
                  <a:gd name="connsiteX4" fmla="*/ 21908 w 38100"/>
                  <a:gd name="connsiteY4" fmla="*/ 43815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21908" y="43815"/>
                    </a:moveTo>
                    <a:cubicBezTo>
                      <a:pt x="33338" y="43815"/>
                      <a:pt x="43815" y="34290"/>
                      <a:pt x="43815" y="21908"/>
                    </a:cubicBezTo>
                    <a:cubicBezTo>
                      <a:pt x="43815" y="10478"/>
                      <a:pt x="34290" y="0"/>
                      <a:pt x="21908" y="0"/>
                    </a:cubicBezTo>
                    <a:cubicBezTo>
                      <a:pt x="10478" y="0"/>
                      <a:pt x="0" y="9525"/>
                      <a:pt x="0" y="21908"/>
                    </a:cubicBezTo>
                    <a:cubicBezTo>
                      <a:pt x="953" y="34290"/>
                      <a:pt x="10478" y="43815"/>
                      <a:pt x="21908" y="43815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tx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es-ES" sz="1400" dirty="0">
                  <a:solidFill>
                    <a:prstClr val="black"/>
                  </a:solidFill>
                  <a:latin typeface="Univers 45 Light" pitchFamily="2" charset="0"/>
                </a:endParaRPr>
              </a:p>
            </p:txBody>
          </p:sp>
          <p:sp>
            <p:nvSpPr>
              <p:cNvPr id="67" name="Freeform: Shape 198">
                <a:extLst>
                  <a:ext uri="{FF2B5EF4-FFF2-40B4-BE49-F238E27FC236}">
                    <a16:creationId xmlns:a16="http://schemas.microsoft.com/office/drawing/2014/main" id="{5412C0F3-612D-1EF7-0EB5-7DC5F616C8C4}"/>
                  </a:ext>
                </a:extLst>
              </p:cNvPr>
              <p:cNvSpPr/>
              <p:nvPr/>
            </p:nvSpPr>
            <p:spPr>
              <a:xfrm>
                <a:off x="4230728" y="2870191"/>
                <a:ext cx="38100" cy="38100"/>
              </a:xfrm>
              <a:custGeom>
                <a:avLst/>
                <a:gdLst>
                  <a:gd name="connsiteX0" fmla="*/ 21908 w 38100"/>
                  <a:gd name="connsiteY0" fmla="*/ 43815 h 38100"/>
                  <a:gd name="connsiteX1" fmla="*/ 43815 w 38100"/>
                  <a:gd name="connsiteY1" fmla="*/ 21908 h 38100"/>
                  <a:gd name="connsiteX2" fmla="*/ 21908 w 38100"/>
                  <a:gd name="connsiteY2" fmla="*/ 0 h 38100"/>
                  <a:gd name="connsiteX3" fmla="*/ 0 w 38100"/>
                  <a:gd name="connsiteY3" fmla="*/ 21908 h 38100"/>
                  <a:gd name="connsiteX4" fmla="*/ 21908 w 38100"/>
                  <a:gd name="connsiteY4" fmla="*/ 43815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21908" y="43815"/>
                    </a:moveTo>
                    <a:cubicBezTo>
                      <a:pt x="33338" y="43815"/>
                      <a:pt x="43815" y="34290"/>
                      <a:pt x="43815" y="21908"/>
                    </a:cubicBezTo>
                    <a:cubicBezTo>
                      <a:pt x="43815" y="9525"/>
                      <a:pt x="34290" y="0"/>
                      <a:pt x="21908" y="0"/>
                    </a:cubicBezTo>
                    <a:cubicBezTo>
                      <a:pt x="10478" y="0"/>
                      <a:pt x="0" y="9525"/>
                      <a:pt x="0" y="21908"/>
                    </a:cubicBezTo>
                    <a:cubicBezTo>
                      <a:pt x="0" y="34290"/>
                      <a:pt x="10478" y="43815"/>
                      <a:pt x="21908" y="43815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tx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es-ES" sz="1400" dirty="0">
                  <a:solidFill>
                    <a:prstClr val="black"/>
                  </a:solidFill>
                  <a:latin typeface="Univers 45 Light" pitchFamily="2" charset="0"/>
                </a:endParaRPr>
              </a:p>
            </p:txBody>
          </p:sp>
          <p:sp>
            <p:nvSpPr>
              <p:cNvPr id="68" name="Freeform: Shape 199">
                <a:extLst>
                  <a:ext uri="{FF2B5EF4-FFF2-40B4-BE49-F238E27FC236}">
                    <a16:creationId xmlns:a16="http://schemas.microsoft.com/office/drawing/2014/main" id="{1D435BE1-40B9-4580-757E-EABAA9848242}"/>
                  </a:ext>
                </a:extLst>
              </p:cNvPr>
              <p:cNvSpPr/>
              <p:nvPr/>
            </p:nvSpPr>
            <p:spPr>
              <a:xfrm>
                <a:off x="4200248" y="2903528"/>
                <a:ext cx="28575" cy="19050"/>
              </a:xfrm>
              <a:custGeom>
                <a:avLst/>
                <a:gdLst>
                  <a:gd name="connsiteX0" fmla="*/ 0 w 28575"/>
                  <a:gd name="connsiteY0" fmla="*/ 20955 h 19050"/>
                  <a:gd name="connsiteX1" fmla="*/ 35242 w 28575"/>
                  <a:gd name="connsiteY1" fmla="*/ 0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75" h="19050">
                    <a:moveTo>
                      <a:pt x="0" y="20955"/>
                    </a:moveTo>
                    <a:lnTo>
                      <a:pt x="35242" y="0"/>
                    </a:lnTo>
                  </a:path>
                </a:pathLst>
              </a:custGeom>
              <a:noFill/>
              <a:ln w="12700" cap="rnd">
                <a:solidFill>
                  <a:schemeClr val="tx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es-ES" sz="1400" dirty="0">
                  <a:solidFill>
                    <a:prstClr val="black"/>
                  </a:solidFill>
                  <a:latin typeface="Univers 45 Light" pitchFamily="2" charset="0"/>
                </a:endParaRPr>
              </a:p>
            </p:txBody>
          </p:sp>
          <p:sp>
            <p:nvSpPr>
              <p:cNvPr id="69" name="Freeform: Shape 200">
                <a:extLst>
                  <a:ext uri="{FF2B5EF4-FFF2-40B4-BE49-F238E27FC236}">
                    <a16:creationId xmlns:a16="http://schemas.microsoft.com/office/drawing/2014/main" id="{F7D6798B-1557-3025-5078-E06964C988D2}"/>
                  </a:ext>
                </a:extLst>
              </p:cNvPr>
              <p:cNvSpPr/>
              <p:nvPr/>
            </p:nvSpPr>
            <p:spPr>
              <a:xfrm>
                <a:off x="4201201" y="2943534"/>
                <a:ext cx="28575" cy="9525"/>
              </a:xfrm>
              <a:custGeom>
                <a:avLst/>
                <a:gdLst>
                  <a:gd name="connsiteX0" fmla="*/ 0 w 28575"/>
                  <a:gd name="connsiteY0" fmla="*/ 0 h 9525"/>
                  <a:gd name="connsiteX1" fmla="*/ 31433 w 28575"/>
                  <a:gd name="connsiteY1" fmla="*/ 1238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31433" y="12382"/>
                    </a:lnTo>
                  </a:path>
                </a:pathLst>
              </a:custGeom>
              <a:noFill/>
              <a:ln w="12700" cap="rnd">
                <a:solidFill>
                  <a:schemeClr val="tx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es-ES" sz="1400" dirty="0">
                  <a:solidFill>
                    <a:prstClr val="black"/>
                  </a:solidFill>
                  <a:latin typeface="Univers 45 Light" pitchFamily="2" charset="0"/>
                </a:endParaRPr>
              </a:p>
            </p:txBody>
          </p:sp>
        </p:grpSp>
        <p:pic>
          <p:nvPicPr>
            <p:cNvPr id="70" name="Picture 71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64174351-5A4D-AA80-D9CC-3D2B8D1975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58171" y="3012972"/>
              <a:ext cx="535780" cy="246831"/>
            </a:xfrm>
            <a:prstGeom prst="rect">
              <a:avLst/>
            </a:prstGeom>
          </p:spPr>
        </p:pic>
        <p:pic>
          <p:nvPicPr>
            <p:cNvPr id="71" name="Picture 63" descr="Logo&#10;&#10;Description automatically generated">
              <a:extLst>
                <a:ext uri="{FF2B5EF4-FFF2-40B4-BE49-F238E27FC236}">
                  <a16:creationId xmlns:a16="http://schemas.microsoft.com/office/drawing/2014/main" id="{6664816C-97CA-FB1F-2CBD-5F036E1B0B8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5186"/>
            <a:stretch/>
          </p:blipFill>
          <p:spPr>
            <a:xfrm>
              <a:off x="8577218" y="3034068"/>
              <a:ext cx="212407" cy="204638"/>
            </a:xfrm>
            <a:prstGeom prst="rect">
              <a:avLst/>
            </a:prstGeom>
          </p:spPr>
        </p:pic>
        <p:sp>
          <p:nvSpPr>
            <p:cNvPr id="72" name="Rectángulo: esquinas redondeadas 51">
              <a:extLst>
                <a:ext uri="{FF2B5EF4-FFF2-40B4-BE49-F238E27FC236}">
                  <a16:creationId xmlns:a16="http://schemas.microsoft.com/office/drawing/2014/main" id="{201F763D-75DE-011C-40B5-8486E9CF6212}"/>
                </a:ext>
              </a:extLst>
            </p:cNvPr>
            <p:cNvSpPr/>
            <p:nvPr/>
          </p:nvSpPr>
          <p:spPr>
            <a:xfrm>
              <a:off x="9432750" y="2912517"/>
              <a:ext cx="975600" cy="1904937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B0F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defRPr/>
              </a:pPr>
              <a:r>
                <a:rPr lang="es-ES" sz="1000" b="1" dirty="0">
                  <a:solidFill>
                    <a:prstClr val="black"/>
                  </a:solidFill>
                  <a:latin typeface="Santander Text" panose="020B0504020201020104"/>
                </a:rPr>
                <a:t>Business</a:t>
              </a:r>
            </a:p>
            <a:p>
              <a:pPr algn="ctr">
                <a:defRPr/>
              </a:pPr>
              <a:r>
                <a:rPr lang="es-ES" sz="1000" b="1" dirty="0">
                  <a:solidFill>
                    <a:prstClr val="black"/>
                  </a:solidFill>
                  <a:latin typeface="Santander Text" panose="020B0504020201020104"/>
                </a:rPr>
                <a:t>Layer</a:t>
              </a:r>
            </a:p>
          </p:txBody>
        </p:sp>
        <p:grpSp>
          <p:nvGrpSpPr>
            <p:cNvPr id="73" name="Group 68">
              <a:extLst>
                <a:ext uri="{FF2B5EF4-FFF2-40B4-BE49-F238E27FC236}">
                  <a16:creationId xmlns:a16="http://schemas.microsoft.com/office/drawing/2014/main" id="{43203B3A-9E19-51CA-FE22-8A766BE133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839002" y="3476251"/>
              <a:ext cx="156898" cy="148994"/>
              <a:chOff x="-9837738" y="2365376"/>
              <a:chExt cx="574675" cy="574675"/>
            </a:xfrm>
          </p:grpSpPr>
          <p:sp>
            <p:nvSpPr>
              <p:cNvPr id="74" name="Freeform 791">
                <a:extLst>
                  <a:ext uri="{FF2B5EF4-FFF2-40B4-BE49-F238E27FC236}">
                    <a16:creationId xmlns:a16="http://schemas.microsoft.com/office/drawing/2014/main" id="{A60C0728-1218-F2D2-EDAB-5D69356BF9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9837738" y="2365376"/>
                <a:ext cx="287338" cy="574675"/>
              </a:xfrm>
              <a:custGeom>
                <a:avLst/>
                <a:gdLst>
                  <a:gd name="T0" fmla="*/ 2147483646 w 124"/>
                  <a:gd name="T1" fmla="*/ 0 h 248"/>
                  <a:gd name="T2" fmla="*/ 2147483646 w 124"/>
                  <a:gd name="T3" fmla="*/ 2147483646 h 248"/>
                  <a:gd name="T4" fmla="*/ 0 w 124"/>
                  <a:gd name="T5" fmla="*/ 2147483646 h 248"/>
                  <a:gd name="T6" fmla="*/ 2147483646 w 124"/>
                  <a:gd name="T7" fmla="*/ 0 h 24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4" h="248">
                    <a:moveTo>
                      <a:pt x="124" y="0"/>
                    </a:moveTo>
                    <a:cubicBezTo>
                      <a:pt x="124" y="248"/>
                      <a:pt x="124" y="248"/>
                      <a:pt x="124" y="248"/>
                    </a:cubicBezTo>
                    <a:cubicBezTo>
                      <a:pt x="56" y="248"/>
                      <a:pt x="0" y="192"/>
                      <a:pt x="0" y="124"/>
                    </a:cubicBezTo>
                    <a:cubicBezTo>
                      <a:pt x="0" y="56"/>
                      <a:pt x="56" y="0"/>
                      <a:pt x="124" y="0"/>
                    </a:cubicBezTo>
                    <a:close/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s-ES" sz="1400" dirty="0">
                  <a:solidFill>
                    <a:prstClr val="black"/>
                  </a:solidFill>
                  <a:latin typeface="Univers 45 Light" pitchFamily="2" charset="0"/>
                </a:endParaRPr>
              </a:p>
            </p:txBody>
          </p:sp>
          <p:sp>
            <p:nvSpPr>
              <p:cNvPr id="75" name="Line 792">
                <a:extLst>
                  <a:ext uri="{FF2B5EF4-FFF2-40B4-BE49-F238E27FC236}">
                    <a16:creationId xmlns:a16="http://schemas.microsoft.com/office/drawing/2014/main" id="{DBBD7366-FB47-BED0-76C7-82320B9E95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-9801226" y="2514601"/>
                <a:ext cx="222250" cy="0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s-ES" sz="1400" dirty="0">
                  <a:solidFill>
                    <a:prstClr val="black"/>
                  </a:solidFill>
                  <a:latin typeface="Univers 45 Light" pitchFamily="2" charset="0"/>
                </a:endParaRPr>
              </a:p>
            </p:txBody>
          </p:sp>
          <p:sp>
            <p:nvSpPr>
              <p:cNvPr id="76" name="Line 793">
                <a:extLst>
                  <a:ext uri="{FF2B5EF4-FFF2-40B4-BE49-F238E27FC236}">
                    <a16:creationId xmlns:a16="http://schemas.microsoft.com/office/drawing/2014/main" id="{183D2F27-CB97-8D7E-3691-126402D1B5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-9801226" y="2792413"/>
                <a:ext cx="222250" cy="0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s-ES" sz="1400" dirty="0">
                  <a:solidFill>
                    <a:prstClr val="black"/>
                  </a:solidFill>
                  <a:latin typeface="Univers 45 Light" pitchFamily="2" charset="0"/>
                </a:endParaRPr>
              </a:p>
            </p:txBody>
          </p:sp>
          <p:sp>
            <p:nvSpPr>
              <p:cNvPr id="77" name="Line 794">
                <a:extLst>
                  <a:ext uri="{FF2B5EF4-FFF2-40B4-BE49-F238E27FC236}">
                    <a16:creationId xmlns:a16="http://schemas.microsoft.com/office/drawing/2014/main" id="{675C5D4C-0A28-A640-4B33-F3ACF7A335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-9837738" y="2652713"/>
                <a:ext cx="258763" cy="0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s-ES" sz="1400" dirty="0">
                  <a:solidFill>
                    <a:prstClr val="black"/>
                  </a:solidFill>
                  <a:latin typeface="Univers 45 Light" pitchFamily="2" charset="0"/>
                </a:endParaRPr>
              </a:p>
            </p:txBody>
          </p:sp>
          <p:sp>
            <p:nvSpPr>
              <p:cNvPr id="78" name="Freeform 795">
                <a:extLst>
                  <a:ext uri="{FF2B5EF4-FFF2-40B4-BE49-F238E27FC236}">
                    <a16:creationId xmlns:a16="http://schemas.microsoft.com/office/drawing/2014/main" id="{7B259DCC-53BB-1A70-EDE7-24A0FCFEE9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9523413" y="2365376"/>
                <a:ext cx="260350" cy="574675"/>
              </a:xfrm>
              <a:custGeom>
                <a:avLst/>
                <a:gdLst>
                  <a:gd name="T0" fmla="*/ 0 w 112"/>
                  <a:gd name="T1" fmla="*/ 2147483646 h 248"/>
                  <a:gd name="T2" fmla="*/ 2147483646 w 112"/>
                  <a:gd name="T3" fmla="*/ 2147483646 h 248"/>
                  <a:gd name="T4" fmla="*/ 2147483646 w 112"/>
                  <a:gd name="T5" fmla="*/ 2147483646 h 248"/>
                  <a:gd name="T6" fmla="*/ 2147483646 w 112"/>
                  <a:gd name="T7" fmla="*/ 2147483646 h 248"/>
                  <a:gd name="T8" fmla="*/ 2147483646 w 112"/>
                  <a:gd name="T9" fmla="*/ 2147483646 h 248"/>
                  <a:gd name="T10" fmla="*/ 2147483646 w 112"/>
                  <a:gd name="T11" fmla="*/ 2147483646 h 248"/>
                  <a:gd name="T12" fmla="*/ 2147483646 w 112"/>
                  <a:gd name="T13" fmla="*/ 2147483646 h 248"/>
                  <a:gd name="T14" fmla="*/ 2147483646 w 112"/>
                  <a:gd name="T15" fmla="*/ 2147483646 h 248"/>
                  <a:gd name="T16" fmla="*/ 2147483646 w 112"/>
                  <a:gd name="T17" fmla="*/ 2147483646 h 248"/>
                  <a:gd name="T18" fmla="*/ 2147483646 w 112"/>
                  <a:gd name="T19" fmla="*/ 2147483646 h 248"/>
                  <a:gd name="T20" fmla="*/ 2147483646 w 112"/>
                  <a:gd name="T21" fmla="*/ 2147483646 h 248"/>
                  <a:gd name="T22" fmla="*/ 2147483646 w 112"/>
                  <a:gd name="T23" fmla="*/ 2147483646 h 248"/>
                  <a:gd name="T24" fmla="*/ 2147483646 w 112"/>
                  <a:gd name="T25" fmla="*/ 2147483646 h 248"/>
                  <a:gd name="T26" fmla="*/ 2147483646 w 112"/>
                  <a:gd name="T27" fmla="*/ 2147483646 h 248"/>
                  <a:gd name="T28" fmla="*/ 2147483646 w 112"/>
                  <a:gd name="T29" fmla="*/ 2147483646 h 248"/>
                  <a:gd name="T30" fmla="*/ 2147483646 w 112"/>
                  <a:gd name="T31" fmla="*/ 2147483646 h 248"/>
                  <a:gd name="T32" fmla="*/ 2147483646 w 112"/>
                  <a:gd name="T33" fmla="*/ 2147483646 h 248"/>
                  <a:gd name="T34" fmla="*/ 2147483646 w 112"/>
                  <a:gd name="T35" fmla="*/ 2147483646 h 248"/>
                  <a:gd name="T36" fmla="*/ 2147483646 w 112"/>
                  <a:gd name="T37" fmla="*/ 2147483646 h 248"/>
                  <a:gd name="T38" fmla="*/ 2147483646 w 112"/>
                  <a:gd name="T39" fmla="*/ 2147483646 h 248"/>
                  <a:gd name="T40" fmla="*/ 2147483646 w 112"/>
                  <a:gd name="T41" fmla="*/ 2147483646 h 248"/>
                  <a:gd name="T42" fmla="*/ 2147483646 w 112"/>
                  <a:gd name="T43" fmla="*/ 2147483646 h 248"/>
                  <a:gd name="T44" fmla="*/ 2147483646 w 112"/>
                  <a:gd name="T45" fmla="*/ 2147483646 h 248"/>
                  <a:gd name="T46" fmla="*/ 2147483646 w 112"/>
                  <a:gd name="T47" fmla="*/ 2147483646 h 248"/>
                  <a:gd name="T48" fmla="*/ 2147483646 w 112"/>
                  <a:gd name="T49" fmla="*/ 2147483646 h 248"/>
                  <a:gd name="T50" fmla="*/ 2147483646 w 112"/>
                  <a:gd name="T51" fmla="*/ 2147483646 h 248"/>
                  <a:gd name="T52" fmla="*/ 2147483646 w 112"/>
                  <a:gd name="T53" fmla="*/ 2147483646 h 248"/>
                  <a:gd name="T54" fmla="*/ 2147483646 w 112"/>
                  <a:gd name="T55" fmla="*/ 2147483646 h 248"/>
                  <a:gd name="T56" fmla="*/ 2147483646 w 112"/>
                  <a:gd name="T57" fmla="*/ 2147483646 h 248"/>
                  <a:gd name="T58" fmla="*/ 2147483646 w 112"/>
                  <a:gd name="T59" fmla="*/ 2147483646 h 248"/>
                  <a:gd name="T60" fmla="*/ 2147483646 w 112"/>
                  <a:gd name="T61" fmla="*/ 2147483646 h 248"/>
                  <a:gd name="T62" fmla="*/ 2147483646 w 112"/>
                  <a:gd name="T63" fmla="*/ 2147483646 h 248"/>
                  <a:gd name="T64" fmla="*/ 2147483646 w 112"/>
                  <a:gd name="T65" fmla="*/ 2147483646 h 248"/>
                  <a:gd name="T66" fmla="*/ 2147483646 w 112"/>
                  <a:gd name="T67" fmla="*/ 2147483646 h 248"/>
                  <a:gd name="T68" fmla="*/ 0 w 112"/>
                  <a:gd name="T69" fmla="*/ 0 h 248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112" h="248">
                    <a:moveTo>
                      <a:pt x="0" y="248"/>
                    </a:moveTo>
                    <a:cubicBezTo>
                      <a:pt x="8" y="247"/>
                      <a:pt x="14" y="246"/>
                      <a:pt x="21" y="244"/>
                    </a:cubicBezTo>
                    <a:cubicBezTo>
                      <a:pt x="22" y="226"/>
                      <a:pt x="22" y="226"/>
                      <a:pt x="22" y="226"/>
                    </a:cubicBezTo>
                    <a:cubicBezTo>
                      <a:pt x="24" y="226"/>
                      <a:pt x="26" y="225"/>
                      <a:pt x="28" y="224"/>
                    </a:cubicBezTo>
                    <a:cubicBezTo>
                      <a:pt x="40" y="237"/>
                      <a:pt x="40" y="237"/>
                      <a:pt x="40" y="237"/>
                    </a:cubicBezTo>
                    <a:cubicBezTo>
                      <a:pt x="47" y="233"/>
                      <a:pt x="54" y="230"/>
                      <a:pt x="60" y="225"/>
                    </a:cubicBezTo>
                    <a:cubicBezTo>
                      <a:pt x="55" y="209"/>
                      <a:pt x="55" y="209"/>
                      <a:pt x="55" y="209"/>
                    </a:cubicBezTo>
                    <a:cubicBezTo>
                      <a:pt x="57" y="207"/>
                      <a:pt x="58" y="206"/>
                      <a:pt x="60" y="205"/>
                    </a:cubicBezTo>
                    <a:cubicBezTo>
                      <a:pt x="75" y="212"/>
                      <a:pt x="75" y="212"/>
                      <a:pt x="75" y="212"/>
                    </a:cubicBezTo>
                    <a:cubicBezTo>
                      <a:pt x="81" y="207"/>
                      <a:pt x="86" y="201"/>
                      <a:pt x="90" y="194"/>
                    </a:cubicBezTo>
                    <a:cubicBezTo>
                      <a:pt x="80" y="181"/>
                      <a:pt x="80" y="181"/>
                      <a:pt x="80" y="181"/>
                    </a:cubicBezTo>
                    <a:cubicBezTo>
                      <a:pt x="81" y="179"/>
                      <a:pt x="82" y="177"/>
                      <a:pt x="83" y="175"/>
                    </a:cubicBezTo>
                    <a:cubicBezTo>
                      <a:pt x="100" y="177"/>
                      <a:pt x="100" y="177"/>
                      <a:pt x="100" y="177"/>
                    </a:cubicBezTo>
                    <a:cubicBezTo>
                      <a:pt x="103" y="170"/>
                      <a:pt x="106" y="163"/>
                      <a:pt x="108" y="155"/>
                    </a:cubicBezTo>
                    <a:cubicBezTo>
                      <a:pt x="94" y="146"/>
                      <a:pt x="94" y="146"/>
                      <a:pt x="94" y="146"/>
                    </a:cubicBezTo>
                    <a:cubicBezTo>
                      <a:pt x="94" y="144"/>
                      <a:pt x="95" y="142"/>
                      <a:pt x="95" y="140"/>
                    </a:cubicBezTo>
                    <a:cubicBezTo>
                      <a:pt x="111" y="136"/>
                      <a:pt x="111" y="136"/>
                      <a:pt x="111" y="136"/>
                    </a:cubicBezTo>
                    <a:cubicBezTo>
                      <a:pt x="112" y="132"/>
                      <a:pt x="112" y="128"/>
                      <a:pt x="112" y="124"/>
                    </a:cubicBezTo>
                    <a:cubicBezTo>
                      <a:pt x="112" y="120"/>
                      <a:pt x="112" y="116"/>
                      <a:pt x="111" y="112"/>
                    </a:cubicBezTo>
                    <a:cubicBezTo>
                      <a:pt x="95" y="108"/>
                      <a:pt x="95" y="108"/>
                      <a:pt x="95" y="108"/>
                    </a:cubicBezTo>
                    <a:cubicBezTo>
                      <a:pt x="95" y="106"/>
                      <a:pt x="94" y="104"/>
                      <a:pt x="94" y="102"/>
                    </a:cubicBezTo>
                    <a:cubicBezTo>
                      <a:pt x="108" y="93"/>
                      <a:pt x="108" y="93"/>
                      <a:pt x="108" y="93"/>
                    </a:cubicBezTo>
                    <a:cubicBezTo>
                      <a:pt x="106" y="85"/>
                      <a:pt x="103" y="78"/>
                      <a:pt x="100" y="71"/>
                    </a:cubicBezTo>
                    <a:cubicBezTo>
                      <a:pt x="83" y="73"/>
                      <a:pt x="83" y="73"/>
                      <a:pt x="83" y="73"/>
                    </a:cubicBezTo>
                    <a:cubicBezTo>
                      <a:pt x="82" y="71"/>
                      <a:pt x="81" y="69"/>
                      <a:pt x="80" y="67"/>
                    </a:cubicBezTo>
                    <a:cubicBezTo>
                      <a:pt x="90" y="54"/>
                      <a:pt x="90" y="54"/>
                      <a:pt x="90" y="54"/>
                    </a:cubicBezTo>
                    <a:cubicBezTo>
                      <a:pt x="86" y="47"/>
                      <a:pt x="81" y="41"/>
                      <a:pt x="75" y="36"/>
                    </a:cubicBezTo>
                    <a:cubicBezTo>
                      <a:pt x="60" y="43"/>
                      <a:pt x="60" y="43"/>
                      <a:pt x="60" y="43"/>
                    </a:cubicBezTo>
                    <a:cubicBezTo>
                      <a:pt x="58" y="42"/>
                      <a:pt x="57" y="41"/>
                      <a:pt x="55" y="39"/>
                    </a:cubicBezTo>
                    <a:cubicBezTo>
                      <a:pt x="60" y="23"/>
                      <a:pt x="60" y="23"/>
                      <a:pt x="60" y="23"/>
                    </a:cubicBezTo>
                    <a:cubicBezTo>
                      <a:pt x="54" y="18"/>
                      <a:pt x="47" y="15"/>
                      <a:pt x="40" y="11"/>
                    </a:cubicBezTo>
                    <a:cubicBezTo>
                      <a:pt x="28" y="24"/>
                      <a:pt x="28" y="24"/>
                      <a:pt x="28" y="24"/>
                    </a:cubicBezTo>
                    <a:cubicBezTo>
                      <a:pt x="26" y="23"/>
                      <a:pt x="24" y="22"/>
                      <a:pt x="22" y="22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14" y="2"/>
                      <a:pt x="8" y="1"/>
                      <a:pt x="0" y="0"/>
                    </a:cubicBezTo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s-ES" sz="1400" dirty="0">
                  <a:solidFill>
                    <a:prstClr val="black"/>
                  </a:solidFill>
                  <a:latin typeface="Univers 45 Light" pitchFamily="2" charset="0"/>
                </a:endParaRPr>
              </a:p>
            </p:txBody>
          </p:sp>
          <p:sp>
            <p:nvSpPr>
              <p:cNvPr id="79" name="Freeform 796">
                <a:extLst>
                  <a:ext uri="{FF2B5EF4-FFF2-40B4-BE49-F238E27FC236}">
                    <a16:creationId xmlns:a16="http://schemas.microsoft.com/office/drawing/2014/main" id="{389E0047-4848-C950-C8DB-40EE316C25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9523413" y="2514601"/>
                <a:ext cx="111125" cy="277813"/>
              </a:xfrm>
              <a:custGeom>
                <a:avLst/>
                <a:gdLst>
                  <a:gd name="T0" fmla="*/ 0 w 48"/>
                  <a:gd name="T1" fmla="*/ 2147483646 h 120"/>
                  <a:gd name="T2" fmla="*/ 2147483646 w 48"/>
                  <a:gd name="T3" fmla="*/ 2147483646 h 120"/>
                  <a:gd name="T4" fmla="*/ 2147483646 w 48"/>
                  <a:gd name="T5" fmla="*/ 2147483646 h 120"/>
                  <a:gd name="T6" fmla="*/ 2147483646 w 48"/>
                  <a:gd name="T7" fmla="*/ 2147483646 h 120"/>
                  <a:gd name="T8" fmla="*/ 2147483646 w 48"/>
                  <a:gd name="T9" fmla="*/ 2147483646 h 120"/>
                  <a:gd name="T10" fmla="*/ 2147483646 w 48"/>
                  <a:gd name="T11" fmla="*/ 2147483646 h 120"/>
                  <a:gd name="T12" fmla="*/ 2147483646 w 48"/>
                  <a:gd name="T13" fmla="*/ 2147483646 h 120"/>
                  <a:gd name="T14" fmla="*/ 2147483646 w 48"/>
                  <a:gd name="T15" fmla="*/ 2147483646 h 120"/>
                  <a:gd name="T16" fmla="*/ 2147483646 w 48"/>
                  <a:gd name="T17" fmla="*/ 2147483646 h 120"/>
                  <a:gd name="T18" fmla="*/ 2147483646 w 48"/>
                  <a:gd name="T19" fmla="*/ 2147483646 h 120"/>
                  <a:gd name="T20" fmla="*/ 2147483646 w 48"/>
                  <a:gd name="T21" fmla="*/ 2147483646 h 120"/>
                  <a:gd name="T22" fmla="*/ 2147483646 w 48"/>
                  <a:gd name="T23" fmla="*/ 2147483646 h 120"/>
                  <a:gd name="T24" fmla="*/ 2147483646 w 48"/>
                  <a:gd name="T25" fmla="*/ 2147483646 h 120"/>
                  <a:gd name="T26" fmla="*/ 2147483646 w 48"/>
                  <a:gd name="T27" fmla="*/ 2147483646 h 120"/>
                  <a:gd name="T28" fmla="*/ 2147483646 w 48"/>
                  <a:gd name="T29" fmla="*/ 2147483646 h 120"/>
                  <a:gd name="T30" fmla="*/ 2147483646 w 48"/>
                  <a:gd name="T31" fmla="*/ 2147483646 h 120"/>
                  <a:gd name="T32" fmla="*/ 2147483646 w 48"/>
                  <a:gd name="T33" fmla="*/ 2147483646 h 120"/>
                  <a:gd name="T34" fmla="*/ 2147483646 w 48"/>
                  <a:gd name="T35" fmla="*/ 2147483646 h 120"/>
                  <a:gd name="T36" fmla="*/ 0 w 48"/>
                  <a:gd name="T37" fmla="*/ 0 h 12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48" h="120">
                    <a:moveTo>
                      <a:pt x="0" y="120"/>
                    </a:moveTo>
                    <a:cubicBezTo>
                      <a:pt x="5" y="119"/>
                      <a:pt x="9" y="116"/>
                      <a:pt x="14" y="114"/>
                    </a:cubicBezTo>
                    <a:cubicBezTo>
                      <a:pt x="13" y="101"/>
                      <a:pt x="13" y="101"/>
                      <a:pt x="13" y="101"/>
                    </a:cubicBezTo>
                    <a:cubicBezTo>
                      <a:pt x="15" y="100"/>
                      <a:pt x="17" y="98"/>
                      <a:pt x="19" y="97"/>
                    </a:cubicBezTo>
                    <a:cubicBezTo>
                      <a:pt x="32" y="101"/>
                      <a:pt x="32" y="101"/>
                      <a:pt x="32" y="101"/>
                    </a:cubicBezTo>
                    <a:cubicBezTo>
                      <a:pt x="35" y="97"/>
                      <a:pt x="38" y="93"/>
                      <a:pt x="41" y="89"/>
                    </a:cubicBezTo>
                    <a:cubicBezTo>
                      <a:pt x="32" y="78"/>
                      <a:pt x="32" y="78"/>
                      <a:pt x="32" y="78"/>
                    </a:cubicBezTo>
                    <a:cubicBezTo>
                      <a:pt x="33" y="76"/>
                      <a:pt x="34" y="74"/>
                      <a:pt x="35" y="71"/>
                    </a:cubicBezTo>
                    <a:cubicBezTo>
                      <a:pt x="47" y="68"/>
                      <a:pt x="47" y="68"/>
                      <a:pt x="47" y="68"/>
                    </a:cubicBezTo>
                    <a:cubicBezTo>
                      <a:pt x="48" y="65"/>
                      <a:pt x="48" y="63"/>
                      <a:pt x="48" y="60"/>
                    </a:cubicBezTo>
                    <a:cubicBezTo>
                      <a:pt x="48" y="57"/>
                      <a:pt x="48" y="55"/>
                      <a:pt x="47" y="52"/>
                    </a:cubicBezTo>
                    <a:cubicBezTo>
                      <a:pt x="35" y="49"/>
                      <a:pt x="35" y="49"/>
                      <a:pt x="35" y="49"/>
                    </a:cubicBezTo>
                    <a:cubicBezTo>
                      <a:pt x="34" y="46"/>
                      <a:pt x="33" y="44"/>
                      <a:pt x="32" y="42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38" y="27"/>
                      <a:pt x="35" y="23"/>
                      <a:pt x="32" y="19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7" y="22"/>
                      <a:pt x="15" y="20"/>
                      <a:pt x="13" y="19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9" y="4"/>
                      <a:pt x="5" y="1"/>
                      <a:pt x="0" y="0"/>
                    </a:cubicBezTo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s-ES" sz="1400" dirty="0">
                  <a:solidFill>
                    <a:prstClr val="black"/>
                  </a:solidFill>
                  <a:latin typeface="Univers 45 Light" pitchFamily="2" charset="0"/>
                </a:endParaRPr>
              </a:p>
            </p:txBody>
          </p:sp>
          <p:sp>
            <p:nvSpPr>
              <p:cNvPr id="80" name="Freeform 798">
                <a:extLst>
                  <a:ext uri="{FF2B5EF4-FFF2-40B4-BE49-F238E27FC236}">
                    <a16:creationId xmlns:a16="http://schemas.microsoft.com/office/drawing/2014/main" id="{139043A0-AD5E-D88F-2A3B-63A9AC5ED4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9755188" y="2365376"/>
                <a:ext cx="204788" cy="574675"/>
              </a:xfrm>
              <a:custGeom>
                <a:avLst/>
                <a:gdLst>
                  <a:gd name="T0" fmla="*/ 2147483646 w 88"/>
                  <a:gd name="T1" fmla="*/ 2147483646 h 248"/>
                  <a:gd name="T2" fmla="*/ 0 w 88"/>
                  <a:gd name="T3" fmla="*/ 2147483646 h 248"/>
                  <a:gd name="T4" fmla="*/ 2147483646 w 88"/>
                  <a:gd name="T5" fmla="*/ 0 h 24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8" h="248">
                    <a:moveTo>
                      <a:pt x="88" y="248"/>
                    </a:moveTo>
                    <a:cubicBezTo>
                      <a:pt x="39" y="248"/>
                      <a:pt x="0" y="192"/>
                      <a:pt x="0" y="124"/>
                    </a:cubicBezTo>
                    <a:cubicBezTo>
                      <a:pt x="0" y="56"/>
                      <a:pt x="39" y="0"/>
                      <a:pt x="88" y="0"/>
                    </a:cubicBezTo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s-ES" sz="1400" dirty="0">
                  <a:solidFill>
                    <a:prstClr val="black"/>
                  </a:solidFill>
                  <a:latin typeface="Univers 45 Light" pitchFamily="2" charset="0"/>
                </a:endParaRPr>
              </a:p>
            </p:txBody>
          </p:sp>
          <p:sp>
            <p:nvSpPr>
              <p:cNvPr id="81" name="Freeform 799">
                <a:extLst>
                  <a:ext uri="{FF2B5EF4-FFF2-40B4-BE49-F238E27FC236}">
                    <a16:creationId xmlns:a16="http://schemas.microsoft.com/office/drawing/2014/main" id="{6E39E10A-6D28-EC50-9F10-17DA0EC810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9550401" y="2587626"/>
                <a:ext cx="65088" cy="130175"/>
              </a:xfrm>
              <a:custGeom>
                <a:avLst/>
                <a:gdLst>
                  <a:gd name="T0" fmla="*/ 0 w 28"/>
                  <a:gd name="T1" fmla="*/ 0 h 56"/>
                  <a:gd name="T2" fmla="*/ 2147483646 w 28"/>
                  <a:gd name="T3" fmla="*/ 2147483646 h 56"/>
                  <a:gd name="T4" fmla="*/ 0 w 28"/>
                  <a:gd name="T5" fmla="*/ 2147483646 h 5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8" h="56">
                    <a:moveTo>
                      <a:pt x="0" y="0"/>
                    </a:moveTo>
                    <a:cubicBezTo>
                      <a:pt x="15" y="0"/>
                      <a:pt x="28" y="13"/>
                      <a:pt x="28" y="28"/>
                    </a:cubicBezTo>
                    <a:cubicBezTo>
                      <a:pt x="28" y="43"/>
                      <a:pt x="15" y="56"/>
                      <a:pt x="0" y="56"/>
                    </a:cubicBezTo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s-ES" sz="1400" dirty="0">
                  <a:solidFill>
                    <a:prstClr val="black"/>
                  </a:solidFill>
                  <a:latin typeface="Univers 45 Light" pitchFamily="2" charset="0"/>
                </a:endParaRPr>
              </a:p>
            </p:txBody>
          </p:sp>
          <p:sp>
            <p:nvSpPr>
              <p:cNvPr id="82" name="Freeform 800">
                <a:extLst>
                  <a:ext uri="{FF2B5EF4-FFF2-40B4-BE49-F238E27FC236}">
                    <a16:creationId xmlns:a16="http://schemas.microsoft.com/office/drawing/2014/main" id="{FBC9AA32-3027-23E8-1466-B11E7C93CF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9550401" y="2459038"/>
                <a:ext cx="193675" cy="388938"/>
              </a:xfrm>
              <a:custGeom>
                <a:avLst/>
                <a:gdLst>
                  <a:gd name="T0" fmla="*/ 0 w 84"/>
                  <a:gd name="T1" fmla="*/ 0 h 168"/>
                  <a:gd name="T2" fmla="*/ 2147483646 w 84"/>
                  <a:gd name="T3" fmla="*/ 2147483646 h 168"/>
                  <a:gd name="T4" fmla="*/ 0 w 84"/>
                  <a:gd name="T5" fmla="*/ 2147483646 h 1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4" h="168">
                    <a:moveTo>
                      <a:pt x="0" y="0"/>
                    </a:moveTo>
                    <a:cubicBezTo>
                      <a:pt x="46" y="0"/>
                      <a:pt x="84" y="38"/>
                      <a:pt x="84" y="84"/>
                    </a:cubicBezTo>
                    <a:cubicBezTo>
                      <a:pt x="84" y="130"/>
                      <a:pt x="46" y="168"/>
                      <a:pt x="0" y="168"/>
                    </a:cubicBezTo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s-ES" sz="1400" dirty="0">
                  <a:solidFill>
                    <a:prstClr val="black"/>
                  </a:solidFill>
                  <a:latin typeface="Univers 45 Light" pitchFamily="2" charset="0"/>
                </a:endParaRPr>
              </a:p>
            </p:txBody>
          </p:sp>
        </p:grpSp>
        <p:pic>
          <p:nvPicPr>
            <p:cNvPr id="83" name="Picture 71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BA9CCAC7-6219-D5F5-C1A0-F86243D34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065" r="25158"/>
            <a:stretch/>
          </p:blipFill>
          <p:spPr>
            <a:xfrm>
              <a:off x="9501981" y="2981214"/>
              <a:ext cx="266700" cy="246831"/>
            </a:xfrm>
            <a:prstGeom prst="rect">
              <a:avLst/>
            </a:prstGeom>
          </p:spPr>
        </p:pic>
        <p:pic>
          <p:nvPicPr>
            <p:cNvPr id="84" name="Picture 63" descr="Logo&#10;&#10;Description automatically generated">
              <a:extLst>
                <a:ext uri="{FF2B5EF4-FFF2-40B4-BE49-F238E27FC236}">
                  <a16:creationId xmlns:a16="http://schemas.microsoft.com/office/drawing/2014/main" id="{6AD1F336-8017-8B1F-118E-6E2FAD14C6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5186"/>
            <a:stretch/>
          </p:blipFill>
          <p:spPr>
            <a:xfrm>
              <a:off x="10134225" y="3002310"/>
              <a:ext cx="212407" cy="204638"/>
            </a:xfrm>
            <a:prstGeom prst="rect">
              <a:avLst/>
            </a:prstGeom>
          </p:spPr>
        </p:pic>
        <p:pic>
          <p:nvPicPr>
            <p:cNvPr id="85" name="Picture 42" descr="A picture containing graphical user interface&#10;&#10;Description automatically generated">
              <a:extLst>
                <a:ext uri="{FF2B5EF4-FFF2-40B4-BE49-F238E27FC236}">
                  <a16:creationId xmlns:a16="http://schemas.microsoft.com/office/drawing/2014/main" id="{9C425825-A5AC-BEC1-A66E-3D7DC25B619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8816" t="20152" r="4770" b="26923"/>
            <a:stretch/>
          </p:blipFill>
          <p:spPr>
            <a:xfrm>
              <a:off x="9819334" y="2991135"/>
              <a:ext cx="264239" cy="226989"/>
            </a:xfrm>
            <a:prstGeom prst="rect">
              <a:avLst/>
            </a:prstGeom>
          </p:spPr>
        </p:pic>
        <p:pic>
          <p:nvPicPr>
            <p:cNvPr id="86" name="Imagen 13">
              <a:extLst>
                <a:ext uri="{FF2B5EF4-FFF2-40B4-BE49-F238E27FC236}">
                  <a16:creationId xmlns:a16="http://schemas.microsoft.com/office/drawing/2014/main" id="{93F51882-1B8C-FAF4-8318-EC1744CD210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837252" y="5158316"/>
              <a:ext cx="187374" cy="190290"/>
            </a:xfrm>
            <a:prstGeom prst="rect">
              <a:avLst/>
            </a:prstGeom>
          </p:spPr>
        </p:pic>
        <p:pic>
          <p:nvPicPr>
            <p:cNvPr id="87" name="Picture 4" descr="https://avatars.githubusercontent.com/u/38523794?s=280&amp;v=4">
              <a:extLst>
                <a:ext uri="{FF2B5EF4-FFF2-40B4-BE49-F238E27FC236}">
                  <a16:creationId xmlns:a16="http://schemas.microsoft.com/office/drawing/2014/main" id="{22EA2093-971E-07C7-5D22-8637107BC8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82881" y="5149231"/>
              <a:ext cx="204138" cy="2041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8" name="Rectángulo: esquinas redondeadas 129">
              <a:extLst>
                <a:ext uri="{FF2B5EF4-FFF2-40B4-BE49-F238E27FC236}">
                  <a16:creationId xmlns:a16="http://schemas.microsoft.com/office/drawing/2014/main" id="{B08784BD-079A-BE19-0DF4-CF46CC744E88}"/>
                </a:ext>
              </a:extLst>
            </p:cNvPr>
            <p:cNvSpPr/>
            <p:nvPr/>
          </p:nvSpPr>
          <p:spPr>
            <a:xfrm>
              <a:off x="3126931" y="1598055"/>
              <a:ext cx="974469" cy="46382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B0F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s-ES" sz="1050" b="1" dirty="0">
                  <a:solidFill>
                    <a:prstClr val="black"/>
                  </a:solidFill>
                  <a:latin typeface="Santander Text" panose="020B0504020201020104"/>
                </a:rPr>
                <a:t>SARM</a:t>
              </a:r>
            </a:p>
          </p:txBody>
        </p:sp>
        <p:cxnSp>
          <p:nvCxnSpPr>
            <p:cNvPr id="89" name="Conector recto de flecha 10">
              <a:extLst>
                <a:ext uri="{FF2B5EF4-FFF2-40B4-BE49-F238E27FC236}">
                  <a16:creationId xmlns:a16="http://schemas.microsoft.com/office/drawing/2014/main" id="{D011A975-CCAC-9188-26BD-BD8331BF3F0A}"/>
                </a:ext>
              </a:extLst>
            </p:cNvPr>
            <p:cNvCxnSpPr>
              <a:cxnSpLocks/>
            </p:cNvCxnSpPr>
            <p:nvPr/>
          </p:nvCxnSpPr>
          <p:spPr>
            <a:xfrm>
              <a:off x="3851213" y="2064264"/>
              <a:ext cx="0" cy="2160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ector recto de flecha 10">
              <a:extLst>
                <a:ext uri="{FF2B5EF4-FFF2-40B4-BE49-F238E27FC236}">
                  <a16:creationId xmlns:a16="http://schemas.microsoft.com/office/drawing/2014/main" id="{58B0ABC6-05F3-A069-B468-C3AD102E660F}"/>
                </a:ext>
              </a:extLst>
            </p:cNvPr>
            <p:cNvCxnSpPr>
              <a:cxnSpLocks/>
            </p:cNvCxnSpPr>
            <p:nvPr/>
          </p:nvCxnSpPr>
          <p:spPr>
            <a:xfrm>
              <a:off x="3342578" y="2064264"/>
              <a:ext cx="0" cy="21600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1" name="Imagen 14">
              <a:extLst>
                <a:ext uri="{FF2B5EF4-FFF2-40B4-BE49-F238E27FC236}">
                  <a16:creationId xmlns:a16="http://schemas.microsoft.com/office/drawing/2014/main" id="{44B137FE-41F9-E263-DF9C-5E7970681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165778" y="1678469"/>
              <a:ext cx="213217" cy="85025"/>
            </a:xfrm>
            <a:prstGeom prst="rect">
              <a:avLst/>
            </a:prstGeom>
          </p:spPr>
        </p:pic>
        <p:pic>
          <p:nvPicPr>
            <p:cNvPr id="92" name="Imagen 15">
              <a:extLst>
                <a:ext uri="{FF2B5EF4-FFF2-40B4-BE49-F238E27FC236}">
                  <a16:creationId xmlns:a16="http://schemas.microsoft.com/office/drawing/2014/main" id="{27E325CA-1A25-44DB-7A88-3F6D6A86522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429" t="12367" r="27414" b="10299"/>
            <a:stretch/>
          </p:blipFill>
          <p:spPr>
            <a:xfrm>
              <a:off x="3167462" y="2311077"/>
              <a:ext cx="266701" cy="257175"/>
            </a:xfrm>
            <a:prstGeom prst="rect">
              <a:avLst/>
            </a:prstGeom>
          </p:spPr>
        </p:pic>
        <p:pic>
          <p:nvPicPr>
            <p:cNvPr id="93" name="Picture 10" descr="https://theme.zdassets.com/theme_assets/688946/233e29c56dddbdd40ca7880cc895c00c11d16d7f.png">
              <a:extLst>
                <a:ext uri="{FF2B5EF4-FFF2-40B4-BE49-F238E27FC236}">
                  <a16:creationId xmlns:a16="http://schemas.microsoft.com/office/drawing/2014/main" id="{83F0E99B-F9E8-E629-62C4-AD36987A13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58309" y="2275795"/>
              <a:ext cx="319800" cy="319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4" name="Rectángulo: esquinas redondeadas 129">
              <a:extLst>
                <a:ext uri="{FF2B5EF4-FFF2-40B4-BE49-F238E27FC236}">
                  <a16:creationId xmlns:a16="http://schemas.microsoft.com/office/drawing/2014/main" id="{AC1FB4A1-6AF0-76A6-7B49-6DBBE82300A9}"/>
                </a:ext>
              </a:extLst>
            </p:cNvPr>
            <p:cNvSpPr/>
            <p:nvPr/>
          </p:nvSpPr>
          <p:spPr>
            <a:xfrm>
              <a:off x="5228026" y="1600436"/>
              <a:ext cx="974469" cy="46382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B0F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s-ES" sz="1050" b="1" dirty="0">
                  <a:solidFill>
                    <a:prstClr val="black"/>
                  </a:solidFill>
                  <a:latin typeface="Santander Text" panose="020B0504020201020104"/>
                </a:rPr>
                <a:t>TM</a:t>
              </a:r>
            </a:p>
          </p:txBody>
        </p:sp>
        <p:pic>
          <p:nvPicPr>
            <p:cNvPr id="95" name="Picture 8" descr="https://www.thetaray.com/wp-content/uploads/2020/03/ThetaRay-small-logo.png">
              <a:extLst>
                <a:ext uri="{FF2B5EF4-FFF2-40B4-BE49-F238E27FC236}">
                  <a16:creationId xmlns:a16="http://schemas.microsoft.com/office/drawing/2014/main" id="{5D91488D-289B-0C0E-1672-DC832C41BBF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423" t="5239" r="20639" b="27004"/>
            <a:stretch/>
          </p:blipFill>
          <p:spPr bwMode="auto">
            <a:xfrm>
              <a:off x="5269152" y="1622485"/>
              <a:ext cx="169542" cy="2017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96" name="Conector recto de flecha 10">
              <a:extLst>
                <a:ext uri="{FF2B5EF4-FFF2-40B4-BE49-F238E27FC236}">
                  <a16:creationId xmlns:a16="http://schemas.microsoft.com/office/drawing/2014/main" id="{FC3B990B-18AF-5445-0650-2E1A75E0F710}"/>
                </a:ext>
              </a:extLst>
            </p:cNvPr>
            <p:cNvCxnSpPr>
              <a:cxnSpLocks/>
            </p:cNvCxnSpPr>
            <p:nvPr/>
          </p:nvCxnSpPr>
          <p:spPr>
            <a:xfrm>
              <a:off x="5975346" y="2064264"/>
              <a:ext cx="0" cy="2160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ector recto de flecha 10">
              <a:extLst>
                <a:ext uri="{FF2B5EF4-FFF2-40B4-BE49-F238E27FC236}">
                  <a16:creationId xmlns:a16="http://schemas.microsoft.com/office/drawing/2014/main" id="{2E923710-916F-1F15-E65A-C57C4D9DE7EA}"/>
                </a:ext>
              </a:extLst>
            </p:cNvPr>
            <p:cNvCxnSpPr>
              <a:cxnSpLocks/>
            </p:cNvCxnSpPr>
            <p:nvPr/>
          </p:nvCxnSpPr>
          <p:spPr>
            <a:xfrm>
              <a:off x="5466711" y="2064264"/>
              <a:ext cx="0" cy="21600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Rectángulo: esquinas redondeadas 129">
              <a:extLst>
                <a:ext uri="{FF2B5EF4-FFF2-40B4-BE49-F238E27FC236}">
                  <a16:creationId xmlns:a16="http://schemas.microsoft.com/office/drawing/2014/main" id="{2380C84B-803E-0A8C-1E89-18E6EE6800EB}"/>
                </a:ext>
              </a:extLst>
            </p:cNvPr>
            <p:cNvSpPr/>
            <p:nvPr/>
          </p:nvSpPr>
          <p:spPr>
            <a:xfrm>
              <a:off x="9430217" y="1600436"/>
              <a:ext cx="974469" cy="46382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s-ES" sz="1050" b="1" dirty="0">
                  <a:solidFill>
                    <a:prstClr val="black"/>
                  </a:solidFill>
                  <a:latin typeface="Santander Text" panose="020B0504020201020104"/>
                </a:rPr>
                <a:t>KYC</a:t>
              </a:r>
            </a:p>
          </p:txBody>
        </p:sp>
        <p:pic>
          <p:nvPicPr>
            <p:cNvPr id="99" name="Picture 6" descr="https://www.seguetech.com/wp-content/uploads/2019/11/pega_2.png">
              <a:extLst>
                <a:ext uri="{FF2B5EF4-FFF2-40B4-BE49-F238E27FC236}">
                  <a16:creationId xmlns:a16="http://schemas.microsoft.com/office/drawing/2014/main" id="{ED501D52-5154-B3A9-1EF0-85FC0DFCF63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007"/>
            <a:stretch/>
          </p:blipFill>
          <p:spPr bwMode="auto">
            <a:xfrm>
              <a:off x="9428480" y="1625779"/>
              <a:ext cx="337899" cy="1951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00" name="Conector recto de flecha 10">
              <a:extLst>
                <a:ext uri="{FF2B5EF4-FFF2-40B4-BE49-F238E27FC236}">
                  <a16:creationId xmlns:a16="http://schemas.microsoft.com/office/drawing/2014/main" id="{072B47A9-1BA9-F0BD-DFF5-E3457A63BA54}"/>
                </a:ext>
              </a:extLst>
            </p:cNvPr>
            <p:cNvCxnSpPr>
              <a:cxnSpLocks/>
            </p:cNvCxnSpPr>
            <p:nvPr/>
          </p:nvCxnSpPr>
          <p:spPr>
            <a:xfrm>
              <a:off x="10178645" y="2064264"/>
              <a:ext cx="0" cy="2160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ector recto de flecha 10">
              <a:extLst>
                <a:ext uri="{FF2B5EF4-FFF2-40B4-BE49-F238E27FC236}">
                  <a16:creationId xmlns:a16="http://schemas.microsoft.com/office/drawing/2014/main" id="{2C1A96FB-5741-5DC2-D6AC-8BA53CDB3FD6}"/>
                </a:ext>
              </a:extLst>
            </p:cNvPr>
            <p:cNvCxnSpPr>
              <a:cxnSpLocks/>
            </p:cNvCxnSpPr>
            <p:nvPr/>
          </p:nvCxnSpPr>
          <p:spPr>
            <a:xfrm>
              <a:off x="9670010" y="2064264"/>
              <a:ext cx="0" cy="21600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Rectángulo: esquinas redondeadas 129">
              <a:extLst>
                <a:ext uri="{FF2B5EF4-FFF2-40B4-BE49-F238E27FC236}">
                  <a16:creationId xmlns:a16="http://schemas.microsoft.com/office/drawing/2014/main" id="{240FA8F8-AF0B-6242-55A9-9010DD21E92F}"/>
                </a:ext>
              </a:extLst>
            </p:cNvPr>
            <p:cNvSpPr/>
            <p:nvPr/>
          </p:nvSpPr>
          <p:spPr>
            <a:xfrm>
              <a:off x="7329121" y="1589195"/>
              <a:ext cx="974469" cy="46382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s-ES" sz="1050" b="1" dirty="0">
                  <a:solidFill>
                    <a:prstClr val="black"/>
                  </a:solidFill>
                  <a:latin typeface="Santander Text" panose="020B0504020201020104"/>
                </a:rPr>
                <a:t>SC</a:t>
              </a:r>
            </a:p>
          </p:txBody>
        </p:sp>
        <p:pic>
          <p:nvPicPr>
            <p:cNvPr id="103" name="Picture 2" descr="https://styles.redditmedia.com/t5_2qh27/styles/communityIcon_v1vhje03ugc81.png">
              <a:extLst>
                <a:ext uri="{FF2B5EF4-FFF2-40B4-BE49-F238E27FC236}">
                  <a16:creationId xmlns:a16="http://schemas.microsoft.com/office/drawing/2014/main" id="{86704F09-B9D0-709D-B9F8-E70665A4FD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77201" y="1613217"/>
              <a:ext cx="197809" cy="1978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04" name="Conector recto de flecha 10">
              <a:extLst>
                <a:ext uri="{FF2B5EF4-FFF2-40B4-BE49-F238E27FC236}">
                  <a16:creationId xmlns:a16="http://schemas.microsoft.com/office/drawing/2014/main" id="{4C822D0B-FE69-1020-C348-9151B17300BE}"/>
                </a:ext>
              </a:extLst>
            </p:cNvPr>
            <p:cNvCxnSpPr>
              <a:cxnSpLocks/>
            </p:cNvCxnSpPr>
            <p:nvPr/>
          </p:nvCxnSpPr>
          <p:spPr>
            <a:xfrm>
              <a:off x="7805644" y="2064264"/>
              <a:ext cx="0" cy="2160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5" name="Picture 4" descr="https://cdn-icons-png.flaticon.com/512/3602/3602164.png">
              <a:extLst>
                <a:ext uri="{FF2B5EF4-FFF2-40B4-BE49-F238E27FC236}">
                  <a16:creationId xmlns:a16="http://schemas.microsoft.com/office/drawing/2014/main" id="{A526ED96-8A1E-46BC-A6B8-EC109FCEB5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85038" y="2923781"/>
              <a:ext cx="100614" cy="1006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06" name="Conector recto de flecha 147">
              <a:extLst>
                <a:ext uri="{FF2B5EF4-FFF2-40B4-BE49-F238E27FC236}">
                  <a16:creationId xmlns:a16="http://schemas.microsoft.com/office/drawing/2014/main" id="{0653326A-AA66-D5C0-26AD-4E50AF1E22AD}"/>
                </a:ext>
              </a:extLst>
            </p:cNvPr>
            <p:cNvCxnSpPr/>
            <p:nvPr/>
          </p:nvCxnSpPr>
          <p:spPr>
            <a:xfrm>
              <a:off x="4103933" y="3864985"/>
              <a:ext cx="504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ector recto de flecha 148">
              <a:extLst>
                <a:ext uri="{FF2B5EF4-FFF2-40B4-BE49-F238E27FC236}">
                  <a16:creationId xmlns:a16="http://schemas.microsoft.com/office/drawing/2014/main" id="{6BB0CE7A-8C6D-3CA6-461B-2BF567F1BDF2}"/>
                </a:ext>
              </a:extLst>
            </p:cNvPr>
            <p:cNvCxnSpPr>
              <a:endCxn id="110" idx="1"/>
            </p:cNvCxnSpPr>
            <p:nvPr/>
          </p:nvCxnSpPr>
          <p:spPr>
            <a:xfrm>
              <a:off x="5480959" y="3864985"/>
              <a:ext cx="494387" cy="181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Rectángulo: esquinas redondeadas 51">
              <a:extLst>
                <a:ext uri="{FF2B5EF4-FFF2-40B4-BE49-F238E27FC236}">
                  <a16:creationId xmlns:a16="http://schemas.microsoft.com/office/drawing/2014/main" id="{37849673-B7BF-1BCA-E780-A8F6A9CD8846}"/>
                </a:ext>
              </a:extLst>
            </p:cNvPr>
            <p:cNvSpPr/>
            <p:nvPr/>
          </p:nvSpPr>
          <p:spPr>
            <a:xfrm>
              <a:off x="4605417" y="3404419"/>
              <a:ext cx="868445" cy="921132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B0F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defRPr/>
              </a:pPr>
              <a:r>
                <a:rPr lang="es-ES" sz="1000" b="1" dirty="0">
                  <a:solidFill>
                    <a:prstClr val="black"/>
                  </a:solidFill>
                  <a:latin typeface="Santander Text" panose="020B0504020201020104"/>
                </a:rPr>
                <a:t>Motor de validaciones</a:t>
              </a:r>
            </a:p>
          </p:txBody>
        </p:sp>
        <p:pic>
          <p:nvPicPr>
            <p:cNvPr id="109" name="Picture 71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87A3BFAA-B3F8-6C7A-4869-55232D4999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9398" y="3455174"/>
              <a:ext cx="441778" cy="203525"/>
            </a:xfrm>
            <a:prstGeom prst="rect">
              <a:avLst/>
            </a:prstGeom>
          </p:spPr>
        </p:pic>
        <p:sp>
          <p:nvSpPr>
            <p:cNvPr id="110" name="Rectángulo: esquinas redondeadas 58">
              <a:extLst>
                <a:ext uri="{FF2B5EF4-FFF2-40B4-BE49-F238E27FC236}">
                  <a16:creationId xmlns:a16="http://schemas.microsoft.com/office/drawing/2014/main" id="{08865996-5114-6816-0336-FFDC6E609DA0}"/>
                </a:ext>
              </a:extLst>
            </p:cNvPr>
            <p:cNvSpPr/>
            <p:nvPr/>
          </p:nvSpPr>
          <p:spPr>
            <a:xfrm>
              <a:off x="5975346" y="2910648"/>
              <a:ext cx="2097354" cy="1912304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B0F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>
                <a:defRPr/>
              </a:pPr>
              <a:r>
                <a:rPr lang="es-ES" sz="1050" b="1" dirty="0" err="1">
                  <a:solidFill>
                    <a:prstClr val="black"/>
                  </a:solidFill>
                </a:rPr>
                <a:t>Common</a:t>
              </a:r>
              <a:r>
                <a:rPr lang="es-ES" sz="1050" b="1" dirty="0">
                  <a:solidFill>
                    <a:prstClr val="black"/>
                  </a:solidFill>
                </a:rPr>
                <a:t> 360 </a:t>
              </a:r>
              <a:r>
                <a:rPr lang="es-ES" sz="1050" b="1" dirty="0" err="1">
                  <a:solidFill>
                    <a:prstClr val="black"/>
                  </a:solidFill>
                </a:rPr>
                <a:t>Model</a:t>
              </a:r>
              <a:endParaRPr lang="es-ES" sz="800" b="1" dirty="0">
                <a:solidFill>
                  <a:prstClr val="black"/>
                </a:solidFill>
                <a:latin typeface="Santander Text" panose="020B0504020201020104"/>
              </a:endParaRPr>
            </a:p>
            <a:p>
              <a:pPr algn="ctr">
                <a:defRPr/>
              </a:pPr>
              <a:endParaRPr lang="es-ES" sz="800" b="1" dirty="0">
                <a:solidFill>
                  <a:prstClr val="black"/>
                </a:solidFill>
                <a:latin typeface="Santander Text" panose="020B0504020201020104"/>
              </a:endParaRPr>
            </a:p>
            <a:p>
              <a:pPr algn="ctr">
                <a:defRPr/>
              </a:pPr>
              <a:endParaRPr lang="es-ES" sz="800" b="1" dirty="0">
                <a:solidFill>
                  <a:prstClr val="black"/>
                </a:solidFill>
                <a:latin typeface="Santander Text" panose="020B0504020201020104"/>
              </a:endParaRPr>
            </a:p>
            <a:p>
              <a:pPr algn="ctr">
                <a:defRPr/>
              </a:pPr>
              <a:endParaRPr lang="es-ES" sz="800" b="1" dirty="0">
                <a:solidFill>
                  <a:prstClr val="black"/>
                </a:solidFill>
                <a:latin typeface="Santander Text" panose="020B0504020201020104"/>
              </a:endParaRPr>
            </a:p>
            <a:p>
              <a:pPr algn="ctr">
                <a:defRPr/>
              </a:pPr>
              <a:endParaRPr lang="es-ES" sz="800" b="1" dirty="0">
                <a:solidFill>
                  <a:prstClr val="black"/>
                </a:solidFill>
                <a:latin typeface="Santander Text" panose="020B0504020201020104"/>
              </a:endParaRPr>
            </a:p>
            <a:p>
              <a:pPr algn="ctr">
                <a:defRPr/>
              </a:pPr>
              <a:endParaRPr lang="es-ES" sz="800" b="1" dirty="0">
                <a:solidFill>
                  <a:prstClr val="black"/>
                </a:solidFill>
                <a:latin typeface="Santander Text" panose="020B0504020201020104"/>
              </a:endParaRPr>
            </a:p>
            <a:p>
              <a:pPr algn="ctr">
                <a:defRPr/>
              </a:pPr>
              <a:endParaRPr lang="es-ES" sz="800" b="1" dirty="0">
                <a:solidFill>
                  <a:prstClr val="black"/>
                </a:solidFill>
                <a:latin typeface="Santander Text" panose="020B0504020201020104"/>
              </a:endParaRPr>
            </a:p>
            <a:p>
              <a:pPr algn="ctr">
                <a:defRPr/>
              </a:pPr>
              <a:endParaRPr lang="es-ES" sz="800" b="1" dirty="0">
                <a:solidFill>
                  <a:prstClr val="black"/>
                </a:solidFill>
                <a:latin typeface="Santander Text" panose="020B0504020201020104"/>
              </a:endParaRPr>
            </a:p>
            <a:p>
              <a:pPr algn="ctr">
                <a:defRPr/>
              </a:pPr>
              <a:endParaRPr lang="es-ES" sz="800" b="1" dirty="0">
                <a:solidFill>
                  <a:prstClr val="black"/>
                </a:solidFill>
                <a:latin typeface="Santander Text" panose="020B0504020201020104"/>
              </a:endParaRPr>
            </a:p>
            <a:p>
              <a:pPr algn="ctr">
                <a:defRPr/>
              </a:pPr>
              <a:endParaRPr lang="es-ES" sz="800" b="1" dirty="0">
                <a:solidFill>
                  <a:prstClr val="black"/>
                </a:solidFill>
                <a:latin typeface="Santander Text" panose="020B0504020201020104"/>
              </a:endParaRPr>
            </a:p>
          </p:txBody>
        </p:sp>
        <p:grpSp>
          <p:nvGrpSpPr>
            <p:cNvPr id="111" name="Group 377">
              <a:extLst>
                <a:ext uri="{FF2B5EF4-FFF2-40B4-BE49-F238E27FC236}">
                  <a16:creationId xmlns:a16="http://schemas.microsoft.com/office/drawing/2014/main" id="{E38CCA5D-091B-BC93-F180-8B1A8A951AB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096687" y="2989065"/>
              <a:ext cx="180141" cy="179105"/>
              <a:chOff x="2015457" y="3247263"/>
              <a:chExt cx="204693" cy="214313"/>
            </a:xfrm>
          </p:grpSpPr>
          <p:sp>
            <p:nvSpPr>
              <p:cNvPr id="112" name="Freeform: Shape 378">
                <a:extLst>
                  <a:ext uri="{FF2B5EF4-FFF2-40B4-BE49-F238E27FC236}">
                    <a16:creationId xmlns:a16="http://schemas.microsoft.com/office/drawing/2014/main" id="{A9D20875-EA39-B55D-88D1-3C1D4BE3E70F}"/>
                  </a:ext>
                </a:extLst>
              </p:cNvPr>
              <p:cNvSpPr/>
              <p:nvPr/>
            </p:nvSpPr>
            <p:spPr>
              <a:xfrm>
                <a:off x="2049641" y="3385376"/>
                <a:ext cx="38100" cy="38100"/>
              </a:xfrm>
              <a:custGeom>
                <a:avLst/>
                <a:gdLst>
                  <a:gd name="connsiteX0" fmla="*/ 21431 w 38100"/>
                  <a:gd name="connsiteY0" fmla="*/ 42862 h 38100"/>
                  <a:gd name="connsiteX1" fmla="*/ 42863 w 38100"/>
                  <a:gd name="connsiteY1" fmla="*/ 21431 h 38100"/>
                  <a:gd name="connsiteX2" fmla="*/ 21431 w 38100"/>
                  <a:gd name="connsiteY2" fmla="*/ 0 h 38100"/>
                  <a:gd name="connsiteX3" fmla="*/ 0 w 38100"/>
                  <a:gd name="connsiteY3" fmla="*/ 21431 h 38100"/>
                  <a:gd name="connsiteX4" fmla="*/ 21431 w 38100"/>
                  <a:gd name="connsiteY4" fmla="*/ 42862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21431" y="42862"/>
                    </a:moveTo>
                    <a:cubicBezTo>
                      <a:pt x="33242" y="42862"/>
                      <a:pt x="42863" y="33242"/>
                      <a:pt x="42863" y="21431"/>
                    </a:cubicBezTo>
                    <a:cubicBezTo>
                      <a:pt x="42863" y="9620"/>
                      <a:pt x="33242" y="0"/>
                      <a:pt x="21431" y="0"/>
                    </a:cubicBezTo>
                    <a:cubicBezTo>
                      <a:pt x="9620" y="0"/>
                      <a:pt x="0" y="9620"/>
                      <a:pt x="0" y="21431"/>
                    </a:cubicBezTo>
                    <a:cubicBezTo>
                      <a:pt x="0" y="33242"/>
                      <a:pt x="9620" y="42862"/>
                      <a:pt x="21431" y="42862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tx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es-ES" sz="14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13" name="Freeform: Shape 379">
                <a:extLst>
                  <a:ext uri="{FF2B5EF4-FFF2-40B4-BE49-F238E27FC236}">
                    <a16:creationId xmlns:a16="http://schemas.microsoft.com/office/drawing/2014/main" id="{3FC214F8-2E9E-02D9-E459-72831FD773E4}"/>
                  </a:ext>
                </a:extLst>
              </p:cNvPr>
              <p:cNvSpPr/>
              <p:nvPr/>
            </p:nvSpPr>
            <p:spPr>
              <a:xfrm>
                <a:off x="2015457" y="3347276"/>
                <a:ext cx="104775" cy="114300"/>
              </a:xfrm>
              <a:custGeom>
                <a:avLst/>
                <a:gdLst>
                  <a:gd name="connsiteX0" fmla="*/ 109051 w 104775"/>
                  <a:gd name="connsiteY0" fmla="*/ 76581 h 114300"/>
                  <a:gd name="connsiteX1" fmla="*/ 99430 w 104775"/>
                  <a:gd name="connsiteY1" fmla="*/ 71057 h 114300"/>
                  <a:gd name="connsiteX2" fmla="*/ 99430 w 104775"/>
                  <a:gd name="connsiteY2" fmla="*/ 48006 h 114300"/>
                  <a:gd name="connsiteX3" fmla="*/ 109051 w 104775"/>
                  <a:gd name="connsiteY3" fmla="*/ 42481 h 114300"/>
                  <a:gd name="connsiteX4" fmla="*/ 110765 w 104775"/>
                  <a:gd name="connsiteY4" fmla="*/ 36004 h 114300"/>
                  <a:gd name="connsiteX5" fmla="*/ 103621 w 104775"/>
                  <a:gd name="connsiteY5" fmla="*/ 23622 h 114300"/>
                  <a:gd name="connsiteX6" fmla="*/ 97144 w 104775"/>
                  <a:gd name="connsiteY6" fmla="*/ 21907 h 114300"/>
                  <a:gd name="connsiteX7" fmla="*/ 87524 w 104775"/>
                  <a:gd name="connsiteY7" fmla="*/ 27432 h 114300"/>
                  <a:gd name="connsiteX8" fmla="*/ 67617 w 104775"/>
                  <a:gd name="connsiteY8" fmla="*/ 15907 h 114300"/>
                  <a:gd name="connsiteX9" fmla="*/ 67617 w 104775"/>
                  <a:gd name="connsiteY9" fmla="*/ 4763 h 114300"/>
                  <a:gd name="connsiteX10" fmla="*/ 62854 w 104775"/>
                  <a:gd name="connsiteY10" fmla="*/ 0 h 114300"/>
                  <a:gd name="connsiteX11" fmla="*/ 48567 w 104775"/>
                  <a:gd name="connsiteY11" fmla="*/ 0 h 114300"/>
                  <a:gd name="connsiteX12" fmla="*/ 43804 w 104775"/>
                  <a:gd name="connsiteY12" fmla="*/ 4763 h 114300"/>
                  <a:gd name="connsiteX13" fmla="*/ 43804 w 104775"/>
                  <a:gd name="connsiteY13" fmla="*/ 15907 h 114300"/>
                  <a:gd name="connsiteX14" fmla="*/ 23897 w 104775"/>
                  <a:gd name="connsiteY14" fmla="*/ 27432 h 114300"/>
                  <a:gd name="connsiteX15" fmla="*/ 14277 w 104775"/>
                  <a:gd name="connsiteY15" fmla="*/ 21907 h 114300"/>
                  <a:gd name="connsiteX16" fmla="*/ 7800 w 104775"/>
                  <a:gd name="connsiteY16" fmla="*/ 23622 h 114300"/>
                  <a:gd name="connsiteX17" fmla="*/ 656 w 104775"/>
                  <a:gd name="connsiteY17" fmla="*/ 36004 h 114300"/>
                  <a:gd name="connsiteX18" fmla="*/ 2371 w 104775"/>
                  <a:gd name="connsiteY18" fmla="*/ 42481 h 114300"/>
                  <a:gd name="connsiteX19" fmla="*/ 11991 w 104775"/>
                  <a:gd name="connsiteY19" fmla="*/ 48006 h 114300"/>
                  <a:gd name="connsiteX20" fmla="*/ 11991 w 104775"/>
                  <a:gd name="connsiteY20" fmla="*/ 71057 h 114300"/>
                  <a:gd name="connsiteX21" fmla="*/ 2371 w 104775"/>
                  <a:gd name="connsiteY21" fmla="*/ 76581 h 114300"/>
                  <a:gd name="connsiteX22" fmla="*/ 656 w 104775"/>
                  <a:gd name="connsiteY22" fmla="*/ 83058 h 114300"/>
                  <a:gd name="connsiteX23" fmla="*/ 7800 w 104775"/>
                  <a:gd name="connsiteY23" fmla="*/ 95441 h 114300"/>
                  <a:gd name="connsiteX24" fmla="*/ 14277 w 104775"/>
                  <a:gd name="connsiteY24" fmla="*/ 97155 h 114300"/>
                  <a:gd name="connsiteX25" fmla="*/ 23897 w 104775"/>
                  <a:gd name="connsiteY25" fmla="*/ 91630 h 114300"/>
                  <a:gd name="connsiteX26" fmla="*/ 43804 w 104775"/>
                  <a:gd name="connsiteY26" fmla="*/ 103060 h 114300"/>
                  <a:gd name="connsiteX27" fmla="*/ 43804 w 104775"/>
                  <a:gd name="connsiteY27" fmla="*/ 114205 h 114300"/>
                  <a:gd name="connsiteX28" fmla="*/ 48567 w 104775"/>
                  <a:gd name="connsiteY28" fmla="*/ 118967 h 114300"/>
                  <a:gd name="connsiteX29" fmla="*/ 62854 w 104775"/>
                  <a:gd name="connsiteY29" fmla="*/ 118967 h 114300"/>
                  <a:gd name="connsiteX30" fmla="*/ 67617 w 104775"/>
                  <a:gd name="connsiteY30" fmla="*/ 114205 h 114300"/>
                  <a:gd name="connsiteX31" fmla="*/ 67617 w 104775"/>
                  <a:gd name="connsiteY31" fmla="*/ 103060 h 114300"/>
                  <a:gd name="connsiteX32" fmla="*/ 87524 w 104775"/>
                  <a:gd name="connsiteY32" fmla="*/ 91535 h 114300"/>
                  <a:gd name="connsiteX33" fmla="*/ 97144 w 104775"/>
                  <a:gd name="connsiteY33" fmla="*/ 97060 h 114300"/>
                  <a:gd name="connsiteX34" fmla="*/ 103621 w 104775"/>
                  <a:gd name="connsiteY34" fmla="*/ 95345 h 114300"/>
                  <a:gd name="connsiteX35" fmla="*/ 110765 w 104775"/>
                  <a:gd name="connsiteY35" fmla="*/ 82963 h 114300"/>
                  <a:gd name="connsiteX36" fmla="*/ 109051 w 104775"/>
                  <a:gd name="connsiteY36" fmla="*/ 76581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104775" h="114300">
                    <a:moveTo>
                      <a:pt x="109051" y="76581"/>
                    </a:moveTo>
                    <a:lnTo>
                      <a:pt x="99430" y="71057"/>
                    </a:lnTo>
                    <a:cubicBezTo>
                      <a:pt x="101431" y="63532"/>
                      <a:pt x="101431" y="55531"/>
                      <a:pt x="99430" y="48006"/>
                    </a:cubicBezTo>
                    <a:lnTo>
                      <a:pt x="109051" y="42481"/>
                    </a:lnTo>
                    <a:cubicBezTo>
                      <a:pt x="111337" y="41148"/>
                      <a:pt x="112099" y="38291"/>
                      <a:pt x="110765" y="36004"/>
                    </a:cubicBezTo>
                    <a:lnTo>
                      <a:pt x="103621" y="23622"/>
                    </a:lnTo>
                    <a:cubicBezTo>
                      <a:pt x="102288" y="21336"/>
                      <a:pt x="99430" y="20574"/>
                      <a:pt x="97144" y="21907"/>
                    </a:cubicBezTo>
                    <a:lnTo>
                      <a:pt x="87524" y="27432"/>
                    </a:lnTo>
                    <a:cubicBezTo>
                      <a:pt x="82000" y="21907"/>
                      <a:pt x="75142" y="18002"/>
                      <a:pt x="67617" y="15907"/>
                    </a:cubicBezTo>
                    <a:lnTo>
                      <a:pt x="67617" y="4763"/>
                    </a:lnTo>
                    <a:cubicBezTo>
                      <a:pt x="67617" y="2096"/>
                      <a:pt x="65521" y="0"/>
                      <a:pt x="62854" y="0"/>
                    </a:cubicBezTo>
                    <a:lnTo>
                      <a:pt x="48567" y="0"/>
                    </a:lnTo>
                    <a:cubicBezTo>
                      <a:pt x="45900" y="0"/>
                      <a:pt x="43804" y="2096"/>
                      <a:pt x="43804" y="4763"/>
                    </a:cubicBezTo>
                    <a:lnTo>
                      <a:pt x="43804" y="15907"/>
                    </a:lnTo>
                    <a:cubicBezTo>
                      <a:pt x="36280" y="18002"/>
                      <a:pt x="29422" y="21907"/>
                      <a:pt x="23897" y="27432"/>
                    </a:cubicBezTo>
                    <a:lnTo>
                      <a:pt x="14277" y="21907"/>
                    </a:lnTo>
                    <a:cubicBezTo>
                      <a:pt x="11991" y="20574"/>
                      <a:pt x="9038" y="21336"/>
                      <a:pt x="7800" y="23622"/>
                    </a:cubicBezTo>
                    <a:lnTo>
                      <a:pt x="656" y="36004"/>
                    </a:lnTo>
                    <a:cubicBezTo>
                      <a:pt x="-677" y="38291"/>
                      <a:pt x="85" y="41148"/>
                      <a:pt x="2371" y="42481"/>
                    </a:cubicBezTo>
                    <a:lnTo>
                      <a:pt x="11991" y="48006"/>
                    </a:lnTo>
                    <a:cubicBezTo>
                      <a:pt x="9991" y="55531"/>
                      <a:pt x="9991" y="63532"/>
                      <a:pt x="11991" y="71057"/>
                    </a:cubicBezTo>
                    <a:lnTo>
                      <a:pt x="2371" y="76581"/>
                    </a:lnTo>
                    <a:cubicBezTo>
                      <a:pt x="85" y="77914"/>
                      <a:pt x="-677" y="80772"/>
                      <a:pt x="656" y="83058"/>
                    </a:cubicBezTo>
                    <a:lnTo>
                      <a:pt x="7800" y="95441"/>
                    </a:lnTo>
                    <a:cubicBezTo>
                      <a:pt x="9133" y="97726"/>
                      <a:pt x="11991" y="98489"/>
                      <a:pt x="14277" y="97155"/>
                    </a:cubicBezTo>
                    <a:lnTo>
                      <a:pt x="23897" y="91630"/>
                    </a:lnTo>
                    <a:cubicBezTo>
                      <a:pt x="29422" y="97060"/>
                      <a:pt x="36280" y="101060"/>
                      <a:pt x="43804" y="103060"/>
                    </a:cubicBezTo>
                    <a:lnTo>
                      <a:pt x="43804" y="114205"/>
                    </a:lnTo>
                    <a:cubicBezTo>
                      <a:pt x="43804" y="116872"/>
                      <a:pt x="45900" y="118967"/>
                      <a:pt x="48567" y="118967"/>
                    </a:cubicBezTo>
                    <a:lnTo>
                      <a:pt x="62854" y="118967"/>
                    </a:lnTo>
                    <a:cubicBezTo>
                      <a:pt x="65521" y="118967"/>
                      <a:pt x="67617" y="116872"/>
                      <a:pt x="67617" y="114205"/>
                    </a:cubicBezTo>
                    <a:lnTo>
                      <a:pt x="67617" y="103060"/>
                    </a:lnTo>
                    <a:cubicBezTo>
                      <a:pt x="75142" y="100965"/>
                      <a:pt x="82000" y="97060"/>
                      <a:pt x="87524" y="91535"/>
                    </a:cubicBezTo>
                    <a:lnTo>
                      <a:pt x="97144" y="97060"/>
                    </a:lnTo>
                    <a:cubicBezTo>
                      <a:pt x="99430" y="98393"/>
                      <a:pt x="102288" y="97631"/>
                      <a:pt x="103621" y="95345"/>
                    </a:cubicBezTo>
                    <a:lnTo>
                      <a:pt x="110765" y="82963"/>
                    </a:lnTo>
                    <a:cubicBezTo>
                      <a:pt x="112099" y="80867"/>
                      <a:pt x="111241" y="77914"/>
                      <a:pt x="109051" y="76581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tx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es-ES" sz="14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14" name="Freeform: Shape 380">
                <a:extLst>
                  <a:ext uri="{FF2B5EF4-FFF2-40B4-BE49-F238E27FC236}">
                    <a16:creationId xmlns:a16="http://schemas.microsoft.com/office/drawing/2014/main" id="{916D4009-0877-C213-7CB3-50C23CBC67AE}"/>
                  </a:ext>
                </a:extLst>
              </p:cNvPr>
              <p:cNvSpPr/>
              <p:nvPr/>
            </p:nvSpPr>
            <p:spPr>
              <a:xfrm>
                <a:off x="2149654" y="3285363"/>
                <a:ext cx="38100" cy="38100"/>
              </a:xfrm>
              <a:custGeom>
                <a:avLst/>
                <a:gdLst>
                  <a:gd name="connsiteX0" fmla="*/ 21431 w 38100"/>
                  <a:gd name="connsiteY0" fmla="*/ 42863 h 38100"/>
                  <a:gd name="connsiteX1" fmla="*/ 42863 w 38100"/>
                  <a:gd name="connsiteY1" fmla="*/ 21431 h 38100"/>
                  <a:gd name="connsiteX2" fmla="*/ 21431 w 38100"/>
                  <a:gd name="connsiteY2" fmla="*/ 0 h 38100"/>
                  <a:gd name="connsiteX3" fmla="*/ 0 w 38100"/>
                  <a:gd name="connsiteY3" fmla="*/ 21431 h 38100"/>
                  <a:gd name="connsiteX4" fmla="*/ 21431 w 38100"/>
                  <a:gd name="connsiteY4" fmla="*/ 4286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21431" y="42863"/>
                    </a:moveTo>
                    <a:cubicBezTo>
                      <a:pt x="33242" y="42863"/>
                      <a:pt x="42863" y="33242"/>
                      <a:pt x="42863" y="21431"/>
                    </a:cubicBezTo>
                    <a:cubicBezTo>
                      <a:pt x="42863" y="9620"/>
                      <a:pt x="33242" y="0"/>
                      <a:pt x="21431" y="0"/>
                    </a:cubicBezTo>
                    <a:cubicBezTo>
                      <a:pt x="9620" y="0"/>
                      <a:pt x="0" y="9620"/>
                      <a:pt x="0" y="21431"/>
                    </a:cubicBezTo>
                    <a:cubicBezTo>
                      <a:pt x="0" y="33242"/>
                      <a:pt x="9620" y="42863"/>
                      <a:pt x="21431" y="42863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tx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es-ES" sz="14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15" name="Freeform: Shape 381">
                <a:extLst>
                  <a:ext uri="{FF2B5EF4-FFF2-40B4-BE49-F238E27FC236}">
                    <a16:creationId xmlns:a16="http://schemas.microsoft.com/office/drawing/2014/main" id="{F4545445-301C-6EA9-11FA-A13D46A24A1B}"/>
                  </a:ext>
                </a:extLst>
              </p:cNvPr>
              <p:cNvSpPr/>
              <p:nvPr/>
            </p:nvSpPr>
            <p:spPr>
              <a:xfrm>
                <a:off x="2115375" y="3247263"/>
                <a:ext cx="104775" cy="114300"/>
              </a:xfrm>
              <a:custGeom>
                <a:avLst/>
                <a:gdLst>
                  <a:gd name="connsiteX0" fmla="*/ 2371 w 104775"/>
                  <a:gd name="connsiteY0" fmla="*/ 42481 h 114300"/>
                  <a:gd name="connsiteX1" fmla="*/ 11991 w 104775"/>
                  <a:gd name="connsiteY1" fmla="*/ 48006 h 114300"/>
                  <a:gd name="connsiteX2" fmla="*/ 11991 w 104775"/>
                  <a:gd name="connsiteY2" fmla="*/ 71056 h 114300"/>
                  <a:gd name="connsiteX3" fmla="*/ 2371 w 104775"/>
                  <a:gd name="connsiteY3" fmla="*/ 76581 h 114300"/>
                  <a:gd name="connsiteX4" fmla="*/ 656 w 104775"/>
                  <a:gd name="connsiteY4" fmla="*/ 83058 h 114300"/>
                  <a:gd name="connsiteX5" fmla="*/ 7800 w 104775"/>
                  <a:gd name="connsiteY5" fmla="*/ 95441 h 114300"/>
                  <a:gd name="connsiteX6" fmla="*/ 14277 w 104775"/>
                  <a:gd name="connsiteY6" fmla="*/ 97155 h 114300"/>
                  <a:gd name="connsiteX7" fmla="*/ 23897 w 104775"/>
                  <a:gd name="connsiteY7" fmla="*/ 91630 h 114300"/>
                  <a:gd name="connsiteX8" fmla="*/ 43804 w 104775"/>
                  <a:gd name="connsiteY8" fmla="*/ 103156 h 114300"/>
                  <a:gd name="connsiteX9" fmla="*/ 43804 w 104775"/>
                  <a:gd name="connsiteY9" fmla="*/ 114300 h 114300"/>
                  <a:gd name="connsiteX10" fmla="*/ 48567 w 104775"/>
                  <a:gd name="connsiteY10" fmla="*/ 119063 h 114300"/>
                  <a:gd name="connsiteX11" fmla="*/ 62854 w 104775"/>
                  <a:gd name="connsiteY11" fmla="*/ 119063 h 114300"/>
                  <a:gd name="connsiteX12" fmla="*/ 67617 w 104775"/>
                  <a:gd name="connsiteY12" fmla="*/ 114300 h 114300"/>
                  <a:gd name="connsiteX13" fmla="*/ 67617 w 104775"/>
                  <a:gd name="connsiteY13" fmla="*/ 103156 h 114300"/>
                  <a:gd name="connsiteX14" fmla="*/ 87524 w 104775"/>
                  <a:gd name="connsiteY14" fmla="*/ 91630 h 114300"/>
                  <a:gd name="connsiteX15" fmla="*/ 97144 w 104775"/>
                  <a:gd name="connsiteY15" fmla="*/ 97155 h 114300"/>
                  <a:gd name="connsiteX16" fmla="*/ 103621 w 104775"/>
                  <a:gd name="connsiteY16" fmla="*/ 95441 h 114300"/>
                  <a:gd name="connsiteX17" fmla="*/ 110765 w 104775"/>
                  <a:gd name="connsiteY17" fmla="*/ 83058 h 114300"/>
                  <a:gd name="connsiteX18" fmla="*/ 109051 w 104775"/>
                  <a:gd name="connsiteY18" fmla="*/ 76581 h 114300"/>
                  <a:gd name="connsiteX19" fmla="*/ 99430 w 104775"/>
                  <a:gd name="connsiteY19" fmla="*/ 71056 h 114300"/>
                  <a:gd name="connsiteX20" fmla="*/ 99430 w 104775"/>
                  <a:gd name="connsiteY20" fmla="*/ 48006 h 114300"/>
                  <a:gd name="connsiteX21" fmla="*/ 109051 w 104775"/>
                  <a:gd name="connsiteY21" fmla="*/ 42481 h 114300"/>
                  <a:gd name="connsiteX22" fmla="*/ 110765 w 104775"/>
                  <a:gd name="connsiteY22" fmla="*/ 36004 h 114300"/>
                  <a:gd name="connsiteX23" fmla="*/ 103621 w 104775"/>
                  <a:gd name="connsiteY23" fmla="*/ 23622 h 114300"/>
                  <a:gd name="connsiteX24" fmla="*/ 97144 w 104775"/>
                  <a:gd name="connsiteY24" fmla="*/ 21907 h 114300"/>
                  <a:gd name="connsiteX25" fmla="*/ 87524 w 104775"/>
                  <a:gd name="connsiteY25" fmla="*/ 27432 h 114300"/>
                  <a:gd name="connsiteX26" fmla="*/ 67617 w 104775"/>
                  <a:gd name="connsiteY26" fmla="*/ 15907 h 114300"/>
                  <a:gd name="connsiteX27" fmla="*/ 67617 w 104775"/>
                  <a:gd name="connsiteY27" fmla="*/ 4763 h 114300"/>
                  <a:gd name="connsiteX28" fmla="*/ 62854 w 104775"/>
                  <a:gd name="connsiteY28" fmla="*/ 0 h 114300"/>
                  <a:gd name="connsiteX29" fmla="*/ 48567 w 104775"/>
                  <a:gd name="connsiteY29" fmla="*/ 0 h 114300"/>
                  <a:gd name="connsiteX30" fmla="*/ 43804 w 104775"/>
                  <a:gd name="connsiteY30" fmla="*/ 4763 h 114300"/>
                  <a:gd name="connsiteX31" fmla="*/ 43804 w 104775"/>
                  <a:gd name="connsiteY31" fmla="*/ 15907 h 114300"/>
                  <a:gd name="connsiteX32" fmla="*/ 23897 w 104775"/>
                  <a:gd name="connsiteY32" fmla="*/ 27432 h 114300"/>
                  <a:gd name="connsiteX33" fmla="*/ 14277 w 104775"/>
                  <a:gd name="connsiteY33" fmla="*/ 21907 h 114300"/>
                  <a:gd name="connsiteX34" fmla="*/ 7800 w 104775"/>
                  <a:gd name="connsiteY34" fmla="*/ 23622 h 114300"/>
                  <a:gd name="connsiteX35" fmla="*/ 656 w 104775"/>
                  <a:gd name="connsiteY35" fmla="*/ 36004 h 114300"/>
                  <a:gd name="connsiteX36" fmla="*/ 2371 w 104775"/>
                  <a:gd name="connsiteY36" fmla="*/ 42481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104775" h="114300">
                    <a:moveTo>
                      <a:pt x="2371" y="42481"/>
                    </a:moveTo>
                    <a:lnTo>
                      <a:pt x="11991" y="48006"/>
                    </a:lnTo>
                    <a:cubicBezTo>
                      <a:pt x="9991" y="55531"/>
                      <a:pt x="9991" y="63532"/>
                      <a:pt x="11991" y="71056"/>
                    </a:cubicBezTo>
                    <a:lnTo>
                      <a:pt x="2371" y="76581"/>
                    </a:lnTo>
                    <a:cubicBezTo>
                      <a:pt x="85" y="77915"/>
                      <a:pt x="-677" y="80772"/>
                      <a:pt x="656" y="83058"/>
                    </a:cubicBezTo>
                    <a:lnTo>
                      <a:pt x="7800" y="95441"/>
                    </a:lnTo>
                    <a:cubicBezTo>
                      <a:pt x="9133" y="97726"/>
                      <a:pt x="11991" y="98489"/>
                      <a:pt x="14277" y="97155"/>
                    </a:cubicBezTo>
                    <a:lnTo>
                      <a:pt x="23897" y="91630"/>
                    </a:lnTo>
                    <a:cubicBezTo>
                      <a:pt x="29422" y="97155"/>
                      <a:pt x="36280" y="101060"/>
                      <a:pt x="43804" y="103156"/>
                    </a:cubicBezTo>
                    <a:lnTo>
                      <a:pt x="43804" y="114300"/>
                    </a:lnTo>
                    <a:cubicBezTo>
                      <a:pt x="43804" y="116967"/>
                      <a:pt x="45900" y="119063"/>
                      <a:pt x="48567" y="119063"/>
                    </a:cubicBezTo>
                    <a:lnTo>
                      <a:pt x="62854" y="119063"/>
                    </a:lnTo>
                    <a:cubicBezTo>
                      <a:pt x="65521" y="119063"/>
                      <a:pt x="67617" y="116967"/>
                      <a:pt x="67617" y="114300"/>
                    </a:cubicBezTo>
                    <a:lnTo>
                      <a:pt x="67617" y="103156"/>
                    </a:lnTo>
                    <a:cubicBezTo>
                      <a:pt x="75142" y="101060"/>
                      <a:pt x="82000" y="97155"/>
                      <a:pt x="87524" y="91630"/>
                    </a:cubicBezTo>
                    <a:lnTo>
                      <a:pt x="97144" y="97155"/>
                    </a:lnTo>
                    <a:cubicBezTo>
                      <a:pt x="99430" y="98489"/>
                      <a:pt x="102288" y="97726"/>
                      <a:pt x="103621" y="95441"/>
                    </a:cubicBezTo>
                    <a:lnTo>
                      <a:pt x="110765" y="83058"/>
                    </a:lnTo>
                    <a:cubicBezTo>
                      <a:pt x="112099" y="80772"/>
                      <a:pt x="111337" y="77915"/>
                      <a:pt x="109051" y="76581"/>
                    </a:cubicBezTo>
                    <a:lnTo>
                      <a:pt x="99430" y="71056"/>
                    </a:lnTo>
                    <a:cubicBezTo>
                      <a:pt x="101431" y="63532"/>
                      <a:pt x="101431" y="55531"/>
                      <a:pt x="99430" y="48006"/>
                    </a:cubicBezTo>
                    <a:lnTo>
                      <a:pt x="109051" y="42481"/>
                    </a:lnTo>
                    <a:cubicBezTo>
                      <a:pt x="111337" y="41148"/>
                      <a:pt x="112099" y="38291"/>
                      <a:pt x="110765" y="36004"/>
                    </a:cubicBezTo>
                    <a:lnTo>
                      <a:pt x="103621" y="23622"/>
                    </a:lnTo>
                    <a:cubicBezTo>
                      <a:pt x="102288" y="21336"/>
                      <a:pt x="99430" y="20574"/>
                      <a:pt x="97144" y="21907"/>
                    </a:cubicBezTo>
                    <a:lnTo>
                      <a:pt x="87524" y="27432"/>
                    </a:lnTo>
                    <a:cubicBezTo>
                      <a:pt x="82000" y="21907"/>
                      <a:pt x="75142" y="18002"/>
                      <a:pt x="67617" y="15907"/>
                    </a:cubicBezTo>
                    <a:lnTo>
                      <a:pt x="67617" y="4763"/>
                    </a:lnTo>
                    <a:cubicBezTo>
                      <a:pt x="67617" y="2096"/>
                      <a:pt x="65521" y="0"/>
                      <a:pt x="62854" y="0"/>
                    </a:cubicBezTo>
                    <a:lnTo>
                      <a:pt x="48567" y="0"/>
                    </a:lnTo>
                    <a:cubicBezTo>
                      <a:pt x="45900" y="0"/>
                      <a:pt x="43804" y="2096"/>
                      <a:pt x="43804" y="4763"/>
                    </a:cubicBezTo>
                    <a:lnTo>
                      <a:pt x="43804" y="15907"/>
                    </a:lnTo>
                    <a:cubicBezTo>
                      <a:pt x="36280" y="18002"/>
                      <a:pt x="29422" y="21907"/>
                      <a:pt x="23897" y="27432"/>
                    </a:cubicBezTo>
                    <a:lnTo>
                      <a:pt x="14277" y="21907"/>
                    </a:lnTo>
                    <a:cubicBezTo>
                      <a:pt x="11991" y="20574"/>
                      <a:pt x="9133" y="21336"/>
                      <a:pt x="7800" y="23622"/>
                    </a:cubicBezTo>
                    <a:lnTo>
                      <a:pt x="656" y="36004"/>
                    </a:lnTo>
                    <a:cubicBezTo>
                      <a:pt x="-677" y="38195"/>
                      <a:pt x="85" y="41148"/>
                      <a:pt x="2371" y="42481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tx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es-ES" sz="1400" dirty="0">
                  <a:solidFill>
                    <a:prstClr val="black"/>
                  </a:solidFill>
                </a:endParaRPr>
              </a:p>
            </p:txBody>
          </p:sp>
        </p:grpSp>
        <p:cxnSp>
          <p:nvCxnSpPr>
            <p:cNvPr id="116" name="Conector recto de flecha 10">
              <a:extLst>
                <a:ext uri="{FF2B5EF4-FFF2-40B4-BE49-F238E27FC236}">
                  <a16:creationId xmlns:a16="http://schemas.microsoft.com/office/drawing/2014/main" id="{AA22E289-6CC4-D1C4-A360-8A2358ED3B99}"/>
                </a:ext>
              </a:extLst>
            </p:cNvPr>
            <p:cNvCxnSpPr>
              <a:cxnSpLocks/>
            </p:cNvCxnSpPr>
            <p:nvPr/>
          </p:nvCxnSpPr>
          <p:spPr>
            <a:xfrm>
              <a:off x="7024641" y="3771971"/>
              <a:ext cx="0" cy="39322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7" name="Grupo 10">
              <a:extLst>
                <a:ext uri="{FF2B5EF4-FFF2-40B4-BE49-F238E27FC236}">
                  <a16:creationId xmlns:a16="http://schemas.microsoft.com/office/drawing/2014/main" id="{D3FE9731-FFA3-6159-BC66-653E7102F42E}"/>
                </a:ext>
              </a:extLst>
            </p:cNvPr>
            <p:cNvGrpSpPr/>
            <p:nvPr/>
          </p:nvGrpSpPr>
          <p:grpSpPr>
            <a:xfrm>
              <a:off x="6096687" y="3320509"/>
              <a:ext cx="1842401" cy="441238"/>
              <a:chOff x="6096687" y="3666618"/>
              <a:chExt cx="1842401" cy="441238"/>
            </a:xfrm>
          </p:grpSpPr>
          <p:sp>
            <p:nvSpPr>
              <p:cNvPr id="118" name="Rectángulo: esquinas redondeadas 101">
                <a:extLst>
                  <a:ext uri="{FF2B5EF4-FFF2-40B4-BE49-F238E27FC236}">
                    <a16:creationId xmlns:a16="http://schemas.microsoft.com/office/drawing/2014/main" id="{F0CE6898-3FC8-B9A4-2F6D-AA2D82793D86}"/>
                  </a:ext>
                </a:extLst>
              </p:cNvPr>
              <p:cNvSpPr/>
              <p:nvPr/>
            </p:nvSpPr>
            <p:spPr>
              <a:xfrm>
                <a:off x="6096687" y="3666618"/>
                <a:ext cx="1842401" cy="441238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rIns="72000" rtlCol="0" anchor="ctr"/>
              <a:lstStyle/>
              <a:p>
                <a:pPr algn="ctr">
                  <a:defRPr/>
                </a:pPr>
                <a:r>
                  <a:rPr lang="es-ES" sz="1050" dirty="0" err="1">
                    <a:solidFill>
                      <a:srgbClr val="EB0000"/>
                    </a:solidFill>
                    <a:latin typeface="Santander Text" panose="020B0504020201020104"/>
                  </a:rPr>
                  <a:t>Staging</a:t>
                </a:r>
                <a:endParaRPr lang="es-ES" sz="1050" dirty="0">
                  <a:solidFill>
                    <a:srgbClr val="EB0000"/>
                  </a:solidFill>
                  <a:latin typeface="Santander Text" panose="020B0504020201020104"/>
                </a:endParaRPr>
              </a:p>
            </p:txBody>
          </p:sp>
          <p:pic>
            <p:nvPicPr>
              <p:cNvPr id="119" name="Picture 28" descr="Logo&#10;&#10;Description automatically generated">
                <a:extLst>
                  <a:ext uri="{FF2B5EF4-FFF2-40B4-BE49-F238E27FC236}">
                    <a16:creationId xmlns:a16="http://schemas.microsoft.com/office/drawing/2014/main" id="{BB9CAA87-8521-2DC5-48B3-1C56658915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27977" y="3696252"/>
                <a:ext cx="202130" cy="157514"/>
              </a:xfrm>
              <a:prstGeom prst="rect">
                <a:avLst/>
              </a:prstGeom>
            </p:spPr>
          </p:pic>
        </p:grpSp>
        <p:sp>
          <p:nvSpPr>
            <p:cNvPr id="120" name="Rectángulo: esquinas redondeadas 51">
              <a:extLst>
                <a:ext uri="{FF2B5EF4-FFF2-40B4-BE49-F238E27FC236}">
                  <a16:creationId xmlns:a16="http://schemas.microsoft.com/office/drawing/2014/main" id="{3B4BAEF9-2A86-A32A-67DE-BBA5B235FA69}"/>
                </a:ext>
              </a:extLst>
            </p:cNvPr>
            <p:cNvSpPr/>
            <p:nvPr/>
          </p:nvSpPr>
          <p:spPr>
            <a:xfrm>
              <a:off x="3129464" y="2912516"/>
              <a:ext cx="974469" cy="190493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B0F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defRPr/>
              </a:pPr>
              <a:r>
                <a:rPr lang="es-ES" sz="1000" b="1" dirty="0" err="1">
                  <a:solidFill>
                    <a:prstClr val="black"/>
                  </a:solidFill>
                  <a:latin typeface="Santander Text" panose="020B0504020201020104"/>
                </a:rPr>
                <a:t>Landing</a:t>
              </a:r>
              <a:endParaRPr lang="es-ES" sz="1000" b="1" dirty="0">
                <a:solidFill>
                  <a:prstClr val="black"/>
                </a:solidFill>
                <a:latin typeface="Santander Text" panose="020B0504020201020104"/>
              </a:endParaRPr>
            </a:p>
            <a:p>
              <a:pPr algn="ctr">
                <a:defRPr/>
              </a:pPr>
              <a:r>
                <a:rPr lang="es-ES" sz="1000" b="1" dirty="0">
                  <a:solidFill>
                    <a:prstClr val="black"/>
                  </a:solidFill>
                  <a:latin typeface="Santander Text" panose="020B0504020201020104"/>
                </a:rPr>
                <a:t>Layer</a:t>
              </a:r>
            </a:p>
          </p:txBody>
        </p:sp>
        <p:grpSp>
          <p:nvGrpSpPr>
            <p:cNvPr id="121" name="Group 890">
              <a:extLst>
                <a:ext uri="{FF2B5EF4-FFF2-40B4-BE49-F238E27FC236}">
                  <a16:creationId xmlns:a16="http://schemas.microsoft.com/office/drawing/2014/main" id="{52B2E5DE-F1FB-8CE8-8668-A1398AECD36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514735" y="3443849"/>
              <a:ext cx="202259" cy="213798"/>
              <a:chOff x="4484947" y="3444096"/>
              <a:chExt cx="510437" cy="575941"/>
            </a:xfrm>
            <a:solidFill>
              <a:schemeClr val="bg1"/>
            </a:solidFill>
          </p:grpSpPr>
          <p:sp>
            <p:nvSpPr>
              <p:cNvPr id="122" name="Freeform 48">
                <a:extLst>
                  <a:ext uri="{FF2B5EF4-FFF2-40B4-BE49-F238E27FC236}">
                    <a16:creationId xmlns:a16="http://schemas.microsoft.com/office/drawing/2014/main" id="{CF143AC5-011F-5621-2AA5-8B2F9D4DC246}"/>
                  </a:ext>
                </a:extLst>
              </p:cNvPr>
              <p:cNvSpPr/>
              <p:nvPr/>
            </p:nvSpPr>
            <p:spPr>
              <a:xfrm>
                <a:off x="4634226" y="3626060"/>
                <a:ext cx="212014" cy="212026"/>
              </a:xfrm>
              <a:custGeom>
                <a:avLst/>
                <a:gdLst>
                  <a:gd name="connsiteX0" fmla="*/ 212014 w 212014"/>
                  <a:gd name="connsiteY0" fmla="*/ 106007 h 212026"/>
                  <a:gd name="connsiteX1" fmla="*/ 105994 w 212014"/>
                  <a:gd name="connsiteY1" fmla="*/ 212026 h 212026"/>
                  <a:gd name="connsiteX2" fmla="*/ 0 w 212014"/>
                  <a:gd name="connsiteY2" fmla="*/ 106007 h 212026"/>
                  <a:gd name="connsiteX3" fmla="*/ 105994 w 212014"/>
                  <a:gd name="connsiteY3" fmla="*/ 0 h 212026"/>
                  <a:gd name="connsiteX4" fmla="*/ 212014 w 212014"/>
                  <a:gd name="connsiteY4" fmla="*/ 106007 h 212026"/>
                </a:gdLst>
                <a:ahLst/>
                <a:cxnLst>
                  <a:cxn ang="0">
                    <a:pos x="connsiteX0" y="connsiteY0"/>
                  </a:cxn>
                  <a:cxn ang="1">
                    <a:pos x="connsiteX1" y="connsiteY1"/>
                  </a:cxn>
                  <a:cxn ang="2">
                    <a:pos x="connsiteX2" y="connsiteY2"/>
                  </a:cxn>
                  <a:cxn ang="3">
                    <a:pos x="connsiteX3" y="connsiteY3"/>
                  </a:cxn>
                  <a:cxn ang="4">
                    <a:pos x="connsiteX4" y="connsiteY4"/>
                  </a:cxn>
                </a:cxnLst>
                <a:rect l="l" t="t" r="r" b="b"/>
                <a:pathLst>
                  <a:path w="212014" h="212026">
                    <a:moveTo>
                      <a:pt x="212014" y="106007"/>
                    </a:moveTo>
                    <a:cubicBezTo>
                      <a:pt x="212014" y="164554"/>
                      <a:pt x="164554" y="212026"/>
                      <a:pt x="105994" y="212026"/>
                    </a:cubicBezTo>
                    <a:cubicBezTo>
                      <a:pt x="47460" y="212026"/>
                      <a:pt x="0" y="164554"/>
                      <a:pt x="0" y="106007"/>
                    </a:cubicBezTo>
                    <a:cubicBezTo>
                      <a:pt x="0" y="47473"/>
                      <a:pt x="47460" y="0"/>
                      <a:pt x="105994" y="0"/>
                    </a:cubicBezTo>
                    <a:cubicBezTo>
                      <a:pt x="164554" y="0"/>
                      <a:pt x="212014" y="47473"/>
                      <a:pt x="212014" y="106007"/>
                    </a:cubicBezTo>
                    <a:close/>
                  </a:path>
                </a:pathLst>
              </a:custGeom>
              <a:grpFill/>
              <a:ln w="12700" cap="flat">
                <a:solidFill>
                  <a:schemeClr val="tx2"/>
                </a:solidFill>
                <a:prstDash val="solid"/>
              </a:ln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s-ES" sz="1400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123" name="Freeform 49">
                <a:extLst>
                  <a:ext uri="{FF2B5EF4-FFF2-40B4-BE49-F238E27FC236}">
                    <a16:creationId xmlns:a16="http://schemas.microsoft.com/office/drawing/2014/main" id="{EC022321-02F0-1884-1E7F-BAB32CB63057}"/>
                  </a:ext>
                </a:extLst>
              </p:cNvPr>
              <p:cNvSpPr/>
              <p:nvPr/>
            </p:nvSpPr>
            <p:spPr>
              <a:xfrm>
                <a:off x="4740225" y="3838085"/>
                <a:ext cx="0" cy="94056"/>
              </a:xfrm>
              <a:custGeom>
                <a:avLst/>
                <a:gdLst>
                  <a:gd name="connsiteX0" fmla="*/ 0 w 0"/>
                  <a:gd name="connsiteY0" fmla="*/ 94056 h 94056"/>
                  <a:gd name="connsiteX1" fmla="*/ 0 w 0"/>
                  <a:gd name="connsiteY1" fmla="*/ 0 h 94056"/>
                </a:gdLst>
                <a:ahLst/>
                <a:cxnLst>
                  <a:cxn ang="0">
                    <a:pos x="connsiteX0" y="connsiteY0"/>
                  </a:cxn>
                  <a:cxn ang="1">
                    <a:pos x="connsiteX1" y="connsiteY1"/>
                  </a:cxn>
                </a:cxnLst>
                <a:rect l="l" t="t" r="r" b="b"/>
                <a:pathLst>
                  <a:path h="94056">
                    <a:moveTo>
                      <a:pt x="0" y="94056"/>
                    </a:moveTo>
                    <a:lnTo>
                      <a:pt x="0" y="0"/>
                    </a:lnTo>
                  </a:path>
                </a:pathLst>
              </a:custGeom>
              <a:grpFill/>
              <a:ln w="12700" cap="rnd">
                <a:solidFill>
                  <a:schemeClr val="tx2"/>
                </a:solidFill>
                <a:prstDash val="solid"/>
              </a:ln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s-ES" sz="1400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124" name="Freeform 3">
                <a:extLst>
                  <a:ext uri="{FF2B5EF4-FFF2-40B4-BE49-F238E27FC236}">
                    <a16:creationId xmlns:a16="http://schemas.microsoft.com/office/drawing/2014/main" id="{49B7CA5E-8837-F619-E17D-0ECCA5C68564}"/>
                  </a:ext>
                </a:extLst>
              </p:cNvPr>
              <p:cNvSpPr/>
              <p:nvPr/>
            </p:nvSpPr>
            <p:spPr>
              <a:xfrm>
                <a:off x="4740225" y="3531995"/>
                <a:ext cx="0" cy="94069"/>
              </a:xfrm>
              <a:custGeom>
                <a:avLst/>
                <a:gdLst>
                  <a:gd name="connsiteX0" fmla="*/ 0 w 0"/>
                  <a:gd name="connsiteY0" fmla="*/ 94069 h 94069"/>
                  <a:gd name="connsiteX1" fmla="*/ 0 w 0"/>
                  <a:gd name="connsiteY1" fmla="*/ 0 h 94069"/>
                </a:gdLst>
                <a:ahLst/>
                <a:cxnLst>
                  <a:cxn ang="0">
                    <a:pos x="connsiteX0" y="connsiteY0"/>
                  </a:cxn>
                  <a:cxn ang="1">
                    <a:pos x="connsiteX1" y="connsiteY1"/>
                  </a:cxn>
                </a:cxnLst>
                <a:rect l="l" t="t" r="r" b="b"/>
                <a:pathLst>
                  <a:path h="94069">
                    <a:moveTo>
                      <a:pt x="0" y="94069"/>
                    </a:moveTo>
                    <a:lnTo>
                      <a:pt x="0" y="0"/>
                    </a:lnTo>
                  </a:path>
                </a:pathLst>
              </a:custGeom>
              <a:grpFill/>
              <a:ln w="12700" cap="rnd">
                <a:solidFill>
                  <a:schemeClr val="tx2"/>
                </a:solidFill>
                <a:prstDash val="solid"/>
              </a:ln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s-ES" sz="1400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125" name="Freeform 3">
                <a:extLst>
                  <a:ext uri="{FF2B5EF4-FFF2-40B4-BE49-F238E27FC236}">
                    <a16:creationId xmlns:a16="http://schemas.microsoft.com/office/drawing/2014/main" id="{D3D99E44-B440-8A83-7B7F-7E6A1DFD1F43}"/>
                  </a:ext>
                </a:extLst>
              </p:cNvPr>
              <p:cNvSpPr/>
              <p:nvPr/>
            </p:nvSpPr>
            <p:spPr>
              <a:xfrm>
                <a:off x="4696282" y="3444096"/>
                <a:ext cx="87897" cy="87897"/>
              </a:xfrm>
              <a:custGeom>
                <a:avLst/>
                <a:gdLst>
                  <a:gd name="connsiteX0" fmla="*/ 87897 w 87897"/>
                  <a:gd name="connsiteY0" fmla="*/ 43955 h 87897"/>
                  <a:gd name="connsiteX1" fmla="*/ 43942 w 87897"/>
                  <a:gd name="connsiteY1" fmla="*/ 87897 h 87897"/>
                  <a:gd name="connsiteX2" fmla="*/ 0 w 87897"/>
                  <a:gd name="connsiteY2" fmla="*/ 43955 h 87897"/>
                  <a:gd name="connsiteX3" fmla="*/ 43942 w 87897"/>
                  <a:gd name="connsiteY3" fmla="*/ 0 h 87897"/>
                  <a:gd name="connsiteX4" fmla="*/ 87897 w 87897"/>
                  <a:gd name="connsiteY4" fmla="*/ 43955 h 87897"/>
                </a:gdLst>
                <a:ahLst/>
                <a:cxnLst>
                  <a:cxn ang="0">
                    <a:pos x="connsiteX0" y="connsiteY0"/>
                  </a:cxn>
                  <a:cxn ang="1">
                    <a:pos x="connsiteX1" y="connsiteY1"/>
                  </a:cxn>
                  <a:cxn ang="2">
                    <a:pos x="connsiteX2" y="connsiteY2"/>
                  </a:cxn>
                  <a:cxn ang="3">
                    <a:pos x="connsiteX3" y="connsiteY3"/>
                  </a:cxn>
                  <a:cxn ang="4">
                    <a:pos x="connsiteX4" y="connsiteY4"/>
                  </a:cxn>
                </a:cxnLst>
                <a:rect l="l" t="t" r="r" b="b"/>
                <a:pathLst>
                  <a:path w="87897" h="87897">
                    <a:moveTo>
                      <a:pt x="87897" y="43955"/>
                    </a:moveTo>
                    <a:cubicBezTo>
                      <a:pt x="87897" y="68224"/>
                      <a:pt x="68212" y="87897"/>
                      <a:pt x="43942" y="87897"/>
                    </a:cubicBezTo>
                    <a:cubicBezTo>
                      <a:pt x="19672" y="87897"/>
                      <a:pt x="0" y="68224"/>
                      <a:pt x="0" y="43955"/>
                    </a:cubicBezTo>
                    <a:cubicBezTo>
                      <a:pt x="0" y="19685"/>
                      <a:pt x="19672" y="0"/>
                      <a:pt x="43942" y="0"/>
                    </a:cubicBezTo>
                    <a:cubicBezTo>
                      <a:pt x="68212" y="0"/>
                      <a:pt x="87897" y="19685"/>
                      <a:pt x="87897" y="43955"/>
                    </a:cubicBezTo>
                    <a:close/>
                  </a:path>
                </a:pathLst>
              </a:custGeom>
              <a:grpFill/>
              <a:ln w="12700" cap="flat">
                <a:solidFill>
                  <a:schemeClr val="tx2"/>
                </a:solidFill>
                <a:prstDash val="solid"/>
              </a:ln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s-ES" sz="1400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126" name="Freeform 3">
                <a:extLst>
                  <a:ext uri="{FF2B5EF4-FFF2-40B4-BE49-F238E27FC236}">
                    <a16:creationId xmlns:a16="http://schemas.microsoft.com/office/drawing/2014/main" id="{21F6A8AF-80EF-29D2-A6EF-01879829F47E}"/>
                  </a:ext>
                </a:extLst>
              </p:cNvPr>
              <p:cNvSpPr/>
              <p:nvPr/>
            </p:nvSpPr>
            <p:spPr>
              <a:xfrm>
                <a:off x="4566966" y="3632044"/>
                <a:ext cx="81458" cy="47028"/>
              </a:xfrm>
              <a:custGeom>
                <a:avLst/>
                <a:gdLst>
                  <a:gd name="connsiteX0" fmla="*/ 81458 w 81458"/>
                  <a:gd name="connsiteY0" fmla="*/ 47028 h 47028"/>
                  <a:gd name="connsiteX1" fmla="*/ 0 w 81458"/>
                  <a:gd name="connsiteY1" fmla="*/ 0 h 47028"/>
                </a:gdLst>
                <a:ahLst/>
                <a:cxnLst>
                  <a:cxn ang="0">
                    <a:pos x="connsiteX0" y="connsiteY0"/>
                  </a:cxn>
                  <a:cxn ang="1">
                    <a:pos x="connsiteX1" y="connsiteY1"/>
                  </a:cxn>
                </a:cxnLst>
                <a:rect l="l" t="t" r="r" b="b"/>
                <a:pathLst>
                  <a:path w="81458" h="47028">
                    <a:moveTo>
                      <a:pt x="81458" y="47028"/>
                    </a:moveTo>
                    <a:lnTo>
                      <a:pt x="0" y="0"/>
                    </a:lnTo>
                  </a:path>
                </a:pathLst>
              </a:custGeom>
              <a:grpFill/>
              <a:ln w="12700" cap="rnd">
                <a:solidFill>
                  <a:schemeClr val="tx2"/>
                </a:solidFill>
                <a:prstDash val="solid"/>
              </a:ln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s-ES" sz="1400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127" name="Freeform 3">
                <a:extLst>
                  <a:ext uri="{FF2B5EF4-FFF2-40B4-BE49-F238E27FC236}">
                    <a16:creationId xmlns:a16="http://schemas.microsoft.com/office/drawing/2014/main" id="{939BDFE7-3407-08CB-2B00-3E00C6A88BBE}"/>
                  </a:ext>
                </a:extLst>
              </p:cNvPr>
              <p:cNvSpPr/>
              <p:nvPr/>
            </p:nvSpPr>
            <p:spPr>
              <a:xfrm>
                <a:off x="4484947" y="3566109"/>
                <a:ext cx="87913" cy="87908"/>
              </a:xfrm>
              <a:custGeom>
                <a:avLst/>
                <a:gdLst>
                  <a:gd name="connsiteX0" fmla="*/ 65932 w 87913"/>
                  <a:gd name="connsiteY0" fmla="*/ 5893 h 87908"/>
                  <a:gd name="connsiteX1" fmla="*/ 82023 w 87913"/>
                  <a:gd name="connsiteY1" fmla="*/ 65939 h 87908"/>
                  <a:gd name="connsiteX2" fmla="*/ 21990 w 87913"/>
                  <a:gd name="connsiteY2" fmla="*/ 82017 h 87908"/>
                  <a:gd name="connsiteX3" fmla="*/ 5899 w 87913"/>
                  <a:gd name="connsiteY3" fmla="*/ 21984 h 87908"/>
                  <a:gd name="connsiteX4" fmla="*/ 65932 w 87913"/>
                  <a:gd name="connsiteY4" fmla="*/ 5893 h 87908"/>
                </a:gdLst>
                <a:ahLst/>
                <a:cxnLst>
                  <a:cxn ang="0">
                    <a:pos x="connsiteX0" y="connsiteY0"/>
                  </a:cxn>
                  <a:cxn ang="1">
                    <a:pos x="connsiteX1" y="connsiteY1"/>
                  </a:cxn>
                  <a:cxn ang="2">
                    <a:pos x="connsiteX2" y="connsiteY2"/>
                  </a:cxn>
                  <a:cxn ang="3">
                    <a:pos x="connsiteX3" y="connsiteY3"/>
                  </a:cxn>
                  <a:cxn ang="4">
                    <a:pos x="connsiteX4" y="connsiteY4"/>
                  </a:cxn>
                </a:cxnLst>
                <a:rect l="l" t="t" r="r" b="b"/>
                <a:pathLst>
                  <a:path w="87913" h="87908">
                    <a:moveTo>
                      <a:pt x="65932" y="5893"/>
                    </a:moveTo>
                    <a:cubicBezTo>
                      <a:pt x="86950" y="18034"/>
                      <a:pt x="94151" y="44908"/>
                      <a:pt x="82023" y="65939"/>
                    </a:cubicBezTo>
                    <a:cubicBezTo>
                      <a:pt x="69881" y="86945"/>
                      <a:pt x="42996" y="94145"/>
                      <a:pt x="21990" y="82017"/>
                    </a:cubicBezTo>
                    <a:cubicBezTo>
                      <a:pt x="959" y="69876"/>
                      <a:pt x="-6242" y="43003"/>
                      <a:pt x="5899" y="21984"/>
                    </a:cubicBezTo>
                    <a:cubicBezTo>
                      <a:pt x="18040" y="953"/>
                      <a:pt x="44913" y="-6235"/>
                      <a:pt x="65932" y="5893"/>
                    </a:cubicBezTo>
                    <a:close/>
                  </a:path>
                </a:pathLst>
              </a:custGeom>
              <a:grpFill/>
              <a:ln w="12700" cap="flat">
                <a:solidFill>
                  <a:schemeClr val="tx2"/>
                </a:solidFill>
                <a:prstDash val="solid"/>
              </a:ln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s-ES" sz="1400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128" name="Freeform 3">
                <a:extLst>
                  <a:ext uri="{FF2B5EF4-FFF2-40B4-BE49-F238E27FC236}">
                    <a16:creationId xmlns:a16="http://schemas.microsoft.com/office/drawing/2014/main" id="{264680D4-B063-602D-8ABC-26999B02AA12}"/>
                  </a:ext>
                </a:extLst>
              </p:cNvPr>
              <p:cNvSpPr/>
              <p:nvPr/>
            </p:nvSpPr>
            <p:spPr>
              <a:xfrm>
                <a:off x="4831903" y="3632044"/>
                <a:ext cx="81458" cy="47028"/>
              </a:xfrm>
              <a:custGeom>
                <a:avLst/>
                <a:gdLst>
                  <a:gd name="connsiteX0" fmla="*/ 0 w 81458"/>
                  <a:gd name="connsiteY0" fmla="*/ 47028 h 47028"/>
                  <a:gd name="connsiteX1" fmla="*/ 81458 w 81458"/>
                  <a:gd name="connsiteY1" fmla="*/ 0 h 47028"/>
                </a:gdLst>
                <a:ahLst/>
                <a:cxnLst>
                  <a:cxn ang="0">
                    <a:pos x="connsiteX0" y="connsiteY0"/>
                  </a:cxn>
                  <a:cxn ang="1">
                    <a:pos x="connsiteX1" y="connsiteY1"/>
                  </a:cxn>
                </a:cxnLst>
                <a:rect l="l" t="t" r="r" b="b"/>
                <a:pathLst>
                  <a:path w="81458" h="47028">
                    <a:moveTo>
                      <a:pt x="0" y="47028"/>
                    </a:moveTo>
                    <a:lnTo>
                      <a:pt x="81458" y="0"/>
                    </a:lnTo>
                  </a:path>
                </a:pathLst>
              </a:custGeom>
              <a:grpFill/>
              <a:ln w="12700" cap="rnd">
                <a:solidFill>
                  <a:schemeClr val="tx2"/>
                </a:solidFill>
                <a:prstDash val="solid"/>
              </a:ln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s-ES" sz="1400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129" name="Freeform 3">
                <a:extLst>
                  <a:ext uri="{FF2B5EF4-FFF2-40B4-BE49-F238E27FC236}">
                    <a16:creationId xmlns:a16="http://schemas.microsoft.com/office/drawing/2014/main" id="{4307A2EE-864A-FA92-BD30-B1B9BAC6CF9D}"/>
                  </a:ext>
                </a:extLst>
              </p:cNvPr>
              <p:cNvSpPr/>
              <p:nvPr/>
            </p:nvSpPr>
            <p:spPr>
              <a:xfrm>
                <a:off x="4907467" y="3566109"/>
                <a:ext cx="87917" cy="87908"/>
              </a:xfrm>
              <a:custGeom>
                <a:avLst/>
                <a:gdLst>
                  <a:gd name="connsiteX0" fmla="*/ 21981 w 87917"/>
                  <a:gd name="connsiteY0" fmla="*/ 5893 h 87908"/>
                  <a:gd name="connsiteX1" fmla="*/ 5890 w 87917"/>
                  <a:gd name="connsiteY1" fmla="*/ 65939 h 87908"/>
                  <a:gd name="connsiteX2" fmla="*/ 65936 w 87917"/>
                  <a:gd name="connsiteY2" fmla="*/ 82017 h 87908"/>
                  <a:gd name="connsiteX3" fmla="*/ 82027 w 87917"/>
                  <a:gd name="connsiteY3" fmla="*/ 21984 h 87908"/>
                  <a:gd name="connsiteX4" fmla="*/ 21981 w 87917"/>
                  <a:gd name="connsiteY4" fmla="*/ 5893 h 87908"/>
                </a:gdLst>
                <a:ahLst/>
                <a:cxnLst>
                  <a:cxn ang="0">
                    <a:pos x="connsiteX0" y="connsiteY0"/>
                  </a:cxn>
                  <a:cxn ang="1">
                    <a:pos x="connsiteX1" y="connsiteY1"/>
                  </a:cxn>
                  <a:cxn ang="2">
                    <a:pos x="connsiteX2" y="connsiteY2"/>
                  </a:cxn>
                  <a:cxn ang="3">
                    <a:pos x="connsiteX3" y="connsiteY3"/>
                  </a:cxn>
                  <a:cxn ang="4">
                    <a:pos x="connsiteX4" y="connsiteY4"/>
                  </a:cxn>
                </a:cxnLst>
                <a:rect l="l" t="t" r="r" b="b"/>
                <a:pathLst>
                  <a:path w="87917" h="87908">
                    <a:moveTo>
                      <a:pt x="21981" y="5893"/>
                    </a:moveTo>
                    <a:cubicBezTo>
                      <a:pt x="963" y="18034"/>
                      <a:pt x="-6238" y="44908"/>
                      <a:pt x="5890" y="65939"/>
                    </a:cubicBezTo>
                    <a:cubicBezTo>
                      <a:pt x="18032" y="86945"/>
                      <a:pt x="44918" y="94145"/>
                      <a:pt x="65936" y="82017"/>
                    </a:cubicBezTo>
                    <a:cubicBezTo>
                      <a:pt x="86955" y="69876"/>
                      <a:pt x="94155" y="43003"/>
                      <a:pt x="82027" y="21984"/>
                    </a:cubicBezTo>
                    <a:cubicBezTo>
                      <a:pt x="69873" y="953"/>
                      <a:pt x="43000" y="-6235"/>
                      <a:pt x="21981" y="5893"/>
                    </a:cubicBezTo>
                    <a:close/>
                  </a:path>
                </a:pathLst>
              </a:custGeom>
              <a:grpFill/>
              <a:ln w="12700" cap="flat">
                <a:solidFill>
                  <a:schemeClr val="tx2"/>
                </a:solidFill>
                <a:prstDash val="solid"/>
              </a:ln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s-ES" sz="1400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130" name="Freeform 3">
                <a:extLst>
                  <a:ext uri="{FF2B5EF4-FFF2-40B4-BE49-F238E27FC236}">
                    <a16:creationId xmlns:a16="http://schemas.microsoft.com/office/drawing/2014/main" id="{1649DDF6-010A-F745-EB84-7F39AA7DF3AA}"/>
                  </a:ext>
                </a:extLst>
              </p:cNvPr>
              <p:cNvSpPr/>
              <p:nvPr/>
            </p:nvSpPr>
            <p:spPr>
              <a:xfrm>
                <a:off x="4566966" y="3787592"/>
                <a:ext cx="81458" cy="47028"/>
              </a:xfrm>
              <a:custGeom>
                <a:avLst/>
                <a:gdLst>
                  <a:gd name="connsiteX0" fmla="*/ 81458 w 81458"/>
                  <a:gd name="connsiteY0" fmla="*/ 0 h 47028"/>
                  <a:gd name="connsiteX1" fmla="*/ 0 w 81458"/>
                  <a:gd name="connsiteY1" fmla="*/ 47028 h 47028"/>
                </a:gdLst>
                <a:ahLst/>
                <a:cxnLst>
                  <a:cxn ang="0">
                    <a:pos x="connsiteX0" y="connsiteY0"/>
                  </a:cxn>
                  <a:cxn ang="1">
                    <a:pos x="connsiteX1" y="connsiteY1"/>
                  </a:cxn>
                </a:cxnLst>
                <a:rect l="l" t="t" r="r" b="b"/>
                <a:pathLst>
                  <a:path w="81458" h="47028">
                    <a:moveTo>
                      <a:pt x="81458" y="0"/>
                    </a:moveTo>
                    <a:lnTo>
                      <a:pt x="0" y="47028"/>
                    </a:lnTo>
                  </a:path>
                </a:pathLst>
              </a:custGeom>
              <a:grpFill/>
              <a:ln w="12700" cap="rnd">
                <a:solidFill>
                  <a:schemeClr val="tx2"/>
                </a:solidFill>
                <a:prstDash val="solid"/>
              </a:ln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s-ES" sz="1400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131" name="Freeform 3">
                <a:extLst>
                  <a:ext uri="{FF2B5EF4-FFF2-40B4-BE49-F238E27FC236}">
                    <a16:creationId xmlns:a16="http://schemas.microsoft.com/office/drawing/2014/main" id="{C44D3336-90E8-5E1A-A1D5-6BE199BB2DB0}"/>
                  </a:ext>
                </a:extLst>
              </p:cNvPr>
              <p:cNvSpPr/>
              <p:nvPr/>
            </p:nvSpPr>
            <p:spPr>
              <a:xfrm>
                <a:off x="4484947" y="3812646"/>
                <a:ext cx="87913" cy="87908"/>
              </a:xfrm>
              <a:custGeom>
                <a:avLst/>
                <a:gdLst>
                  <a:gd name="connsiteX0" fmla="*/ 65932 w 87913"/>
                  <a:gd name="connsiteY0" fmla="*/ 82015 h 87908"/>
                  <a:gd name="connsiteX1" fmla="*/ 82023 w 87913"/>
                  <a:gd name="connsiteY1" fmla="*/ 21969 h 87908"/>
                  <a:gd name="connsiteX2" fmla="*/ 21990 w 87913"/>
                  <a:gd name="connsiteY2" fmla="*/ 5891 h 87908"/>
                  <a:gd name="connsiteX3" fmla="*/ 5899 w 87913"/>
                  <a:gd name="connsiteY3" fmla="*/ 65924 h 87908"/>
                  <a:gd name="connsiteX4" fmla="*/ 65932 w 87913"/>
                  <a:gd name="connsiteY4" fmla="*/ 82015 h 87908"/>
                </a:gdLst>
                <a:ahLst/>
                <a:cxnLst>
                  <a:cxn ang="0">
                    <a:pos x="connsiteX0" y="connsiteY0"/>
                  </a:cxn>
                  <a:cxn ang="1">
                    <a:pos x="connsiteX1" y="connsiteY1"/>
                  </a:cxn>
                  <a:cxn ang="2">
                    <a:pos x="connsiteX2" y="connsiteY2"/>
                  </a:cxn>
                  <a:cxn ang="3">
                    <a:pos x="connsiteX3" y="connsiteY3"/>
                  </a:cxn>
                  <a:cxn ang="4">
                    <a:pos x="connsiteX4" y="connsiteY4"/>
                  </a:cxn>
                </a:cxnLst>
                <a:rect l="l" t="t" r="r" b="b"/>
                <a:pathLst>
                  <a:path w="87913" h="87908">
                    <a:moveTo>
                      <a:pt x="65932" y="82015"/>
                    </a:moveTo>
                    <a:cubicBezTo>
                      <a:pt x="86950" y="69873"/>
                      <a:pt x="94151" y="43000"/>
                      <a:pt x="82023" y="21969"/>
                    </a:cubicBezTo>
                    <a:cubicBezTo>
                      <a:pt x="69881" y="963"/>
                      <a:pt x="42996" y="-6238"/>
                      <a:pt x="21990" y="5891"/>
                    </a:cubicBezTo>
                    <a:cubicBezTo>
                      <a:pt x="959" y="18032"/>
                      <a:pt x="-6242" y="44905"/>
                      <a:pt x="5899" y="65924"/>
                    </a:cubicBezTo>
                    <a:cubicBezTo>
                      <a:pt x="18040" y="86955"/>
                      <a:pt x="44913" y="94143"/>
                      <a:pt x="65932" y="82015"/>
                    </a:cubicBezTo>
                    <a:close/>
                  </a:path>
                </a:pathLst>
              </a:custGeom>
              <a:grpFill/>
              <a:ln w="12700" cap="flat">
                <a:solidFill>
                  <a:schemeClr val="tx2"/>
                </a:solidFill>
                <a:prstDash val="solid"/>
              </a:ln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s-ES" sz="1400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132" name="Freeform 3">
                <a:extLst>
                  <a:ext uri="{FF2B5EF4-FFF2-40B4-BE49-F238E27FC236}">
                    <a16:creationId xmlns:a16="http://schemas.microsoft.com/office/drawing/2014/main" id="{F5857E49-9402-CFA4-07E1-656452A8C671}"/>
                  </a:ext>
                </a:extLst>
              </p:cNvPr>
              <p:cNvSpPr/>
              <p:nvPr/>
            </p:nvSpPr>
            <p:spPr>
              <a:xfrm>
                <a:off x="4831903" y="3787592"/>
                <a:ext cx="81458" cy="47028"/>
              </a:xfrm>
              <a:custGeom>
                <a:avLst/>
                <a:gdLst>
                  <a:gd name="connsiteX0" fmla="*/ 0 w 81458"/>
                  <a:gd name="connsiteY0" fmla="*/ 0 h 47028"/>
                  <a:gd name="connsiteX1" fmla="*/ 81458 w 81458"/>
                  <a:gd name="connsiteY1" fmla="*/ 47028 h 47028"/>
                </a:gdLst>
                <a:ahLst/>
                <a:cxnLst>
                  <a:cxn ang="0">
                    <a:pos x="connsiteX0" y="connsiteY0"/>
                  </a:cxn>
                  <a:cxn ang="1">
                    <a:pos x="connsiteX1" y="connsiteY1"/>
                  </a:cxn>
                </a:cxnLst>
                <a:rect l="l" t="t" r="r" b="b"/>
                <a:pathLst>
                  <a:path w="81458" h="47028">
                    <a:moveTo>
                      <a:pt x="0" y="0"/>
                    </a:moveTo>
                    <a:lnTo>
                      <a:pt x="81458" y="47028"/>
                    </a:lnTo>
                  </a:path>
                </a:pathLst>
              </a:custGeom>
              <a:grpFill/>
              <a:ln w="12700" cap="rnd">
                <a:solidFill>
                  <a:schemeClr val="tx2"/>
                </a:solidFill>
                <a:prstDash val="solid"/>
              </a:ln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s-ES" sz="1400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133" name="Freeform 3">
                <a:extLst>
                  <a:ext uri="{FF2B5EF4-FFF2-40B4-BE49-F238E27FC236}">
                    <a16:creationId xmlns:a16="http://schemas.microsoft.com/office/drawing/2014/main" id="{D8304BCE-BE4B-B4FC-207D-2174D1E781E1}"/>
                  </a:ext>
                </a:extLst>
              </p:cNvPr>
              <p:cNvSpPr/>
              <p:nvPr/>
            </p:nvSpPr>
            <p:spPr>
              <a:xfrm>
                <a:off x="4907467" y="3812646"/>
                <a:ext cx="87917" cy="87908"/>
              </a:xfrm>
              <a:custGeom>
                <a:avLst/>
                <a:gdLst>
                  <a:gd name="connsiteX0" fmla="*/ 21981 w 87917"/>
                  <a:gd name="connsiteY0" fmla="*/ 82015 h 87908"/>
                  <a:gd name="connsiteX1" fmla="*/ 5890 w 87917"/>
                  <a:gd name="connsiteY1" fmla="*/ 21969 h 87908"/>
                  <a:gd name="connsiteX2" fmla="*/ 65936 w 87917"/>
                  <a:gd name="connsiteY2" fmla="*/ 5891 h 87908"/>
                  <a:gd name="connsiteX3" fmla="*/ 82027 w 87917"/>
                  <a:gd name="connsiteY3" fmla="*/ 65924 h 87908"/>
                  <a:gd name="connsiteX4" fmla="*/ 21981 w 87917"/>
                  <a:gd name="connsiteY4" fmla="*/ 82015 h 87908"/>
                </a:gdLst>
                <a:ahLst/>
                <a:cxnLst>
                  <a:cxn ang="0">
                    <a:pos x="connsiteX0" y="connsiteY0"/>
                  </a:cxn>
                  <a:cxn ang="1">
                    <a:pos x="connsiteX1" y="connsiteY1"/>
                  </a:cxn>
                  <a:cxn ang="2">
                    <a:pos x="connsiteX2" y="connsiteY2"/>
                  </a:cxn>
                  <a:cxn ang="3">
                    <a:pos x="connsiteX3" y="connsiteY3"/>
                  </a:cxn>
                  <a:cxn ang="4">
                    <a:pos x="connsiteX4" y="connsiteY4"/>
                  </a:cxn>
                </a:cxnLst>
                <a:rect l="l" t="t" r="r" b="b"/>
                <a:pathLst>
                  <a:path w="87917" h="87908">
                    <a:moveTo>
                      <a:pt x="21981" y="82015"/>
                    </a:moveTo>
                    <a:cubicBezTo>
                      <a:pt x="963" y="69873"/>
                      <a:pt x="-6238" y="43000"/>
                      <a:pt x="5890" y="21969"/>
                    </a:cubicBezTo>
                    <a:cubicBezTo>
                      <a:pt x="18032" y="963"/>
                      <a:pt x="44918" y="-6238"/>
                      <a:pt x="65936" y="5891"/>
                    </a:cubicBezTo>
                    <a:cubicBezTo>
                      <a:pt x="86955" y="18032"/>
                      <a:pt x="94155" y="44905"/>
                      <a:pt x="82027" y="65924"/>
                    </a:cubicBezTo>
                    <a:cubicBezTo>
                      <a:pt x="69873" y="86955"/>
                      <a:pt x="43000" y="94143"/>
                      <a:pt x="21981" y="82015"/>
                    </a:cubicBezTo>
                    <a:close/>
                  </a:path>
                </a:pathLst>
              </a:custGeom>
              <a:grpFill/>
              <a:ln w="12700" cap="flat">
                <a:solidFill>
                  <a:schemeClr val="tx2"/>
                </a:solidFill>
                <a:prstDash val="solid"/>
              </a:ln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s-ES" sz="1400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134" name="Freeform 3">
                <a:extLst>
                  <a:ext uri="{FF2B5EF4-FFF2-40B4-BE49-F238E27FC236}">
                    <a16:creationId xmlns:a16="http://schemas.microsoft.com/office/drawing/2014/main" id="{46E51891-F251-62EF-A9E8-88BDDDF8AFDC}"/>
                  </a:ext>
                </a:extLst>
              </p:cNvPr>
              <p:cNvSpPr/>
              <p:nvPr/>
            </p:nvSpPr>
            <p:spPr>
              <a:xfrm>
                <a:off x="4696282" y="3932140"/>
                <a:ext cx="87897" cy="87897"/>
              </a:xfrm>
              <a:custGeom>
                <a:avLst/>
                <a:gdLst>
                  <a:gd name="connsiteX0" fmla="*/ 87897 w 87897"/>
                  <a:gd name="connsiteY0" fmla="*/ 43955 h 87897"/>
                  <a:gd name="connsiteX1" fmla="*/ 43942 w 87897"/>
                  <a:gd name="connsiteY1" fmla="*/ 87897 h 87897"/>
                  <a:gd name="connsiteX2" fmla="*/ 0 w 87897"/>
                  <a:gd name="connsiteY2" fmla="*/ 43955 h 87897"/>
                  <a:gd name="connsiteX3" fmla="*/ 43942 w 87897"/>
                  <a:gd name="connsiteY3" fmla="*/ 0 h 87897"/>
                  <a:gd name="connsiteX4" fmla="*/ 87897 w 87897"/>
                  <a:gd name="connsiteY4" fmla="*/ 43955 h 87897"/>
                </a:gdLst>
                <a:ahLst/>
                <a:cxnLst>
                  <a:cxn ang="0">
                    <a:pos x="connsiteX0" y="connsiteY0"/>
                  </a:cxn>
                  <a:cxn ang="1">
                    <a:pos x="connsiteX1" y="connsiteY1"/>
                  </a:cxn>
                  <a:cxn ang="2">
                    <a:pos x="connsiteX2" y="connsiteY2"/>
                  </a:cxn>
                  <a:cxn ang="3">
                    <a:pos x="connsiteX3" y="connsiteY3"/>
                  </a:cxn>
                  <a:cxn ang="4">
                    <a:pos x="connsiteX4" y="connsiteY4"/>
                  </a:cxn>
                </a:cxnLst>
                <a:rect l="l" t="t" r="r" b="b"/>
                <a:pathLst>
                  <a:path w="87897" h="87897">
                    <a:moveTo>
                      <a:pt x="87897" y="43955"/>
                    </a:moveTo>
                    <a:cubicBezTo>
                      <a:pt x="87897" y="68224"/>
                      <a:pt x="68212" y="87897"/>
                      <a:pt x="43942" y="87897"/>
                    </a:cubicBezTo>
                    <a:cubicBezTo>
                      <a:pt x="19672" y="87897"/>
                      <a:pt x="0" y="68224"/>
                      <a:pt x="0" y="43955"/>
                    </a:cubicBezTo>
                    <a:cubicBezTo>
                      <a:pt x="0" y="19685"/>
                      <a:pt x="19672" y="0"/>
                      <a:pt x="43942" y="0"/>
                    </a:cubicBezTo>
                    <a:cubicBezTo>
                      <a:pt x="68212" y="0"/>
                      <a:pt x="87897" y="19685"/>
                      <a:pt x="87897" y="43955"/>
                    </a:cubicBezTo>
                    <a:close/>
                  </a:path>
                </a:pathLst>
              </a:custGeom>
              <a:grpFill/>
              <a:ln w="12700" cap="flat">
                <a:solidFill>
                  <a:schemeClr val="tx2"/>
                </a:solidFill>
                <a:prstDash val="solid"/>
              </a:ln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s-ES" sz="1400" dirty="0">
                  <a:solidFill>
                    <a:prstClr val="white"/>
                  </a:solidFill>
                </a:endParaRPr>
              </a:p>
            </p:txBody>
          </p:sp>
        </p:grpSp>
        <p:pic>
          <p:nvPicPr>
            <p:cNvPr id="135" name="Picture 42" descr="A picture containing graphical user interface&#10;&#10;Description automatically generated">
              <a:extLst>
                <a:ext uri="{FF2B5EF4-FFF2-40B4-BE49-F238E27FC236}">
                  <a16:creationId xmlns:a16="http://schemas.microsoft.com/office/drawing/2014/main" id="{E242FA57-62EE-9740-1440-6100E3F9A3E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8816" t="20152" r="4770" b="26923"/>
            <a:stretch/>
          </p:blipFill>
          <p:spPr>
            <a:xfrm>
              <a:off x="3250496" y="3034676"/>
              <a:ext cx="264239" cy="226989"/>
            </a:xfrm>
            <a:prstGeom prst="rect">
              <a:avLst/>
            </a:prstGeom>
          </p:spPr>
        </p:pic>
        <p:cxnSp>
          <p:nvCxnSpPr>
            <p:cNvPr id="136" name="Conector recto de flecha 93">
              <a:extLst>
                <a:ext uri="{FF2B5EF4-FFF2-40B4-BE49-F238E27FC236}">
                  <a16:creationId xmlns:a16="http://schemas.microsoft.com/office/drawing/2014/main" id="{BDE48013-AB49-4675-C91B-67ECC65AB51B}"/>
                </a:ext>
              </a:extLst>
            </p:cNvPr>
            <p:cNvCxnSpPr/>
            <p:nvPr/>
          </p:nvCxnSpPr>
          <p:spPr>
            <a:xfrm>
              <a:off x="2620329" y="3149974"/>
              <a:ext cx="504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Rectángulo: esquinas redondeadas 129">
              <a:extLst>
                <a:ext uri="{FF2B5EF4-FFF2-40B4-BE49-F238E27FC236}">
                  <a16:creationId xmlns:a16="http://schemas.microsoft.com/office/drawing/2014/main" id="{D5576495-A5A0-F9B1-AB7B-E83666299BB3}"/>
                </a:ext>
              </a:extLst>
            </p:cNvPr>
            <p:cNvSpPr/>
            <p:nvPr/>
          </p:nvSpPr>
          <p:spPr>
            <a:xfrm>
              <a:off x="1779211" y="2918060"/>
              <a:ext cx="841119" cy="463828"/>
            </a:xfrm>
            <a:prstGeom prst="roundRect">
              <a:avLst/>
            </a:prstGeom>
            <a:solidFill>
              <a:schemeClr val="bg1"/>
            </a:solidFill>
            <a:ln w="19050">
              <a:gradFill>
                <a:gsLst>
                  <a:gs pos="50000">
                    <a:schemeClr val="accent1"/>
                  </a:gs>
                  <a:gs pos="50000">
                    <a:srgbClr val="00B0F0"/>
                  </a:gs>
                </a:gsLst>
                <a:lin ang="0" scaled="0"/>
              </a:gra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s-ES" sz="1050" b="1" dirty="0" err="1">
                  <a:solidFill>
                    <a:prstClr val="black"/>
                  </a:solidFill>
                  <a:latin typeface="Santander Text" panose="020B0504020201020104"/>
                </a:rPr>
                <a:t>Engines</a:t>
              </a:r>
              <a:endParaRPr lang="es-ES" sz="1050" b="1" dirty="0">
                <a:solidFill>
                  <a:prstClr val="black"/>
                </a:solidFill>
                <a:latin typeface="Santander Text" panose="020B0504020201020104"/>
              </a:endParaRPr>
            </a:p>
          </p:txBody>
        </p:sp>
        <p:grpSp>
          <p:nvGrpSpPr>
            <p:cNvPr id="138" name="Group 377">
              <a:extLst>
                <a:ext uri="{FF2B5EF4-FFF2-40B4-BE49-F238E27FC236}">
                  <a16:creationId xmlns:a16="http://schemas.microsoft.com/office/drawing/2014/main" id="{D1103B13-4681-12C9-8B2E-4EAB73CC87F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817405" y="2950485"/>
              <a:ext cx="180141" cy="179105"/>
              <a:chOff x="2015457" y="3247263"/>
              <a:chExt cx="204693" cy="214313"/>
            </a:xfrm>
          </p:grpSpPr>
          <p:sp>
            <p:nvSpPr>
              <p:cNvPr id="139" name="Freeform: Shape 378">
                <a:extLst>
                  <a:ext uri="{FF2B5EF4-FFF2-40B4-BE49-F238E27FC236}">
                    <a16:creationId xmlns:a16="http://schemas.microsoft.com/office/drawing/2014/main" id="{DDDC0C50-EDFF-09FA-8608-3BAC6E54ECA3}"/>
                  </a:ext>
                </a:extLst>
              </p:cNvPr>
              <p:cNvSpPr/>
              <p:nvPr/>
            </p:nvSpPr>
            <p:spPr>
              <a:xfrm>
                <a:off x="2049641" y="3385376"/>
                <a:ext cx="38100" cy="38100"/>
              </a:xfrm>
              <a:custGeom>
                <a:avLst/>
                <a:gdLst>
                  <a:gd name="connsiteX0" fmla="*/ 21431 w 38100"/>
                  <a:gd name="connsiteY0" fmla="*/ 42862 h 38100"/>
                  <a:gd name="connsiteX1" fmla="*/ 42863 w 38100"/>
                  <a:gd name="connsiteY1" fmla="*/ 21431 h 38100"/>
                  <a:gd name="connsiteX2" fmla="*/ 21431 w 38100"/>
                  <a:gd name="connsiteY2" fmla="*/ 0 h 38100"/>
                  <a:gd name="connsiteX3" fmla="*/ 0 w 38100"/>
                  <a:gd name="connsiteY3" fmla="*/ 21431 h 38100"/>
                  <a:gd name="connsiteX4" fmla="*/ 21431 w 38100"/>
                  <a:gd name="connsiteY4" fmla="*/ 42862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21431" y="42862"/>
                    </a:moveTo>
                    <a:cubicBezTo>
                      <a:pt x="33242" y="42862"/>
                      <a:pt x="42863" y="33242"/>
                      <a:pt x="42863" y="21431"/>
                    </a:cubicBezTo>
                    <a:cubicBezTo>
                      <a:pt x="42863" y="9620"/>
                      <a:pt x="33242" y="0"/>
                      <a:pt x="21431" y="0"/>
                    </a:cubicBezTo>
                    <a:cubicBezTo>
                      <a:pt x="9620" y="0"/>
                      <a:pt x="0" y="9620"/>
                      <a:pt x="0" y="21431"/>
                    </a:cubicBezTo>
                    <a:cubicBezTo>
                      <a:pt x="0" y="33242"/>
                      <a:pt x="9620" y="42862"/>
                      <a:pt x="21431" y="42862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tx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es-ES" sz="14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40" name="Freeform: Shape 379">
                <a:extLst>
                  <a:ext uri="{FF2B5EF4-FFF2-40B4-BE49-F238E27FC236}">
                    <a16:creationId xmlns:a16="http://schemas.microsoft.com/office/drawing/2014/main" id="{A355DDBE-0078-102B-D61C-6A2E49A6705A}"/>
                  </a:ext>
                </a:extLst>
              </p:cNvPr>
              <p:cNvSpPr/>
              <p:nvPr/>
            </p:nvSpPr>
            <p:spPr>
              <a:xfrm>
                <a:off x="2015457" y="3347276"/>
                <a:ext cx="104775" cy="114300"/>
              </a:xfrm>
              <a:custGeom>
                <a:avLst/>
                <a:gdLst>
                  <a:gd name="connsiteX0" fmla="*/ 109051 w 104775"/>
                  <a:gd name="connsiteY0" fmla="*/ 76581 h 114300"/>
                  <a:gd name="connsiteX1" fmla="*/ 99430 w 104775"/>
                  <a:gd name="connsiteY1" fmla="*/ 71057 h 114300"/>
                  <a:gd name="connsiteX2" fmla="*/ 99430 w 104775"/>
                  <a:gd name="connsiteY2" fmla="*/ 48006 h 114300"/>
                  <a:gd name="connsiteX3" fmla="*/ 109051 w 104775"/>
                  <a:gd name="connsiteY3" fmla="*/ 42481 h 114300"/>
                  <a:gd name="connsiteX4" fmla="*/ 110765 w 104775"/>
                  <a:gd name="connsiteY4" fmla="*/ 36004 h 114300"/>
                  <a:gd name="connsiteX5" fmla="*/ 103621 w 104775"/>
                  <a:gd name="connsiteY5" fmla="*/ 23622 h 114300"/>
                  <a:gd name="connsiteX6" fmla="*/ 97144 w 104775"/>
                  <a:gd name="connsiteY6" fmla="*/ 21907 h 114300"/>
                  <a:gd name="connsiteX7" fmla="*/ 87524 w 104775"/>
                  <a:gd name="connsiteY7" fmla="*/ 27432 h 114300"/>
                  <a:gd name="connsiteX8" fmla="*/ 67617 w 104775"/>
                  <a:gd name="connsiteY8" fmla="*/ 15907 h 114300"/>
                  <a:gd name="connsiteX9" fmla="*/ 67617 w 104775"/>
                  <a:gd name="connsiteY9" fmla="*/ 4763 h 114300"/>
                  <a:gd name="connsiteX10" fmla="*/ 62854 w 104775"/>
                  <a:gd name="connsiteY10" fmla="*/ 0 h 114300"/>
                  <a:gd name="connsiteX11" fmla="*/ 48567 w 104775"/>
                  <a:gd name="connsiteY11" fmla="*/ 0 h 114300"/>
                  <a:gd name="connsiteX12" fmla="*/ 43804 w 104775"/>
                  <a:gd name="connsiteY12" fmla="*/ 4763 h 114300"/>
                  <a:gd name="connsiteX13" fmla="*/ 43804 w 104775"/>
                  <a:gd name="connsiteY13" fmla="*/ 15907 h 114300"/>
                  <a:gd name="connsiteX14" fmla="*/ 23897 w 104775"/>
                  <a:gd name="connsiteY14" fmla="*/ 27432 h 114300"/>
                  <a:gd name="connsiteX15" fmla="*/ 14277 w 104775"/>
                  <a:gd name="connsiteY15" fmla="*/ 21907 h 114300"/>
                  <a:gd name="connsiteX16" fmla="*/ 7800 w 104775"/>
                  <a:gd name="connsiteY16" fmla="*/ 23622 h 114300"/>
                  <a:gd name="connsiteX17" fmla="*/ 656 w 104775"/>
                  <a:gd name="connsiteY17" fmla="*/ 36004 h 114300"/>
                  <a:gd name="connsiteX18" fmla="*/ 2371 w 104775"/>
                  <a:gd name="connsiteY18" fmla="*/ 42481 h 114300"/>
                  <a:gd name="connsiteX19" fmla="*/ 11991 w 104775"/>
                  <a:gd name="connsiteY19" fmla="*/ 48006 h 114300"/>
                  <a:gd name="connsiteX20" fmla="*/ 11991 w 104775"/>
                  <a:gd name="connsiteY20" fmla="*/ 71057 h 114300"/>
                  <a:gd name="connsiteX21" fmla="*/ 2371 w 104775"/>
                  <a:gd name="connsiteY21" fmla="*/ 76581 h 114300"/>
                  <a:gd name="connsiteX22" fmla="*/ 656 w 104775"/>
                  <a:gd name="connsiteY22" fmla="*/ 83058 h 114300"/>
                  <a:gd name="connsiteX23" fmla="*/ 7800 w 104775"/>
                  <a:gd name="connsiteY23" fmla="*/ 95441 h 114300"/>
                  <a:gd name="connsiteX24" fmla="*/ 14277 w 104775"/>
                  <a:gd name="connsiteY24" fmla="*/ 97155 h 114300"/>
                  <a:gd name="connsiteX25" fmla="*/ 23897 w 104775"/>
                  <a:gd name="connsiteY25" fmla="*/ 91630 h 114300"/>
                  <a:gd name="connsiteX26" fmla="*/ 43804 w 104775"/>
                  <a:gd name="connsiteY26" fmla="*/ 103060 h 114300"/>
                  <a:gd name="connsiteX27" fmla="*/ 43804 w 104775"/>
                  <a:gd name="connsiteY27" fmla="*/ 114205 h 114300"/>
                  <a:gd name="connsiteX28" fmla="*/ 48567 w 104775"/>
                  <a:gd name="connsiteY28" fmla="*/ 118967 h 114300"/>
                  <a:gd name="connsiteX29" fmla="*/ 62854 w 104775"/>
                  <a:gd name="connsiteY29" fmla="*/ 118967 h 114300"/>
                  <a:gd name="connsiteX30" fmla="*/ 67617 w 104775"/>
                  <a:gd name="connsiteY30" fmla="*/ 114205 h 114300"/>
                  <a:gd name="connsiteX31" fmla="*/ 67617 w 104775"/>
                  <a:gd name="connsiteY31" fmla="*/ 103060 h 114300"/>
                  <a:gd name="connsiteX32" fmla="*/ 87524 w 104775"/>
                  <a:gd name="connsiteY32" fmla="*/ 91535 h 114300"/>
                  <a:gd name="connsiteX33" fmla="*/ 97144 w 104775"/>
                  <a:gd name="connsiteY33" fmla="*/ 97060 h 114300"/>
                  <a:gd name="connsiteX34" fmla="*/ 103621 w 104775"/>
                  <a:gd name="connsiteY34" fmla="*/ 95345 h 114300"/>
                  <a:gd name="connsiteX35" fmla="*/ 110765 w 104775"/>
                  <a:gd name="connsiteY35" fmla="*/ 82963 h 114300"/>
                  <a:gd name="connsiteX36" fmla="*/ 109051 w 104775"/>
                  <a:gd name="connsiteY36" fmla="*/ 76581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104775" h="114300">
                    <a:moveTo>
                      <a:pt x="109051" y="76581"/>
                    </a:moveTo>
                    <a:lnTo>
                      <a:pt x="99430" y="71057"/>
                    </a:lnTo>
                    <a:cubicBezTo>
                      <a:pt x="101431" y="63532"/>
                      <a:pt x="101431" y="55531"/>
                      <a:pt x="99430" y="48006"/>
                    </a:cubicBezTo>
                    <a:lnTo>
                      <a:pt x="109051" y="42481"/>
                    </a:lnTo>
                    <a:cubicBezTo>
                      <a:pt x="111337" y="41148"/>
                      <a:pt x="112099" y="38291"/>
                      <a:pt x="110765" y="36004"/>
                    </a:cubicBezTo>
                    <a:lnTo>
                      <a:pt x="103621" y="23622"/>
                    </a:lnTo>
                    <a:cubicBezTo>
                      <a:pt x="102288" y="21336"/>
                      <a:pt x="99430" y="20574"/>
                      <a:pt x="97144" y="21907"/>
                    </a:cubicBezTo>
                    <a:lnTo>
                      <a:pt x="87524" y="27432"/>
                    </a:lnTo>
                    <a:cubicBezTo>
                      <a:pt x="82000" y="21907"/>
                      <a:pt x="75142" y="18002"/>
                      <a:pt x="67617" y="15907"/>
                    </a:cubicBezTo>
                    <a:lnTo>
                      <a:pt x="67617" y="4763"/>
                    </a:lnTo>
                    <a:cubicBezTo>
                      <a:pt x="67617" y="2096"/>
                      <a:pt x="65521" y="0"/>
                      <a:pt x="62854" y="0"/>
                    </a:cubicBezTo>
                    <a:lnTo>
                      <a:pt x="48567" y="0"/>
                    </a:lnTo>
                    <a:cubicBezTo>
                      <a:pt x="45900" y="0"/>
                      <a:pt x="43804" y="2096"/>
                      <a:pt x="43804" y="4763"/>
                    </a:cubicBezTo>
                    <a:lnTo>
                      <a:pt x="43804" y="15907"/>
                    </a:lnTo>
                    <a:cubicBezTo>
                      <a:pt x="36280" y="18002"/>
                      <a:pt x="29422" y="21907"/>
                      <a:pt x="23897" y="27432"/>
                    </a:cubicBezTo>
                    <a:lnTo>
                      <a:pt x="14277" y="21907"/>
                    </a:lnTo>
                    <a:cubicBezTo>
                      <a:pt x="11991" y="20574"/>
                      <a:pt x="9038" y="21336"/>
                      <a:pt x="7800" y="23622"/>
                    </a:cubicBezTo>
                    <a:lnTo>
                      <a:pt x="656" y="36004"/>
                    </a:lnTo>
                    <a:cubicBezTo>
                      <a:pt x="-677" y="38291"/>
                      <a:pt x="85" y="41148"/>
                      <a:pt x="2371" y="42481"/>
                    </a:cubicBezTo>
                    <a:lnTo>
                      <a:pt x="11991" y="48006"/>
                    </a:lnTo>
                    <a:cubicBezTo>
                      <a:pt x="9991" y="55531"/>
                      <a:pt x="9991" y="63532"/>
                      <a:pt x="11991" y="71057"/>
                    </a:cubicBezTo>
                    <a:lnTo>
                      <a:pt x="2371" y="76581"/>
                    </a:lnTo>
                    <a:cubicBezTo>
                      <a:pt x="85" y="77914"/>
                      <a:pt x="-677" y="80772"/>
                      <a:pt x="656" y="83058"/>
                    </a:cubicBezTo>
                    <a:lnTo>
                      <a:pt x="7800" y="95441"/>
                    </a:lnTo>
                    <a:cubicBezTo>
                      <a:pt x="9133" y="97726"/>
                      <a:pt x="11991" y="98489"/>
                      <a:pt x="14277" y="97155"/>
                    </a:cubicBezTo>
                    <a:lnTo>
                      <a:pt x="23897" y="91630"/>
                    </a:lnTo>
                    <a:cubicBezTo>
                      <a:pt x="29422" y="97060"/>
                      <a:pt x="36280" y="101060"/>
                      <a:pt x="43804" y="103060"/>
                    </a:cubicBezTo>
                    <a:lnTo>
                      <a:pt x="43804" y="114205"/>
                    </a:lnTo>
                    <a:cubicBezTo>
                      <a:pt x="43804" y="116872"/>
                      <a:pt x="45900" y="118967"/>
                      <a:pt x="48567" y="118967"/>
                    </a:cubicBezTo>
                    <a:lnTo>
                      <a:pt x="62854" y="118967"/>
                    </a:lnTo>
                    <a:cubicBezTo>
                      <a:pt x="65521" y="118967"/>
                      <a:pt x="67617" y="116872"/>
                      <a:pt x="67617" y="114205"/>
                    </a:cubicBezTo>
                    <a:lnTo>
                      <a:pt x="67617" y="103060"/>
                    </a:lnTo>
                    <a:cubicBezTo>
                      <a:pt x="75142" y="100965"/>
                      <a:pt x="82000" y="97060"/>
                      <a:pt x="87524" y="91535"/>
                    </a:cubicBezTo>
                    <a:lnTo>
                      <a:pt x="97144" y="97060"/>
                    </a:lnTo>
                    <a:cubicBezTo>
                      <a:pt x="99430" y="98393"/>
                      <a:pt x="102288" y="97631"/>
                      <a:pt x="103621" y="95345"/>
                    </a:cubicBezTo>
                    <a:lnTo>
                      <a:pt x="110765" y="82963"/>
                    </a:lnTo>
                    <a:cubicBezTo>
                      <a:pt x="112099" y="80867"/>
                      <a:pt x="111241" y="77914"/>
                      <a:pt x="109051" y="76581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tx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es-ES" sz="14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41" name="Freeform: Shape 380">
                <a:extLst>
                  <a:ext uri="{FF2B5EF4-FFF2-40B4-BE49-F238E27FC236}">
                    <a16:creationId xmlns:a16="http://schemas.microsoft.com/office/drawing/2014/main" id="{CA78604C-1AF6-625C-8161-C500B641B295}"/>
                  </a:ext>
                </a:extLst>
              </p:cNvPr>
              <p:cNvSpPr/>
              <p:nvPr/>
            </p:nvSpPr>
            <p:spPr>
              <a:xfrm>
                <a:off x="2149654" y="3285363"/>
                <a:ext cx="38100" cy="38100"/>
              </a:xfrm>
              <a:custGeom>
                <a:avLst/>
                <a:gdLst>
                  <a:gd name="connsiteX0" fmla="*/ 21431 w 38100"/>
                  <a:gd name="connsiteY0" fmla="*/ 42863 h 38100"/>
                  <a:gd name="connsiteX1" fmla="*/ 42863 w 38100"/>
                  <a:gd name="connsiteY1" fmla="*/ 21431 h 38100"/>
                  <a:gd name="connsiteX2" fmla="*/ 21431 w 38100"/>
                  <a:gd name="connsiteY2" fmla="*/ 0 h 38100"/>
                  <a:gd name="connsiteX3" fmla="*/ 0 w 38100"/>
                  <a:gd name="connsiteY3" fmla="*/ 21431 h 38100"/>
                  <a:gd name="connsiteX4" fmla="*/ 21431 w 38100"/>
                  <a:gd name="connsiteY4" fmla="*/ 4286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21431" y="42863"/>
                    </a:moveTo>
                    <a:cubicBezTo>
                      <a:pt x="33242" y="42863"/>
                      <a:pt x="42863" y="33242"/>
                      <a:pt x="42863" y="21431"/>
                    </a:cubicBezTo>
                    <a:cubicBezTo>
                      <a:pt x="42863" y="9620"/>
                      <a:pt x="33242" y="0"/>
                      <a:pt x="21431" y="0"/>
                    </a:cubicBezTo>
                    <a:cubicBezTo>
                      <a:pt x="9620" y="0"/>
                      <a:pt x="0" y="9620"/>
                      <a:pt x="0" y="21431"/>
                    </a:cubicBezTo>
                    <a:cubicBezTo>
                      <a:pt x="0" y="33242"/>
                      <a:pt x="9620" y="42863"/>
                      <a:pt x="21431" y="42863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tx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es-ES" sz="14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42" name="Freeform: Shape 381">
                <a:extLst>
                  <a:ext uri="{FF2B5EF4-FFF2-40B4-BE49-F238E27FC236}">
                    <a16:creationId xmlns:a16="http://schemas.microsoft.com/office/drawing/2014/main" id="{C7B83055-F928-E77B-9D0D-CB05419D4F00}"/>
                  </a:ext>
                </a:extLst>
              </p:cNvPr>
              <p:cNvSpPr/>
              <p:nvPr/>
            </p:nvSpPr>
            <p:spPr>
              <a:xfrm>
                <a:off x="2115375" y="3247263"/>
                <a:ext cx="104775" cy="114300"/>
              </a:xfrm>
              <a:custGeom>
                <a:avLst/>
                <a:gdLst>
                  <a:gd name="connsiteX0" fmla="*/ 2371 w 104775"/>
                  <a:gd name="connsiteY0" fmla="*/ 42481 h 114300"/>
                  <a:gd name="connsiteX1" fmla="*/ 11991 w 104775"/>
                  <a:gd name="connsiteY1" fmla="*/ 48006 h 114300"/>
                  <a:gd name="connsiteX2" fmla="*/ 11991 w 104775"/>
                  <a:gd name="connsiteY2" fmla="*/ 71056 h 114300"/>
                  <a:gd name="connsiteX3" fmla="*/ 2371 w 104775"/>
                  <a:gd name="connsiteY3" fmla="*/ 76581 h 114300"/>
                  <a:gd name="connsiteX4" fmla="*/ 656 w 104775"/>
                  <a:gd name="connsiteY4" fmla="*/ 83058 h 114300"/>
                  <a:gd name="connsiteX5" fmla="*/ 7800 w 104775"/>
                  <a:gd name="connsiteY5" fmla="*/ 95441 h 114300"/>
                  <a:gd name="connsiteX6" fmla="*/ 14277 w 104775"/>
                  <a:gd name="connsiteY6" fmla="*/ 97155 h 114300"/>
                  <a:gd name="connsiteX7" fmla="*/ 23897 w 104775"/>
                  <a:gd name="connsiteY7" fmla="*/ 91630 h 114300"/>
                  <a:gd name="connsiteX8" fmla="*/ 43804 w 104775"/>
                  <a:gd name="connsiteY8" fmla="*/ 103156 h 114300"/>
                  <a:gd name="connsiteX9" fmla="*/ 43804 w 104775"/>
                  <a:gd name="connsiteY9" fmla="*/ 114300 h 114300"/>
                  <a:gd name="connsiteX10" fmla="*/ 48567 w 104775"/>
                  <a:gd name="connsiteY10" fmla="*/ 119063 h 114300"/>
                  <a:gd name="connsiteX11" fmla="*/ 62854 w 104775"/>
                  <a:gd name="connsiteY11" fmla="*/ 119063 h 114300"/>
                  <a:gd name="connsiteX12" fmla="*/ 67617 w 104775"/>
                  <a:gd name="connsiteY12" fmla="*/ 114300 h 114300"/>
                  <a:gd name="connsiteX13" fmla="*/ 67617 w 104775"/>
                  <a:gd name="connsiteY13" fmla="*/ 103156 h 114300"/>
                  <a:gd name="connsiteX14" fmla="*/ 87524 w 104775"/>
                  <a:gd name="connsiteY14" fmla="*/ 91630 h 114300"/>
                  <a:gd name="connsiteX15" fmla="*/ 97144 w 104775"/>
                  <a:gd name="connsiteY15" fmla="*/ 97155 h 114300"/>
                  <a:gd name="connsiteX16" fmla="*/ 103621 w 104775"/>
                  <a:gd name="connsiteY16" fmla="*/ 95441 h 114300"/>
                  <a:gd name="connsiteX17" fmla="*/ 110765 w 104775"/>
                  <a:gd name="connsiteY17" fmla="*/ 83058 h 114300"/>
                  <a:gd name="connsiteX18" fmla="*/ 109051 w 104775"/>
                  <a:gd name="connsiteY18" fmla="*/ 76581 h 114300"/>
                  <a:gd name="connsiteX19" fmla="*/ 99430 w 104775"/>
                  <a:gd name="connsiteY19" fmla="*/ 71056 h 114300"/>
                  <a:gd name="connsiteX20" fmla="*/ 99430 w 104775"/>
                  <a:gd name="connsiteY20" fmla="*/ 48006 h 114300"/>
                  <a:gd name="connsiteX21" fmla="*/ 109051 w 104775"/>
                  <a:gd name="connsiteY21" fmla="*/ 42481 h 114300"/>
                  <a:gd name="connsiteX22" fmla="*/ 110765 w 104775"/>
                  <a:gd name="connsiteY22" fmla="*/ 36004 h 114300"/>
                  <a:gd name="connsiteX23" fmla="*/ 103621 w 104775"/>
                  <a:gd name="connsiteY23" fmla="*/ 23622 h 114300"/>
                  <a:gd name="connsiteX24" fmla="*/ 97144 w 104775"/>
                  <a:gd name="connsiteY24" fmla="*/ 21907 h 114300"/>
                  <a:gd name="connsiteX25" fmla="*/ 87524 w 104775"/>
                  <a:gd name="connsiteY25" fmla="*/ 27432 h 114300"/>
                  <a:gd name="connsiteX26" fmla="*/ 67617 w 104775"/>
                  <a:gd name="connsiteY26" fmla="*/ 15907 h 114300"/>
                  <a:gd name="connsiteX27" fmla="*/ 67617 w 104775"/>
                  <a:gd name="connsiteY27" fmla="*/ 4763 h 114300"/>
                  <a:gd name="connsiteX28" fmla="*/ 62854 w 104775"/>
                  <a:gd name="connsiteY28" fmla="*/ 0 h 114300"/>
                  <a:gd name="connsiteX29" fmla="*/ 48567 w 104775"/>
                  <a:gd name="connsiteY29" fmla="*/ 0 h 114300"/>
                  <a:gd name="connsiteX30" fmla="*/ 43804 w 104775"/>
                  <a:gd name="connsiteY30" fmla="*/ 4763 h 114300"/>
                  <a:gd name="connsiteX31" fmla="*/ 43804 w 104775"/>
                  <a:gd name="connsiteY31" fmla="*/ 15907 h 114300"/>
                  <a:gd name="connsiteX32" fmla="*/ 23897 w 104775"/>
                  <a:gd name="connsiteY32" fmla="*/ 27432 h 114300"/>
                  <a:gd name="connsiteX33" fmla="*/ 14277 w 104775"/>
                  <a:gd name="connsiteY33" fmla="*/ 21907 h 114300"/>
                  <a:gd name="connsiteX34" fmla="*/ 7800 w 104775"/>
                  <a:gd name="connsiteY34" fmla="*/ 23622 h 114300"/>
                  <a:gd name="connsiteX35" fmla="*/ 656 w 104775"/>
                  <a:gd name="connsiteY35" fmla="*/ 36004 h 114300"/>
                  <a:gd name="connsiteX36" fmla="*/ 2371 w 104775"/>
                  <a:gd name="connsiteY36" fmla="*/ 42481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104775" h="114300">
                    <a:moveTo>
                      <a:pt x="2371" y="42481"/>
                    </a:moveTo>
                    <a:lnTo>
                      <a:pt x="11991" y="48006"/>
                    </a:lnTo>
                    <a:cubicBezTo>
                      <a:pt x="9991" y="55531"/>
                      <a:pt x="9991" y="63532"/>
                      <a:pt x="11991" y="71056"/>
                    </a:cubicBezTo>
                    <a:lnTo>
                      <a:pt x="2371" y="76581"/>
                    </a:lnTo>
                    <a:cubicBezTo>
                      <a:pt x="85" y="77915"/>
                      <a:pt x="-677" y="80772"/>
                      <a:pt x="656" y="83058"/>
                    </a:cubicBezTo>
                    <a:lnTo>
                      <a:pt x="7800" y="95441"/>
                    </a:lnTo>
                    <a:cubicBezTo>
                      <a:pt x="9133" y="97726"/>
                      <a:pt x="11991" y="98489"/>
                      <a:pt x="14277" y="97155"/>
                    </a:cubicBezTo>
                    <a:lnTo>
                      <a:pt x="23897" y="91630"/>
                    </a:lnTo>
                    <a:cubicBezTo>
                      <a:pt x="29422" y="97155"/>
                      <a:pt x="36280" y="101060"/>
                      <a:pt x="43804" y="103156"/>
                    </a:cubicBezTo>
                    <a:lnTo>
                      <a:pt x="43804" y="114300"/>
                    </a:lnTo>
                    <a:cubicBezTo>
                      <a:pt x="43804" y="116967"/>
                      <a:pt x="45900" y="119063"/>
                      <a:pt x="48567" y="119063"/>
                    </a:cubicBezTo>
                    <a:lnTo>
                      <a:pt x="62854" y="119063"/>
                    </a:lnTo>
                    <a:cubicBezTo>
                      <a:pt x="65521" y="119063"/>
                      <a:pt x="67617" y="116967"/>
                      <a:pt x="67617" y="114300"/>
                    </a:cubicBezTo>
                    <a:lnTo>
                      <a:pt x="67617" y="103156"/>
                    </a:lnTo>
                    <a:cubicBezTo>
                      <a:pt x="75142" y="101060"/>
                      <a:pt x="82000" y="97155"/>
                      <a:pt x="87524" y="91630"/>
                    </a:cubicBezTo>
                    <a:lnTo>
                      <a:pt x="97144" y="97155"/>
                    </a:lnTo>
                    <a:cubicBezTo>
                      <a:pt x="99430" y="98489"/>
                      <a:pt x="102288" y="97726"/>
                      <a:pt x="103621" y="95441"/>
                    </a:cubicBezTo>
                    <a:lnTo>
                      <a:pt x="110765" y="83058"/>
                    </a:lnTo>
                    <a:cubicBezTo>
                      <a:pt x="112099" y="80772"/>
                      <a:pt x="111337" y="77915"/>
                      <a:pt x="109051" y="76581"/>
                    </a:cubicBezTo>
                    <a:lnTo>
                      <a:pt x="99430" y="71056"/>
                    </a:lnTo>
                    <a:cubicBezTo>
                      <a:pt x="101431" y="63532"/>
                      <a:pt x="101431" y="55531"/>
                      <a:pt x="99430" y="48006"/>
                    </a:cubicBezTo>
                    <a:lnTo>
                      <a:pt x="109051" y="42481"/>
                    </a:lnTo>
                    <a:cubicBezTo>
                      <a:pt x="111337" y="41148"/>
                      <a:pt x="112099" y="38291"/>
                      <a:pt x="110765" y="36004"/>
                    </a:cubicBezTo>
                    <a:lnTo>
                      <a:pt x="103621" y="23622"/>
                    </a:lnTo>
                    <a:cubicBezTo>
                      <a:pt x="102288" y="21336"/>
                      <a:pt x="99430" y="20574"/>
                      <a:pt x="97144" y="21907"/>
                    </a:cubicBezTo>
                    <a:lnTo>
                      <a:pt x="87524" y="27432"/>
                    </a:lnTo>
                    <a:cubicBezTo>
                      <a:pt x="82000" y="21907"/>
                      <a:pt x="75142" y="18002"/>
                      <a:pt x="67617" y="15907"/>
                    </a:cubicBezTo>
                    <a:lnTo>
                      <a:pt x="67617" y="4763"/>
                    </a:lnTo>
                    <a:cubicBezTo>
                      <a:pt x="67617" y="2096"/>
                      <a:pt x="65521" y="0"/>
                      <a:pt x="62854" y="0"/>
                    </a:cubicBezTo>
                    <a:lnTo>
                      <a:pt x="48567" y="0"/>
                    </a:lnTo>
                    <a:cubicBezTo>
                      <a:pt x="45900" y="0"/>
                      <a:pt x="43804" y="2096"/>
                      <a:pt x="43804" y="4763"/>
                    </a:cubicBezTo>
                    <a:lnTo>
                      <a:pt x="43804" y="15907"/>
                    </a:lnTo>
                    <a:cubicBezTo>
                      <a:pt x="36280" y="18002"/>
                      <a:pt x="29422" y="21907"/>
                      <a:pt x="23897" y="27432"/>
                    </a:cubicBezTo>
                    <a:lnTo>
                      <a:pt x="14277" y="21907"/>
                    </a:lnTo>
                    <a:cubicBezTo>
                      <a:pt x="11991" y="20574"/>
                      <a:pt x="9133" y="21336"/>
                      <a:pt x="7800" y="23622"/>
                    </a:cubicBezTo>
                    <a:lnTo>
                      <a:pt x="656" y="36004"/>
                    </a:lnTo>
                    <a:cubicBezTo>
                      <a:pt x="-677" y="38195"/>
                      <a:pt x="85" y="41148"/>
                      <a:pt x="2371" y="42481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tx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es-ES" sz="1400" dirty="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143" name="Rectángulo: esquinas redondeadas 129">
              <a:extLst>
                <a:ext uri="{FF2B5EF4-FFF2-40B4-BE49-F238E27FC236}">
                  <a16:creationId xmlns:a16="http://schemas.microsoft.com/office/drawing/2014/main" id="{85D02666-EE26-AB98-D91E-13956A1BC557}"/>
                </a:ext>
              </a:extLst>
            </p:cNvPr>
            <p:cNvSpPr/>
            <p:nvPr/>
          </p:nvSpPr>
          <p:spPr>
            <a:xfrm>
              <a:off x="1779211" y="3628560"/>
              <a:ext cx="846236" cy="46382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s-ES" sz="1050" b="1" dirty="0">
                  <a:solidFill>
                    <a:prstClr val="black"/>
                  </a:solidFill>
                  <a:latin typeface="Santander Text" panose="020B0504020201020104"/>
                </a:rPr>
                <a:t>PIF</a:t>
              </a:r>
            </a:p>
          </p:txBody>
        </p:sp>
        <p:cxnSp>
          <p:nvCxnSpPr>
            <p:cNvPr id="144" name="Conector recto de flecha 104">
              <a:extLst>
                <a:ext uri="{FF2B5EF4-FFF2-40B4-BE49-F238E27FC236}">
                  <a16:creationId xmlns:a16="http://schemas.microsoft.com/office/drawing/2014/main" id="{10FD874D-724D-E487-115D-119BA73B5831}"/>
                </a:ext>
              </a:extLst>
            </p:cNvPr>
            <p:cNvCxnSpPr/>
            <p:nvPr/>
          </p:nvCxnSpPr>
          <p:spPr>
            <a:xfrm>
              <a:off x="2620329" y="3860474"/>
              <a:ext cx="504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5" name="Imagen 9">
              <a:extLst>
                <a:ext uri="{FF2B5EF4-FFF2-40B4-BE49-F238E27FC236}">
                  <a16:creationId xmlns:a16="http://schemas.microsoft.com/office/drawing/2014/main" id="{591F0FA9-2570-8A01-FFDE-8BB518491C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779210" y="3645519"/>
              <a:ext cx="187897" cy="187897"/>
            </a:xfrm>
            <a:prstGeom prst="rect">
              <a:avLst/>
            </a:prstGeom>
          </p:spPr>
        </p:pic>
        <p:sp>
          <p:nvSpPr>
            <p:cNvPr id="146" name="Rectángulo: esquinas redondeadas 129">
              <a:extLst>
                <a:ext uri="{FF2B5EF4-FFF2-40B4-BE49-F238E27FC236}">
                  <a16:creationId xmlns:a16="http://schemas.microsoft.com/office/drawing/2014/main" id="{86A6E701-0724-497B-2CFC-5546A6F60663}"/>
                </a:ext>
              </a:extLst>
            </p:cNvPr>
            <p:cNvSpPr/>
            <p:nvPr/>
          </p:nvSpPr>
          <p:spPr>
            <a:xfrm>
              <a:off x="1779210" y="4339060"/>
              <a:ext cx="846236" cy="463828"/>
            </a:xfrm>
            <a:prstGeom prst="roundRect">
              <a:avLst/>
            </a:prstGeom>
            <a:solidFill>
              <a:schemeClr val="bg1"/>
            </a:solidFill>
            <a:ln w="19050" cap="flat">
              <a:gradFill flip="none" rotWithShape="1">
                <a:gsLst>
                  <a:gs pos="50000">
                    <a:schemeClr val="accent1"/>
                  </a:gs>
                  <a:gs pos="50000">
                    <a:srgbClr val="00B0F0"/>
                  </a:gs>
                </a:gsLst>
                <a:lin ang="0" scaled="0"/>
                <a:tileRect/>
              </a:gradFill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s-ES" sz="1050" b="1" dirty="0">
                  <a:solidFill>
                    <a:prstClr val="black"/>
                  </a:solidFill>
                  <a:latin typeface="Santander Text" panose="020B0504020201020104"/>
                </a:rPr>
                <a:t>Nodo de</a:t>
              </a:r>
            </a:p>
            <a:p>
              <a:pPr algn="ctr">
                <a:defRPr/>
              </a:pPr>
              <a:r>
                <a:rPr lang="es-ES" sz="1050" b="1" dirty="0">
                  <a:solidFill>
                    <a:prstClr val="black"/>
                  </a:solidFill>
                  <a:latin typeface="Santander Text" panose="020B0504020201020104"/>
                </a:rPr>
                <a:t>ingestas</a:t>
              </a:r>
            </a:p>
          </p:txBody>
        </p:sp>
        <p:cxnSp>
          <p:nvCxnSpPr>
            <p:cNvPr id="147" name="Conector recto de flecha 105">
              <a:extLst>
                <a:ext uri="{FF2B5EF4-FFF2-40B4-BE49-F238E27FC236}">
                  <a16:creationId xmlns:a16="http://schemas.microsoft.com/office/drawing/2014/main" id="{084A59EF-2530-491B-6C39-855979216D47}"/>
                </a:ext>
              </a:extLst>
            </p:cNvPr>
            <p:cNvCxnSpPr/>
            <p:nvPr/>
          </p:nvCxnSpPr>
          <p:spPr>
            <a:xfrm>
              <a:off x="2620329" y="4570974"/>
              <a:ext cx="504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8" name="Picture 2" descr="https://cdn-icons-png.flaticon.com/512/5136/5136897.png">
              <a:extLst>
                <a:ext uri="{FF2B5EF4-FFF2-40B4-BE49-F238E27FC236}">
                  <a16:creationId xmlns:a16="http://schemas.microsoft.com/office/drawing/2014/main" id="{7EAA903D-4545-1152-03EC-AC7F54B6B8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6763" y="4393397"/>
              <a:ext cx="103152" cy="1031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49" name="Grupo 12">
              <a:extLst>
                <a:ext uri="{FF2B5EF4-FFF2-40B4-BE49-F238E27FC236}">
                  <a16:creationId xmlns:a16="http://schemas.microsoft.com/office/drawing/2014/main" id="{E8A67C87-1554-D0F5-C01A-C20000CFC048}"/>
                </a:ext>
              </a:extLst>
            </p:cNvPr>
            <p:cNvGrpSpPr/>
            <p:nvPr/>
          </p:nvGrpSpPr>
          <p:grpSpPr>
            <a:xfrm>
              <a:off x="6096687" y="4165467"/>
              <a:ext cx="1842401" cy="434586"/>
              <a:chOff x="6096687" y="4511576"/>
              <a:chExt cx="1842401" cy="434586"/>
            </a:xfrm>
          </p:grpSpPr>
          <p:sp>
            <p:nvSpPr>
              <p:cNvPr id="150" name="Rectángulo: esquinas redondeadas 101">
                <a:extLst>
                  <a:ext uri="{FF2B5EF4-FFF2-40B4-BE49-F238E27FC236}">
                    <a16:creationId xmlns:a16="http://schemas.microsoft.com/office/drawing/2014/main" id="{02B8A737-C68F-20A0-CCCA-2E93CDB5D3DF}"/>
                  </a:ext>
                </a:extLst>
              </p:cNvPr>
              <p:cNvSpPr/>
              <p:nvPr/>
            </p:nvSpPr>
            <p:spPr>
              <a:xfrm>
                <a:off x="6096687" y="4511576"/>
                <a:ext cx="1842401" cy="434586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72000" rtlCol="0" anchor="t"/>
              <a:lstStyle/>
              <a:p>
                <a:pPr algn="ctr">
                  <a:defRPr/>
                </a:pPr>
                <a:r>
                  <a:rPr lang="es-ES" sz="1050" dirty="0" err="1">
                    <a:solidFill>
                      <a:srgbClr val="EB0000"/>
                    </a:solidFill>
                    <a:latin typeface="Santander Text" panose="020B0504020201020104"/>
                  </a:rPr>
                  <a:t>Common</a:t>
                </a:r>
                <a:r>
                  <a:rPr lang="es-ES" sz="1050" dirty="0">
                    <a:solidFill>
                      <a:srgbClr val="EB0000"/>
                    </a:solidFill>
                    <a:latin typeface="Santander Text" panose="020B0504020201020104"/>
                  </a:rPr>
                  <a:t> Data </a:t>
                </a:r>
                <a:r>
                  <a:rPr lang="es-ES" sz="1050" dirty="0" err="1">
                    <a:solidFill>
                      <a:srgbClr val="EB0000"/>
                    </a:solidFill>
                    <a:latin typeface="Santander Text" panose="020B0504020201020104"/>
                  </a:rPr>
                  <a:t>Vault</a:t>
                </a:r>
                <a:endParaRPr lang="es-ES" sz="1050" dirty="0">
                  <a:solidFill>
                    <a:srgbClr val="EB0000"/>
                  </a:solidFill>
                  <a:latin typeface="Santander Text" panose="020B0504020201020104"/>
                </a:endParaRPr>
              </a:p>
            </p:txBody>
          </p:sp>
          <p:pic>
            <p:nvPicPr>
              <p:cNvPr id="151" name="Picture 63" descr="Logo&#10;&#10;Description automatically generated">
                <a:extLst>
                  <a:ext uri="{FF2B5EF4-FFF2-40B4-BE49-F238E27FC236}">
                    <a16:creationId xmlns:a16="http://schemas.microsoft.com/office/drawing/2014/main" id="{DF11111D-6AC8-0B4D-A4CF-820F0314A91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75186"/>
              <a:stretch/>
            </p:blipFill>
            <p:spPr>
              <a:xfrm>
                <a:off x="6135824" y="4539877"/>
                <a:ext cx="150808" cy="145292"/>
              </a:xfrm>
              <a:prstGeom prst="rect">
                <a:avLst/>
              </a:prstGeom>
            </p:spPr>
          </p:pic>
          <p:sp>
            <p:nvSpPr>
              <p:cNvPr id="152" name="Rectángulo: esquinas redondeadas 101">
                <a:extLst>
                  <a:ext uri="{FF2B5EF4-FFF2-40B4-BE49-F238E27FC236}">
                    <a16:creationId xmlns:a16="http://schemas.microsoft.com/office/drawing/2014/main" id="{84431E76-351A-0F34-BF37-CF4B52BE2392}"/>
                  </a:ext>
                </a:extLst>
              </p:cNvPr>
              <p:cNvSpPr/>
              <p:nvPr/>
            </p:nvSpPr>
            <p:spPr>
              <a:xfrm>
                <a:off x="7343293" y="4721330"/>
                <a:ext cx="552611" cy="195753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>
                  <a:defRPr/>
                </a:pPr>
                <a:r>
                  <a:rPr lang="es-ES" sz="500" dirty="0">
                    <a:solidFill>
                      <a:schemeClr val="tx1"/>
                    </a:solidFill>
                    <a:latin typeface="Santander Text" panose="020B0504020201020104"/>
                  </a:rPr>
                  <a:t>Consumer DV</a:t>
                </a:r>
              </a:p>
            </p:txBody>
          </p:sp>
          <p:sp>
            <p:nvSpPr>
              <p:cNvPr id="153" name="Rectángulo: esquinas redondeadas 101">
                <a:extLst>
                  <a:ext uri="{FF2B5EF4-FFF2-40B4-BE49-F238E27FC236}">
                    <a16:creationId xmlns:a16="http://schemas.microsoft.com/office/drawing/2014/main" id="{235987BB-F9D7-9C3D-BDCD-B4F857583779}"/>
                  </a:ext>
                </a:extLst>
              </p:cNvPr>
              <p:cNvSpPr/>
              <p:nvPr/>
            </p:nvSpPr>
            <p:spPr>
              <a:xfrm>
                <a:off x="6140579" y="4721330"/>
                <a:ext cx="552611" cy="195753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>
                  <a:defRPr/>
                </a:pPr>
                <a:r>
                  <a:rPr lang="es-ES" sz="500" dirty="0">
                    <a:solidFill>
                      <a:schemeClr val="tx1"/>
                    </a:solidFill>
                    <a:latin typeface="Santander Text" panose="020B0504020201020104"/>
                  </a:rPr>
                  <a:t>NPSA</a:t>
                </a:r>
              </a:p>
            </p:txBody>
          </p:sp>
          <p:sp>
            <p:nvSpPr>
              <p:cNvPr id="154" name="Rectángulo: esquinas redondeadas 101">
                <a:extLst>
                  <a:ext uri="{FF2B5EF4-FFF2-40B4-BE49-F238E27FC236}">
                    <a16:creationId xmlns:a16="http://schemas.microsoft.com/office/drawing/2014/main" id="{5D977DB1-5AF9-C835-A415-24383DAAC212}"/>
                  </a:ext>
                </a:extLst>
              </p:cNvPr>
              <p:cNvSpPr/>
              <p:nvPr/>
            </p:nvSpPr>
            <p:spPr>
              <a:xfrm>
                <a:off x="6741936" y="4721330"/>
                <a:ext cx="552611" cy="195753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>
                  <a:defRPr/>
                </a:pPr>
                <a:r>
                  <a:rPr lang="es-ES" sz="500" dirty="0">
                    <a:solidFill>
                      <a:schemeClr val="tx1"/>
                    </a:solidFill>
                    <a:latin typeface="Santander Text" panose="020B0504020201020104"/>
                  </a:rPr>
                  <a:t>Raw DV</a:t>
                </a:r>
              </a:p>
            </p:txBody>
          </p:sp>
        </p:grpSp>
        <p:cxnSp>
          <p:nvCxnSpPr>
            <p:cNvPr id="155" name="Conector recto de flecha 140">
              <a:extLst>
                <a:ext uri="{FF2B5EF4-FFF2-40B4-BE49-F238E27FC236}">
                  <a16:creationId xmlns:a16="http://schemas.microsoft.com/office/drawing/2014/main" id="{59735F26-2A1D-DB5A-217A-1220D208F4DD}"/>
                </a:ext>
              </a:extLst>
            </p:cNvPr>
            <p:cNvCxnSpPr/>
            <p:nvPr/>
          </p:nvCxnSpPr>
          <p:spPr>
            <a:xfrm>
              <a:off x="7939088" y="3541128"/>
              <a:ext cx="12606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ector recto de flecha 146">
              <a:extLst>
                <a:ext uri="{FF2B5EF4-FFF2-40B4-BE49-F238E27FC236}">
                  <a16:creationId xmlns:a16="http://schemas.microsoft.com/office/drawing/2014/main" id="{7114295B-89AF-2977-0A6B-BF16E1B9B98D}"/>
                </a:ext>
              </a:extLst>
            </p:cNvPr>
            <p:cNvCxnSpPr/>
            <p:nvPr/>
          </p:nvCxnSpPr>
          <p:spPr>
            <a:xfrm>
              <a:off x="7939087" y="4382760"/>
              <a:ext cx="12606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upo 18">
            <a:extLst>
              <a:ext uri="{FF2B5EF4-FFF2-40B4-BE49-F238E27FC236}">
                <a16:creationId xmlns:a16="http://schemas.microsoft.com/office/drawing/2014/main" id="{B73FAE0B-09F2-5A3F-47FF-80DD28104D7E}"/>
              </a:ext>
            </a:extLst>
          </p:cNvPr>
          <p:cNvGrpSpPr/>
          <p:nvPr/>
        </p:nvGrpSpPr>
        <p:grpSpPr>
          <a:xfrm>
            <a:off x="10538293" y="4632829"/>
            <a:ext cx="962223" cy="230832"/>
            <a:chOff x="1753193" y="1905296"/>
            <a:chExt cx="962223" cy="230832"/>
          </a:xfrm>
        </p:grpSpPr>
        <p:cxnSp>
          <p:nvCxnSpPr>
            <p:cNvPr id="4" name="Conector recto de flecha 10">
              <a:extLst>
                <a:ext uri="{FF2B5EF4-FFF2-40B4-BE49-F238E27FC236}">
                  <a16:creationId xmlns:a16="http://schemas.microsoft.com/office/drawing/2014/main" id="{762E774E-2E92-C97B-85C5-771F8A4D8FB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33193" y="1840712"/>
              <a:ext cx="0" cy="360000"/>
            </a:xfrm>
            <a:prstGeom prst="straightConnector1">
              <a:avLst/>
            </a:prstGeom>
            <a:ln w="19050">
              <a:solidFill>
                <a:schemeClr val="accent1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CuadroTexto 116">
              <a:extLst>
                <a:ext uri="{FF2B5EF4-FFF2-40B4-BE49-F238E27FC236}">
                  <a16:creationId xmlns:a16="http://schemas.microsoft.com/office/drawing/2014/main" id="{A61A26D2-29A7-CECC-A12A-99BEF5903079}"/>
                </a:ext>
              </a:extLst>
            </p:cNvPr>
            <p:cNvSpPr txBox="1"/>
            <p:nvPr/>
          </p:nvSpPr>
          <p:spPr>
            <a:xfrm>
              <a:off x="2113193" y="1905296"/>
              <a:ext cx="60222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900" dirty="0">
                  <a:latin typeface="Santander Text" panose="020B0504020201020104" pitchFamily="34" charset="0"/>
                </a:rPr>
                <a:t>Eventos</a:t>
              </a:r>
            </a:p>
          </p:txBody>
        </p:sp>
      </p:grpSp>
      <p:grpSp>
        <p:nvGrpSpPr>
          <p:cNvPr id="7" name="Grupo 17">
            <a:extLst>
              <a:ext uri="{FF2B5EF4-FFF2-40B4-BE49-F238E27FC236}">
                <a16:creationId xmlns:a16="http://schemas.microsoft.com/office/drawing/2014/main" id="{A2762298-AD7F-1498-F715-04E316CE486E}"/>
              </a:ext>
            </a:extLst>
          </p:cNvPr>
          <p:cNvGrpSpPr/>
          <p:nvPr/>
        </p:nvGrpSpPr>
        <p:grpSpPr>
          <a:xfrm>
            <a:off x="10538293" y="4849275"/>
            <a:ext cx="846801" cy="230832"/>
            <a:chOff x="1753193" y="2054678"/>
            <a:chExt cx="846801" cy="230832"/>
          </a:xfrm>
        </p:grpSpPr>
        <p:cxnSp>
          <p:nvCxnSpPr>
            <p:cNvPr id="8" name="Conector recto de flecha 115">
              <a:extLst>
                <a:ext uri="{FF2B5EF4-FFF2-40B4-BE49-F238E27FC236}">
                  <a16:creationId xmlns:a16="http://schemas.microsoft.com/office/drawing/2014/main" id="{5BEB8CA9-17A2-B187-354D-0BF68FFC4720}"/>
                </a:ext>
              </a:extLst>
            </p:cNvPr>
            <p:cNvCxnSpPr/>
            <p:nvPr/>
          </p:nvCxnSpPr>
          <p:spPr>
            <a:xfrm>
              <a:off x="1753193" y="2170094"/>
              <a:ext cx="36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CuadroTexto 117">
              <a:extLst>
                <a:ext uri="{FF2B5EF4-FFF2-40B4-BE49-F238E27FC236}">
                  <a16:creationId xmlns:a16="http://schemas.microsoft.com/office/drawing/2014/main" id="{44CCC974-ED18-7324-ADFD-5420C3000ED6}"/>
                </a:ext>
              </a:extLst>
            </p:cNvPr>
            <p:cNvSpPr txBox="1"/>
            <p:nvPr/>
          </p:nvSpPr>
          <p:spPr>
            <a:xfrm>
              <a:off x="2113193" y="2054678"/>
              <a:ext cx="48680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900" dirty="0">
                  <a:latin typeface="Santander Text" panose="020B0504020201020104" pitchFamily="34" charset="0"/>
                </a:rPr>
                <a:t>Datos</a:t>
              </a:r>
            </a:p>
          </p:txBody>
        </p:sp>
      </p:grpSp>
      <p:grpSp>
        <p:nvGrpSpPr>
          <p:cNvPr id="10" name="Grupo 16">
            <a:extLst>
              <a:ext uri="{FF2B5EF4-FFF2-40B4-BE49-F238E27FC236}">
                <a16:creationId xmlns:a16="http://schemas.microsoft.com/office/drawing/2014/main" id="{1CDE68F5-68C4-76DC-E4EF-286647C0AB13}"/>
              </a:ext>
            </a:extLst>
          </p:cNvPr>
          <p:cNvGrpSpPr/>
          <p:nvPr/>
        </p:nvGrpSpPr>
        <p:grpSpPr>
          <a:xfrm>
            <a:off x="10538293" y="5065721"/>
            <a:ext cx="1411868" cy="230832"/>
            <a:chOff x="1738780" y="2207256"/>
            <a:chExt cx="1411868" cy="230832"/>
          </a:xfrm>
        </p:grpSpPr>
        <p:sp>
          <p:nvSpPr>
            <p:cNvPr id="11" name="Rectángulo: esquinas redondeadas 51">
              <a:extLst>
                <a:ext uri="{FF2B5EF4-FFF2-40B4-BE49-F238E27FC236}">
                  <a16:creationId xmlns:a16="http://schemas.microsoft.com/office/drawing/2014/main" id="{712183B4-D16F-0FB0-E7FE-B4006AA69E03}"/>
                </a:ext>
              </a:extLst>
            </p:cNvPr>
            <p:cNvSpPr/>
            <p:nvPr/>
          </p:nvSpPr>
          <p:spPr>
            <a:xfrm>
              <a:off x="1738780" y="2230745"/>
              <a:ext cx="374413" cy="183854"/>
            </a:xfrm>
            <a:prstGeom prst="roundRect">
              <a:avLst>
                <a:gd name="adj" fmla="val 32708"/>
              </a:avLst>
            </a:prstGeom>
            <a:pattFill prst="wdUpDiag">
              <a:fgClr>
                <a:schemeClr val="accent5">
                  <a:lumMod val="40000"/>
                  <a:lumOff val="60000"/>
                </a:schemeClr>
              </a:fgClr>
              <a:bgClr>
                <a:schemeClr val="bg1"/>
              </a:bgClr>
            </a:patt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defRPr/>
              </a:pPr>
              <a:endParaRPr lang="es-ES" sz="1100" b="1" dirty="0">
                <a:solidFill>
                  <a:prstClr val="black"/>
                </a:solidFill>
                <a:latin typeface="Santander Text" panose="020B0504020201020104"/>
              </a:endParaRPr>
            </a:p>
          </p:txBody>
        </p:sp>
        <p:sp>
          <p:nvSpPr>
            <p:cNvPr id="12" name="CuadroTexto 272">
              <a:extLst>
                <a:ext uri="{FF2B5EF4-FFF2-40B4-BE49-F238E27FC236}">
                  <a16:creationId xmlns:a16="http://schemas.microsoft.com/office/drawing/2014/main" id="{19183FFD-3D27-38F4-9700-D2BA8C011CE1}"/>
                </a:ext>
              </a:extLst>
            </p:cNvPr>
            <p:cNvSpPr txBox="1"/>
            <p:nvPr/>
          </p:nvSpPr>
          <p:spPr>
            <a:xfrm>
              <a:off x="2116718" y="2207256"/>
              <a:ext cx="103393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900" dirty="0">
                  <a:latin typeface="Santander Text" panose="020B0504020201020104" pitchFamily="34" charset="0"/>
                </a:rPr>
                <a:t>Sin </a:t>
              </a:r>
              <a:r>
                <a:rPr lang="es-ES" sz="900" dirty="0" err="1">
                  <a:latin typeface="Santander Text" panose="020B0504020201020104" pitchFamily="34" charset="0"/>
                </a:rPr>
                <a:t>disponibilizar</a:t>
              </a:r>
              <a:endParaRPr lang="es-ES" sz="900" dirty="0">
                <a:latin typeface="Santander Text" panose="020B0504020201020104" pitchFamily="34" charset="0"/>
              </a:endParaRPr>
            </a:p>
          </p:txBody>
        </p:sp>
      </p:grpSp>
      <p:grpSp>
        <p:nvGrpSpPr>
          <p:cNvPr id="13" name="Grupo 128">
            <a:extLst>
              <a:ext uri="{FF2B5EF4-FFF2-40B4-BE49-F238E27FC236}">
                <a16:creationId xmlns:a16="http://schemas.microsoft.com/office/drawing/2014/main" id="{ED64A6CD-DEB7-0F33-62A1-7250EF25DACF}"/>
              </a:ext>
            </a:extLst>
          </p:cNvPr>
          <p:cNvGrpSpPr/>
          <p:nvPr/>
        </p:nvGrpSpPr>
        <p:grpSpPr>
          <a:xfrm>
            <a:off x="10538293" y="5282167"/>
            <a:ext cx="1619696" cy="230832"/>
            <a:chOff x="1753193" y="2054678"/>
            <a:chExt cx="1619696" cy="230832"/>
          </a:xfrm>
        </p:grpSpPr>
        <p:cxnSp>
          <p:nvCxnSpPr>
            <p:cNvPr id="14" name="Conector recto de flecha 129">
              <a:extLst>
                <a:ext uri="{FF2B5EF4-FFF2-40B4-BE49-F238E27FC236}">
                  <a16:creationId xmlns:a16="http://schemas.microsoft.com/office/drawing/2014/main" id="{E68DAB52-EB4F-BCA2-E26E-613881DD6939}"/>
                </a:ext>
              </a:extLst>
            </p:cNvPr>
            <p:cNvCxnSpPr/>
            <p:nvPr/>
          </p:nvCxnSpPr>
          <p:spPr>
            <a:xfrm>
              <a:off x="1753193" y="2170094"/>
              <a:ext cx="360000" cy="0"/>
            </a:xfrm>
            <a:prstGeom prst="straightConnector1">
              <a:avLst/>
            </a:prstGeom>
            <a:ln w="19050">
              <a:solidFill>
                <a:srgbClr val="00B0F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CuadroTexto 131">
              <a:extLst>
                <a:ext uri="{FF2B5EF4-FFF2-40B4-BE49-F238E27FC236}">
                  <a16:creationId xmlns:a16="http://schemas.microsoft.com/office/drawing/2014/main" id="{9701867B-24D0-3A50-7B88-EFC6D1EF20EF}"/>
                </a:ext>
              </a:extLst>
            </p:cNvPr>
            <p:cNvSpPr txBox="1"/>
            <p:nvPr/>
          </p:nvSpPr>
          <p:spPr>
            <a:xfrm>
              <a:off x="2113193" y="2054678"/>
              <a:ext cx="125969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900" dirty="0">
                  <a:latin typeface="Santander Text" panose="020B0504020201020104" pitchFamily="34" charset="0"/>
                </a:rPr>
                <a:t>Azure (</a:t>
              </a:r>
              <a:r>
                <a:rPr lang="es-ES" sz="900" dirty="0" err="1">
                  <a:latin typeface="Santander Text" panose="020B0504020201020104" pitchFamily="34" charset="0"/>
                </a:rPr>
                <a:t>Public</a:t>
              </a:r>
              <a:r>
                <a:rPr lang="es-ES" sz="900" dirty="0">
                  <a:latin typeface="Santander Text" panose="020B0504020201020104" pitchFamily="34" charset="0"/>
                </a:rPr>
                <a:t> Cloud) </a:t>
              </a:r>
            </a:p>
          </p:txBody>
        </p:sp>
      </p:grpSp>
      <p:grpSp>
        <p:nvGrpSpPr>
          <p:cNvPr id="16" name="Grupo 132">
            <a:extLst>
              <a:ext uri="{FF2B5EF4-FFF2-40B4-BE49-F238E27FC236}">
                <a16:creationId xmlns:a16="http://schemas.microsoft.com/office/drawing/2014/main" id="{646C5C58-48B5-DA18-4A63-D38A93AA691C}"/>
              </a:ext>
            </a:extLst>
          </p:cNvPr>
          <p:cNvGrpSpPr/>
          <p:nvPr/>
        </p:nvGrpSpPr>
        <p:grpSpPr>
          <a:xfrm>
            <a:off x="10538293" y="5498613"/>
            <a:ext cx="1583695" cy="230832"/>
            <a:chOff x="1753193" y="2054678"/>
            <a:chExt cx="1583695" cy="230832"/>
          </a:xfrm>
        </p:grpSpPr>
        <p:cxnSp>
          <p:nvCxnSpPr>
            <p:cNvPr id="17" name="Conector recto de flecha 133">
              <a:extLst>
                <a:ext uri="{FF2B5EF4-FFF2-40B4-BE49-F238E27FC236}">
                  <a16:creationId xmlns:a16="http://schemas.microsoft.com/office/drawing/2014/main" id="{56D775FA-597F-D4B9-6809-E9ED0678FF24}"/>
                </a:ext>
              </a:extLst>
            </p:cNvPr>
            <p:cNvCxnSpPr/>
            <p:nvPr/>
          </p:nvCxnSpPr>
          <p:spPr>
            <a:xfrm>
              <a:off x="1753193" y="2170094"/>
              <a:ext cx="360000" cy="0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CuadroTexto 134">
              <a:extLst>
                <a:ext uri="{FF2B5EF4-FFF2-40B4-BE49-F238E27FC236}">
                  <a16:creationId xmlns:a16="http://schemas.microsoft.com/office/drawing/2014/main" id="{E988591B-A6FD-B713-5C89-CE2D699E9EC6}"/>
                </a:ext>
              </a:extLst>
            </p:cNvPr>
            <p:cNvSpPr txBox="1"/>
            <p:nvPr/>
          </p:nvSpPr>
          <p:spPr>
            <a:xfrm>
              <a:off x="2113193" y="2054678"/>
              <a:ext cx="12236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900" dirty="0">
                  <a:latin typeface="Santander Text" panose="020B0504020201020104" pitchFamily="34" charset="0"/>
                </a:rPr>
                <a:t>OHE (</a:t>
              </a:r>
              <a:r>
                <a:rPr lang="es-ES" sz="900" dirty="0" err="1">
                  <a:latin typeface="Santander Text" panose="020B0504020201020104" pitchFamily="34" charset="0"/>
                </a:rPr>
                <a:t>Private</a:t>
              </a:r>
              <a:r>
                <a:rPr lang="es-ES" sz="900" dirty="0">
                  <a:latin typeface="Santander Text" panose="020B0504020201020104" pitchFamily="34" charset="0"/>
                </a:rPr>
                <a:t> Cloud)</a:t>
              </a:r>
            </a:p>
          </p:txBody>
        </p:sp>
      </p:grpSp>
      <p:grpSp>
        <p:nvGrpSpPr>
          <p:cNvPr id="19" name="Grupo 135">
            <a:extLst>
              <a:ext uri="{FF2B5EF4-FFF2-40B4-BE49-F238E27FC236}">
                <a16:creationId xmlns:a16="http://schemas.microsoft.com/office/drawing/2014/main" id="{76BEED93-03F7-DA88-5C88-B01D9836E61B}"/>
              </a:ext>
            </a:extLst>
          </p:cNvPr>
          <p:cNvGrpSpPr/>
          <p:nvPr/>
        </p:nvGrpSpPr>
        <p:grpSpPr>
          <a:xfrm>
            <a:off x="10538293" y="5715059"/>
            <a:ext cx="1583695" cy="230832"/>
            <a:chOff x="1753193" y="2054678"/>
            <a:chExt cx="1583695" cy="230832"/>
          </a:xfrm>
        </p:grpSpPr>
        <p:cxnSp>
          <p:nvCxnSpPr>
            <p:cNvPr id="20" name="Conector recto de flecha 136">
              <a:extLst>
                <a:ext uri="{FF2B5EF4-FFF2-40B4-BE49-F238E27FC236}">
                  <a16:creationId xmlns:a16="http://schemas.microsoft.com/office/drawing/2014/main" id="{D774B5C9-1A15-EA63-19A4-0BE3BA5257E4}"/>
                </a:ext>
              </a:extLst>
            </p:cNvPr>
            <p:cNvCxnSpPr/>
            <p:nvPr/>
          </p:nvCxnSpPr>
          <p:spPr>
            <a:xfrm>
              <a:off x="1753193" y="2170094"/>
              <a:ext cx="360000" cy="0"/>
            </a:xfrm>
            <a:prstGeom prst="straightConnector1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CuadroTexto 138">
              <a:extLst>
                <a:ext uri="{FF2B5EF4-FFF2-40B4-BE49-F238E27FC236}">
                  <a16:creationId xmlns:a16="http://schemas.microsoft.com/office/drawing/2014/main" id="{86C91E25-B41D-73B6-5497-2C53E9EA7E60}"/>
                </a:ext>
              </a:extLst>
            </p:cNvPr>
            <p:cNvSpPr txBox="1"/>
            <p:nvPr/>
          </p:nvSpPr>
          <p:spPr>
            <a:xfrm>
              <a:off x="2113193" y="2054678"/>
              <a:ext cx="12236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900" dirty="0">
                  <a:latin typeface="Santander Text" panose="020B0504020201020104" pitchFamily="34" charset="0"/>
                </a:rPr>
                <a:t>AWS (</a:t>
              </a:r>
              <a:r>
                <a:rPr lang="es-ES" sz="900" dirty="0" err="1">
                  <a:latin typeface="Santander Text" panose="020B0504020201020104" pitchFamily="34" charset="0"/>
                </a:rPr>
                <a:t>Public</a:t>
              </a:r>
              <a:r>
                <a:rPr lang="es-ES" sz="900" dirty="0">
                  <a:latin typeface="Santander Text" panose="020B0504020201020104" pitchFamily="34" charset="0"/>
                </a:rPr>
                <a:t> Cloud)</a:t>
              </a:r>
            </a:p>
          </p:txBody>
        </p:sp>
      </p:grpSp>
      <p:pic>
        <p:nvPicPr>
          <p:cNvPr id="25" name="Graphic 24" descr="Right pointing backhand index with solid fill">
            <a:extLst>
              <a:ext uri="{FF2B5EF4-FFF2-40B4-BE49-F238E27FC236}">
                <a16:creationId xmlns:a16="http://schemas.microsoft.com/office/drawing/2014/main" id="{4E1ED857-3179-41D0-941A-85AD86F7A99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885234" y="1553087"/>
            <a:ext cx="407322" cy="407322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27C8DED9-0703-ED54-2AB1-35BA68ABEAD7}"/>
              </a:ext>
            </a:extLst>
          </p:cNvPr>
          <p:cNvSpPr/>
          <p:nvPr/>
        </p:nvSpPr>
        <p:spPr>
          <a:xfrm>
            <a:off x="290750" y="1260132"/>
            <a:ext cx="1896857" cy="10020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Ejecución manual de </a:t>
            </a:r>
            <a:r>
              <a:rPr lang="es-ES" sz="1200" b="1" dirty="0" err="1">
                <a:solidFill>
                  <a:srgbClr val="000000"/>
                </a:solidFill>
                <a:latin typeface="Calibri" panose="020F0502020204030204" pitchFamily="34" charset="0"/>
              </a:rPr>
              <a:t>DAGs</a:t>
            </a:r>
            <a:r>
              <a:rPr lang="es-ES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 para Chile y Uruguay</a:t>
            </a:r>
          </a:p>
          <a:p>
            <a:pPr algn="ctr"/>
            <a:r>
              <a:rPr lang="es-ES" sz="1200" b="1" dirty="0">
                <a:solidFill>
                  <a:schemeClr val="tx1"/>
                </a:solidFill>
              </a:rPr>
              <a:t>Consultas para validación de datos.</a:t>
            </a:r>
          </a:p>
        </p:txBody>
      </p: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DEDAA2BE-5BE5-EFC2-ED5F-728688F99357}"/>
              </a:ext>
            </a:extLst>
          </p:cNvPr>
          <p:cNvCxnSpPr>
            <a:cxnSpLocks/>
            <a:stCxn id="26" idx="3"/>
            <a:endCxn id="25" idx="1"/>
          </p:cNvCxnSpPr>
          <p:nvPr/>
        </p:nvCxnSpPr>
        <p:spPr>
          <a:xfrm flipV="1">
            <a:off x="2187607" y="1756748"/>
            <a:ext cx="2697627" cy="4433"/>
          </a:xfrm>
          <a:prstGeom prst="line">
            <a:avLst/>
          </a:prstGeom>
          <a:ln w="19050">
            <a:solidFill>
              <a:srgbClr val="5482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3" name="Graphic 172" descr="Right pointing backhand index with solid fill">
            <a:extLst>
              <a:ext uri="{FF2B5EF4-FFF2-40B4-BE49-F238E27FC236}">
                <a16:creationId xmlns:a16="http://schemas.microsoft.com/office/drawing/2014/main" id="{35C95C4B-FE1D-B0D6-51F2-AA7647427DF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flipH="1">
            <a:off x="9623473" y="3475713"/>
            <a:ext cx="407322" cy="407322"/>
          </a:xfrm>
          <a:prstGeom prst="rect">
            <a:avLst/>
          </a:prstGeom>
        </p:spPr>
      </p:pic>
      <p:sp>
        <p:nvSpPr>
          <p:cNvPr id="174" name="Rectangle 173">
            <a:extLst>
              <a:ext uri="{FF2B5EF4-FFF2-40B4-BE49-F238E27FC236}">
                <a16:creationId xmlns:a16="http://schemas.microsoft.com/office/drawing/2014/main" id="{71A0200F-5AF0-C3CF-CDAA-9AB5EFFC4FD3}"/>
              </a:ext>
            </a:extLst>
          </p:cNvPr>
          <p:cNvSpPr/>
          <p:nvPr/>
        </p:nvSpPr>
        <p:spPr>
          <a:xfrm>
            <a:off x="9995684" y="1543562"/>
            <a:ext cx="1896857" cy="10020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Consultas para validación de datos.</a:t>
            </a:r>
          </a:p>
        </p:txBody>
      </p: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23274F9F-5B43-76D1-66F6-6CA24BC293E8}"/>
              </a:ext>
            </a:extLst>
          </p:cNvPr>
          <p:cNvCxnSpPr>
            <a:cxnSpLocks/>
            <a:stCxn id="174" idx="2"/>
            <a:endCxn id="173" idx="1"/>
          </p:cNvCxnSpPr>
          <p:nvPr/>
        </p:nvCxnSpPr>
        <p:spPr>
          <a:xfrm rot="5400000">
            <a:off x="9920597" y="2655858"/>
            <a:ext cx="1133714" cy="913318"/>
          </a:xfrm>
          <a:prstGeom prst="bentConnector2">
            <a:avLst/>
          </a:prstGeom>
          <a:ln w="19050">
            <a:solidFill>
              <a:srgbClr val="5482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3" name="Graphic 182" descr="Right pointing backhand index with solid fill">
            <a:extLst>
              <a:ext uri="{FF2B5EF4-FFF2-40B4-BE49-F238E27FC236}">
                <a16:creationId xmlns:a16="http://schemas.microsoft.com/office/drawing/2014/main" id="{89F03FF2-9E17-ED27-5C11-A24C82A70D4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162783" y="4460421"/>
            <a:ext cx="407322" cy="407322"/>
          </a:xfrm>
          <a:prstGeom prst="rect">
            <a:avLst/>
          </a:prstGeom>
        </p:spPr>
      </p:pic>
      <p:sp>
        <p:nvSpPr>
          <p:cNvPr id="184" name="Rectangle 183">
            <a:extLst>
              <a:ext uri="{FF2B5EF4-FFF2-40B4-BE49-F238E27FC236}">
                <a16:creationId xmlns:a16="http://schemas.microsoft.com/office/drawing/2014/main" id="{DF359537-22F7-04D6-5566-F38F74860276}"/>
              </a:ext>
            </a:extLst>
          </p:cNvPr>
          <p:cNvSpPr/>
          <p:nvPr/>
        </p:nvSpPr>
        <p:spPr>
          <a:xfrm>
            <a:off x="253687" y="4163033"/>
            <a:ext cx="1896857" cy="10020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Descarga de datos para procesamiento en local.</a:t>
            </a:r>
          </a:p>
        </p:txBody>
      </p: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844B5AF9-EF0E-73F5-7B5A-627D637AC85E}"/>
              </a:ext>
            </a:extLst>
          </p:cNvPr>
          <p:cNvCxnSpPr>
            <a:cxnSpLocks/>
            <a:stCxn id="184" idx="3"/>
            <a:endCxn id="183" idx="1"/>
          </p:cNvCxnSpPr>
          <p:nvPr/>
        </p:nvCxnSpPr>
        <p:spPr>
          <a:xfrm>
            <a:off x="2150544" y="4664082"/>
            <a:ext cx="2012239" cy="0"/>
          </a:xfrm>
          <a:prstGeom prst="line">
            <a:avLst/>
          </a:prstGeom>
          <a:ln w="19050">
            <a:solidFill>
              <a:srgbClr val="5482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Rectangle 205">
            <a:extLst>
              <a:ext uri="{FF2B5EF4-FFF2-40B4-BE49-F238E27FC236}">
                <a16:creationId xmlns:a16="http://schemas.microsoft.com/office/drawing/2014/main" id="{053B8577-B3C0-1108-43D3-9FB7FDF1F54D}"/>
              </a:ext>
            </a:extLst>
          </p:cNvPr>
          <p:cNvSpPr/>
          <p:nvPr/>
        </p:nvSpPr>
        <p:spPr>
          <a:xfrm>
            <a:off x="4037374" y="5205894"/>
            <a:ext cx="1896857" cy="13150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Registro los datos descargados en Excel y ejecución de reglas de validación.</a:t>
            </a:r>
          </a:p>
          <a:p>
            <a:pPr algn="ctr"/>
            <a:r>
              <a:rPr lang="es-ES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Generación de tickets en Service Now.</a:t>
            </a:r>
          </a:p>
        </p:txBody>
      </p:sp>
      <p:pic>
        <p:nvPicPr>
          <p:cNvPr id="208" name="Graphic 207" descr="Laptop outline">
            <a:extLst>
              <a:ext uri="{FF2B5EF4-FFF2-40B4-BE49-F238E27FC236}">
                <a16:creationId xmlns:a16="http://schemas.microsoft.com/office/drawing/2014/main" id="{4B356BD3-D6C4-6BC6-9888-186B2820E81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850492" y="4850656"/>
            <a:ext cx="1315007" cy="1315007"/>
          </a:xfrm>
          <a:prstGeom prst="rect">
            <a:avLst/>
          </a:prstGeom>
        </p:spPr>
      </p:pic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9FC980AF-4B48-6A19-2CC2-93ADAB861FA0}"/>
              </a:ext>
            </a:extLst>
          </p:cNvPr>
          <p:cNvCxnSpPr>
            <a:cxnSpLocks/>
            <a:endCxn id="213" idx="1"/>
          </p:cNvCxnSpPr>
          <p:nvPr/>
        </p:nvCxnSpPr>
        <p:spPr>
          <a:xfrm>
            <a:off x="5929613" y="5507184"/>
            <a:ext cx="713963" cy="0"/>
          </a:xfrm>
          <a:prstGeom prst="line">
            <a:avLst/>
          </a:prstGeom>
          <a:ln w="19050">
            <a:solidFill>
              <a:srgbClr val="5482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3" name="Graphic 212" descr="Right pointing backhand index with solid fill">
            <a:extLst>
              <a:ext uri="{FF2B5EF4-FFF2-40B4-BE49-F238E27FC236}">
                <a16:creationId xmlns:a16="http://schemas.microsoft.com/office/drawing/2014/main" id="{C55B7336-FF01-B953-2915-B64216B0412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643576" y="5303523"/>
            <a:ext cx="407322" cy="407322"/>
          </a:xfrm>
          <a:prstGeom prst="rect">
            <a:avLst/>
          </a:prstGeom>
        </p:spPr>
      </p:pic>
      <p:pic>
        <p:nvPicPr>
          <p:cNvPr id="1028" name="Picture 4" descr="Excel Logo Vector (.EPS) Free Download">
            <a:extLst>
              <a:ext uri="{FF2B5EF4-FFF2-40B4-BE49-F238E27FC236}">
                <a16:creationId xmlns:a16="http://schemas.microsoft.com/office/drawing/2014/main" id="{3B92CF90-1E3E-7C75-97C7-F2700FCF5A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6" t="3026" r="2650" b="2868"/>
          <a:stretch>
            <a:fillRect/>
          </a:stretch>
        </p:blipFill>
        <p:spPr bwMode="auto">
          <a:xfrm>
            <a:off x="7333681" y="5271719"/>
            <a:ext cx="348627" cy="349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Picture 217">
            <a:extLst>
              <a:ext uri="{FF2B5EF4-FFF2-40B4-BE49-F238E27FC236}">
                <a16:creationId xmlns:a16="http://schemas.microsoft.com/office/drawing/2014/main" id="{46F68EF2-6766-921E-0D50-028C4E6AA0B8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054211" y="6003383"/>
            <a:ext cx="1676634" cy="476316"/>
          </a:xfrm>
          <a:prstGeom prst="rect">
            <a:avLst/>
          </a:prstGeom>
        </p:spPr>
      </p:pic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A53D8808-04CC-556A-04E6-3DBD1063082A}"/>
              </a:ext>
            </a:extLst>
          </p:cNvPr>
          <p:cNvCxnSpPr>
            <a:cxnSpLocks/>
            <a:endCxn id="220" idx="1"/>
          </p:cNvCxnSpPr>
          <p:nvPr/>
        </p:nvCxnSpPr>
        <p:spPr>
          <a:xfrm>
            <a:off x="5929613" y="6262187"/>
            <a:ext cx="713963" cy="0"/>
          </a:xfrm>
          <a:prstGeom prst="line">
            <a:avLst/>
          </a:prstGeom>
          <a:ln w="19050">
            <a:solidFill>
              <a:srgbClr val="5482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0" name="Graphic 219" descr="Right pointing backhand index with solid fill">
            <a:extLst>
              <a:ext uri="{FF2B5EF4-FFF2-40B4-BE49-F238E27FC236}">
                <a16:creationId xmlns:a16="http://schemas.microsoft.com/office/drawing/2014/main" id="{0CF4C013-542F-F050-0D83-DDA93AD8FAB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643576" y="6075267"/>
            <a:ext cx="407322" cy="407322"/>
          </a:xfrm>
          <a:prstGeom prst="rect">
            <a:avLst/>
          </a:prstGeom>
        </p:spPr>
      </p:pic>
      <p:grpSp>
        <p:nvGrpSpPr>
          <p:cNvPr id="226" name="Grupo 135">
            <a:extLst>
              <a:ext uri="{FF2B5EF4-FFF2-40B4-BE49-F238E27FC236}">
                <a16:creationId xmlns:a16="http://schemas.microsoft.com/office/drawing/2014/main" id="{51F6E812-9441-49EC-C031-4D89F8F301B3}"/>
              </a:ext>
            </a:extLst>
          </p:cNvPr>
          <p:cNvGrpSpPr/>
          <p:nvPr/>
        </p:nvGrpSpPr>
        <p:grpSpPr>
          <a:xfrm>
            <a:off x="10538293" y="5931504"/>
            <a:ext cx="1583695" cy="230832"/>
            <a:chOff x="1753193" y="2054678"/>
            <a:chExt cx="1583695" cy="230832"/>
          </a:xfrm>
        </p:grpSpPr>
        <p:cxnSp>
          <p:nvCxnSpPr>
            <p:cNvPr id="227" name="Conector recto de flecha 136">
              <a:extLst>
                <a:ext uri="{FF2B5EF4-FFF2-40B4-BE49-F238E27FC236}">
                  <a16:creationId xmlns:a16="http://schemas.microsoft.com/office/drawing/2014/main" id="{43E4F2EC-E2A9-C284-BADB-80DFD13552CA}"/>
                </a:ext>
              </a:extLst>
            </p:cNvPr>
            <p:cNvCxnSpPr/>
            <p:nvPr/>
          </p:nvCxnSpPr>
          <p:spPr>
            <a:xfrm>
              <a:off x="1753193" y="2170094"/>
              <a:ext cx="360000" cy="0"/>
            </a:xfrm>
            <a:prstGeom prst="straightConnector1">
              <a:avLst/>
            </a:prstGeom>
            <a:ln w="19050">
              <a:solidFill>
                <a:srgbClr val="548235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8" name="CuadroTexto 138">
              <a:extLst>
                <a:ext uri="{FF2B5EF4-FFF2-40B4-BE49-F238E27FC236}">
                  <a16:creationId xmlns:a16="http://schemas.microsoft.com/office/drawing/2014/main" id="{C0A3DDA7-B559-A8BA-0FDD-3320484C7213}"/>
                </a:ext>
              </a:extLst>
            </p:cNvPr>
            <p:cNvSpPr txBox="1"/>
            <p:nvPr/>
          </p:nvSpPr>
          <p:spPr>
            <a:xfrm>
              <a:off x="2113193" y="2054678"/>
              <a:ext cx="12236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900" b="1" dirty="0">
                  <a:latin typeface="Santander Text" panose="020B0504020201020104" pitchFamily="34" charset="0"/>
                </a:rPr>
                <a:t>Acción Manual</a:t>
              </a:r>
            </a:p>
          </p:txBody>
        </p:sp>
      </p:grpSp>
      <p:pic>
        <p:nvPicPr>
          <p:cNvPr id="30" name="Picture 29" descr="A blue and white flag with a yellow sun&#10;&#10;AI-generated content may be incorrect.">
            <a:extLst>
              <a:ext uri="{FF2B5EF4-FFF2-40B4-BE49-F238E27FC236}">
                <a16:creationId xmlns:a16="http://schemas.microsoft.com/office/drawing/2014/main" id="{014ED086-2166-E196-F4EE-05103A8C46E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5"/>
              </a:ext>
            </a:extLst>
          </a:blip>
          <a:stretch>
            <a:fillRect/>
          </a:stretch>
        </p:blipFill>
        <p:spPr>
          <a:xfrm>
            <a:off x="7683619" y="437693"/>
            <a:ext cx="646738" cy="432000"/>
          </a:xfrm>
          <a:prstGeom prst="rect">
            <a:avLst/>
          </a:prstGeom>
        </p:spPr>
      </p:pic>
      <p:pic>
        <p:nvPicPr>
          <p:cNvPr id="32" name="Picture 31" descr="A red white and blue flag">
            <a:extLst>
              <a:ext uri="{FF2B5EF4-FFF2-40B4-BE49-F238E27FC236}">
                <a16:creationId xmlns:a16="http://schemas.microsoft.com/office/drawing/2014/main" id="{0EE0FC37-478E-7491-B023-03AE7113DC9D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7"/>
              </a:ext>
            </a:extLst>
          </a:blip>
          <a:stretch>
            <a:fillRect/>
          </a:stretch>
        </p:blipFill>
        <p:spPr>
          <a:xfrm>
            <a:off x="8513187" y="437693"/>
            <a:ext cx="648406" cy="432000"/>
          </a:xfrm>
          <a:prstGeom prst="rect">
            <a:avLst/>
          </a:prstGeom>
        </p:spPr>
      </p:pic>
      <p:pic>
        <p:nvPicPr>
          <p:cNvPr id="34" name="Picture 33" descr="A flag with a red green and yellow circle with a blue and white emblem">
            <a:extLst>
              <a:ext uri="{FF2B5EF4-FFF2-40B4-BE49-F238E27FC236}">
                <a16:creationId xmlns:a16="http://schemas.microsoft.com/office/drawing/2014/main" id="{3E305FBD-5ECA-64D8-1B76-448AD19B1233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9"/>
              </a:ext>
            </a:extLst>
          </a:blip>
          <a:stretch>
            <a:fillRect/>
          </a:stretch>
        </p:blipFill>
        <p:spPr>
          <a:xfrm>
            <a:off x="6852790" y="437693"/>
            <a:ext cx="648000" cy="432000"/>
          </a:xfrm>
          <a:prstGeom prst="rect">
            <a:avLst/>
          </a:prstGeom>
        </p:spPr>
      </p:pic>
      <p:sp>
        <p:nvSpPr>
          <p:cNvPr id="39" name="Arrow: Right 38">
            <a:extLst>
              <a:ext uri="{FF2B5EF4-FFF2-40B4-BE49-F238E27FC236}">
                <a16:creationId xmlns:a16="http://schemas.microsoft.com/office/drawing/2014/main" id="{C932FF46-E90C-7550-A332-18B0AA0195F0}"/>
              </a:ext>
            </a:extLst>
          </p:cNvPr>
          <p:cNvSpPr/>
          <p:nvPr/>
        </p:nvSpPr>
        <p:spPr>
          <a:xfrm>
            <a:off x="4580017" y="136090"/>
            <a:ext cx="2089944" cy="1035206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POR CADA GEOGRAFÍA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D95014D-4A81-F7C3-1629-8F397058AEFE}"/>
              </a:ext>
            </a:extLst>
          </p:cNvPr>
          <p:cNvSpPr/>
          <p:nvPr/>
        </p:nvSpPr>
        <p:spPr>
          <a:xfrm>
            <a:off x="6750422" y="337100"/>
            <a:ext cx="2510119" cy="6490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302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8025E-944E-0228-AD67-7D006D6EB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7C11F-55AD-5D9D-14FB-B4C32AAB8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Plan de acción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843B08-4AB2-4B27-DAE4-397F38A722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7260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57F4B-2BFE-D460-DB69-404F3A2DE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FF1982-2CAB-D826-640A-0E6BF615D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>
                <a:solidFill>
                  <a:srgbClr val="EC0000"/>
                </a:solidFill>
              </a:rPr>
              <a:pPr/>
              <a:t>9</a:t>
            </a:fld>
            <a:endParaRPr lang="es-ES" dirty="0">
              <a:solidFill>
                <a:srgbClr val="EC0000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B3F86AB-B894-C808-9B9A-E3323D948C6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s-ES" dirty="0"/>
              <a:t>Plan de acción 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| Modelo de automatización</a:t>
            </a:r>
          </a:p>
        </p:txBody>
      </p:sp>
      <p:pic>
        <p:nvPicPr>
          <p:cNvPr id="9" name="Graphic 8" descr="Laptop outline">
            <a:extLst>
              <a:ext uri="{FF2B5EF4-FFF2-40B4-BE49-F238E27FC236}">
                <a16:creationId xmlns:a16="http://schemas.microsoft.com/office/drawing/2014/main" id="{B545DD9E-EDE5-A5A0-FFD6-C3FB4A3264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60463" y="2675145"/>
            <a:ext cx="1315007" cy="1315007"/>
          </a:xfrm>
          <a:prstGeom prst="rect">
            <a:avLst/>
          </a:prstGeom>
        </p:spPr>
      </p:pic>
      <p:pic>
        <p:nvPicPr>
          <p:cNvPr id="10" name="Picture 4" descr="Excel Logo Vector (.EPS) Free Download">
            <a:extLst>
              <a:ext uri="{FF2B5EF4-FFF2-40B4-BE49-F238E27FC236}">
                <a16:creationId xmlns:a16="http://schemas.microsoft.com/office/drawing/2014/main" id="{9750F413-CF51-2911-065E-0B5DC44F57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6" t="3026" r="2650" b="2868"/>
          <a:stretch>
            <a:fillRect/>
          </a:stretch>
        </p:blipFill>
        <p:spPr bwMode="auto">
          <a:xfrm>
            <a:off x="4543653" y="3096208"/>
            <a:ext cx="348627" cy="349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CFC76EDB-9AFC-4573-0956-443465EE51EC}"/>
              </a:ext>
            </a:extLst>
          </p:cNvPr>
          <p:cNvGrpSpPr/>
          <p:nvPr/>
        </p:nvGrpSpPr>
        <p:grpSpPr>
          <a:xfrm>
            <a:off x="3921269" y="1504943"/>
            <a:ext cx="1593395" cy="540249"/>
            <a:chOff x="4140725" y="1276343"/>
            <a:chExt cx="1593395" cy="540249"/>
          </a:xfrm>
        </p:grpSpPr>
        <p:sp>
          <p:nvSpPr>
            <p:cNvPr id="11" name="Rectángulo: esquinas redondeadas 129">
              <a:extLst>
                <a:ext uri="{FF2B5EF4-FFF2-40B4-BE49-F238E27FC236}">
                  <a16:creationId xmlns:a16="http://schemas.microsoft.com/office/drawing/2014/main" id="{F909CA6C-0CC7-9CFD-38C5-FE1738D392A6}"/>
                </a:ext>
              </a:extLst>
            </p:cNvPr>
            <p:cNvSpPr/>
            <p:nvPr/>
          </p:nvSpPr>
          <p:spPr>
            <a:xfrm>
              <a:off x="4140725" y="1276343"/>
              <a:ext cx="1593395" cy="540249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6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>
                <a:defRPr/>
              </a:pPr>
              <a:r>
                <a:rPr lang="es-ES" sz="2000" b="1" dirty="0">
                  <a:solidFill>
                    <a:prstClr val="black"/>
                  </a:solidFill>
                  <a:latin typeface="Santander Text" panose="020B0504020201020104"/>
                </a:rPr>
                <a:t>DEVO</a:t>
              </a:r>
            </a:p>
          </p:txBody>
        </p:sp>
        <p:pic>
          <p:nvPicPr>
            <p:cNvPr id="14" name="Picture 4" descr="https://avatars.githubusercontent.com/u/38523794?s=280&amp;v=4">
              <a:extLst>
                <a:ext uri="{FF2B5EF4-FFF2-40B4-BE49-F238E27FC236}">
                  <a16:creationId xmlns:a16="http://schemas.microsoft.com/office/drawing/2014/main" id="{1DB52370-0539-5C23-B422-0D18750B9F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6415" y="1320572"/>
              <a:ext cx="451789" cy="4517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CBAFB78-B4B9-A394-D993-B5E1D3057F83}"/>
              </a:ext>
            </a:extLst>
          </p:cNvPr>
          <p:cNvCxnSpPr>
            <a:cxnSpLocks/>
          </p:cNvCxnSpPr>
          <p:nvPr/>
        </p:nvCxnSpPr>
        <p:spPr>
          <a:xfrm>
            <a:off x="4717966" y="2124731"/>
            <a:ext cx="0" cy="79200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E60A27F-462C-4B0D-0C61-06315D040C25}"/>
              </a:ext>
            </a:extLst>
          </p:cNvPr>
          <p:cNvCxnSpPr>
            <a:cxnSpLocks/>
          </p:cNvCxnSpPr>
          <p:nvPr/>
        </p:nvCxnSpPr>
        <p:spPr>
          <a:xfrm>
            <a:off x="4717966" y="3797880"/>
            <a:ext cx="0" cy="79200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BE1F904-CF36-D5C1-CD13-66FFAD7C68C9}"/>
              </a:ext>
            </a:extLst>
          </p:cNvPr>
          <p:cNvCxnSpPr>
            <a:cxnSpLocks/>
          </p:cNvCxnSpPr>
          <p:nvPr/>
        </p:nvCxnSpPr>
        <p:spPr>
          <a:xfrm>
            <a:off x="6096000" y="845642"/>
            <a:ext cx="0" cy="5166717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08D33D8-30E0-022D-CFB5-0C3CC40DBAC0}"/>
              </a:ext>
            </a:extLst>
          </p:cNvPr>
          <p:cNvGrpSpPr/>
          <p:nvPr/>
        </p:nvGrpSpPr>
        <p:grpSpPr>
          <a:xfrm>
            <a:off x="-10511" y="934356"/>
            <a:ext cx="721535" cy="3420000"/>
            <a:chOff x="683172" y="1654064"/>
            <a:chExt cx="1093076" cy="686879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8CE8345-1D2A-9EE2-30B2-58E7713DA3C5}"/>
                </a:ext>
              </a:extLst>
            </p:cNvPr>
            <p:cNvCxnSpPr>
              <a:cxnSpLocks/>
            </p:cNvCxnSpPr>
            <p:nvPr/>
          </p:nvCxnSpPr>
          <p:spPr>
            <a:xfrm>
              <a:off x="1776248" y="1654064"/>
              <a:ext cx="0" cy="6868797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9ADF77-C5DA-B9ED-D48C-844D54F8B3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172" y="2707727"/>
              <a:ext cx="1093076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A2673E59-FF1B-2C2B-A855-CE5FCD453EF0}"/>
              </a:ext>
            </a:extLst>
          </p:cNvPr>
          <p:cNvSpPr/>
          <p:nvPr/>
        </p:nvSpPr>
        <p:spPr>
          <a:xfrm>
            <a:off x="727947" y="943787"/>
            <a:ext cx="2425412" cy="341300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88000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tx1"/>
                </a:solidFill>
              </a:rPr>
              <a:t>El modelo de automatización actual busca reducir el tiempo que invierte el equipo en validar los datos de los procesos diarios.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tx1"/>
                </a:solidFill>
              </a:rPr>
              <a:t>Se definió teniendo en cuenta que no se podían ejecutar procesos ni almacenar datos desde los sistemas productivos.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tx1"/>
                </a:solidFill>
              </a:rPr>
              <a:t>Tiene un límite de automatización, </a:t>
            </a:r>
            <a:r>
              <a:rPr lang="es-ES" sz="1200" b="1" dirty="0">
                <a:solidFill>
                  <a:schemeClr val="tx1"/>
                </a:solidFill>
              </a:rPr>
              <a:t>ya que en última instancia depende de una ejecución manual.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8DDC27F-F253-80DC-F04E-671401EDAF36}"/>
              </a:ext>
            </a:extLst>
          </p:cNvPr>
          <p:cNvSpPr/>
          <p:nvPr/>
        </p:nvSpPr>
        <p:spPr>
          <a:xfrm>
            <a:off x="810975" y="943787"/>
            <a:ext cx="2270231" cy="5046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b="1" dirty="0">
                <a:solidFill>
                  <a:schemeClr val="accent1"/>
                </a:solidFill>
              </a:rPr>
              <a:t>AS - IS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59E5E18-9BBE-A8D1-D870-3A2C6340C9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8589" y="4658127"/>
            <a:ext cx="809487" cy="860720"/>
          </a:xfrm>
          <a:prstGeom prst="rect">
            <a:avLst/>
          </a:prstGeom>
        </p:spPr>
      </p:pic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97B0CEA-37DD-9E22-18DD-29AD02D551B7}"/>
              </a:ext>
            </a:extLst>
          </p:cNvPr>
          <p:cNvCxnSpPr>
            <a:cxnSpLocks/>
          </p:cNvCxnSpPr>
          <p:nvPr/>
        </p:nvCxnSpPr>
        <p:spPr>
          <a:xfrm>
            <a:off x="7143332" y="2047671"/>
            <a:ext cx="0" cy="79200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91C37AB-8DEC-688F-A770-0DD96203C36E}"/>
              </a:ext>
            </a:extLst>
          </p:cNvPr>
          <p:cNvCxnSpPr>
            <a:cxnSpLocks/>
          </p:cNvCxnSpPr>
          <p:nvPr/>
        </p:nvCxnSpPr>
        <p:spPr>
          <a:xfrm>
            <a:off x="7143332" y="3766004"/>
            <a:ext cx="0" cy="79200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4" name="Picture 6">
            <a:extLst>
              <a:ext uri="{FF2B5EF4-FFF2-40B4-BE49-F238E27FC236}">
                <a16:creationId xmlns:a16="http://schemas.microsoft.com/office/drawing/2014/main" id="{AB966A07-2D52-7B28-4A7F-F3BEBD7865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19" t="33519" r="23333" b="33968"/>
          <a:stretch>
            <a:fillRect/>
          </a:stretch>
        </p:blipFill>
        <p:spPr bwMode="auto">
          <a:xfrm>
            <a:off x="6557202" y="1287422"/>
            <a:ext cx="1172260" cy="721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3EDA6EF2-D639-71B1-CC35-70AEADF1E0D3}"/>
              </a:ext>
            </a:extLst>
          </p:cNvPr>
          <p:cNvGrpSpPr/>
          <p:nvPr/>
        </p:nvGrpSpPr>
        <p:grpSpPr>
          <a:xfrm>
            <a:off x="8475522" y="3092361"/>
            <a:ext cx="1104901" cy="610583"/>
            <a:chOff x="5090752" y="1081200"/>
            <a:chExt cx="6250809" cy="3454283"/>
          </a:xfrm>
        </p:grpSpPr>
        <p:pic>
          <p:nvPicPr>
            <p:cNvPr id="2056" name="Picture 8">
              <a:extLst>
                <a:ext uri="{FF2B5EF4-FFF2-40B4-BE49-F238E27FC236}">
                  <a16:creationId xmlns:a16="http://schemas.microsoft.com/office/drawing/2014/main" id="{7C7B91EB-FFE3-2CF7-1113-BA1BA571E26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5072"/>
            <a:stretch>
              <a:fillRect/>
            </a:stretch>
          </p:blipFill>
          <p:spPr bwMode="auto">
            <a:xfrm>
              <a:off x="5090752" y="1081200"/>
              <a:ext cx="5477688" cy="21923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8" name="Picture 10">
              <a:extLst>
                <a:ext uri="{FF2B5EF4-FFF2-40B4-BE49-F238E27FC236}">
                  <a16:creationId xmlns:a16="http://schemas.microsoft.com/office/drawing/2014/main" id="{29425439-3994-AC89-9F4D-D0A67411FC6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730" t="31073" b="11944"/>
            <a:stretch>
              <a:fillRect/>
            </a:stretch>
          </p:blipFill>
          <p:spPr bwMode="auto">
            <a:xfrm>
              <a:off x="5090752" y="3286221"/>
              <a:ext cx="6250809" cy="12492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3CEA039-DB86-A1DE-2C68-15AE99D37A9D}"/>
              </a:ext>
            </a:extLst>
          </p:cNvPr>
          <p:cNvCxnSpPr>
            <a:cxnSpLocks/>
            <a:stCxn id="2056" idx="1"/>
            <a:endCxn id="24" idx="3"/>
          </p:cNvCxnSpPr>
          <p:nvPr/>
        </p:nvCxnSpPr>
        <p:spPr>
          <a:xfrm flipH="1" flipV="1">
            <a:off x="7463252" y="3283966"/>
            <a:ext cx="1012270" cy="2155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1E4777D-8D2A-16A0-D092-3CAD08752AF7}"/>
              </a:ext>
            </a:extLst>
          </p:cNvPr>
          <p:cNvGrpSpPr/>
          <p:nvPr/>
        </p:nvGrpSpPr>
        <p:grpSpPr>
          <a:xfrm flipH="1">
            <a:off x="11470465" y="934356"/>
            <a:ext cx="721535" cy="2268000"/>
            <a:chOff x="683172" y="1654064"/>
            <a:chExt cx="1093076" cy="455510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99EF5CC2-1DED-1490-F52A-22CECE9D3EB6}"/>
                </a:ext>
              </a:extLst>
            </p:cNvPr>
            <p:cNvCxnSpPr>
              <a:cxnSpLocks/>
            </p:cNvCxnSpPr>
            <p:nvPr/>
          </p:nvCxnSpPr>
          <p:spPr>
            <a:xfrm>
              <a:off x="1776248" y="1654064"/>
              <a:ext cx="0" cy="4555101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80A29EEB-BD10-FC8A-80E2-E6DC92400D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172" y="2707727"/>
              <a:ext cx="1093076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2392F205-1C00-FFA7-BC02-B139ED895BF2}"/>
              </a:ext>
            </a:extLst>
          </p:cNvPr>
          <p:cNvSpPr/>
          <p:nvPr/>
        </p:nvSpPr>
        <p:spPr>
          <a:xfrm>
            <a:off x="9014352" y="943787"/>
            <a:ext cx="2425412" cy="174434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88000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tx1"/>
                </a:solidFill>
              </a:rPr>
              <a:t>Queremos que todo esté orquestado en Control-M, </a:t>
            </a:r>
            <a:r>
              <a:rPr lang="es-ES" sz="1200" dirty="0" err="1">
                <a:solidFill>
                  <a:schemeClr val="tx1"/>
                </a:solidFill>
              </a:rPr>
              <a:t>Airflow</a:t>
            </a:r>
            <a:r>
              <a:rPr lang="es-ES" sz="1200" dirty="0">
                <a:solidFill>
                  <a:schemeClr val="tx1"/>
                </a:solidFill>
              </a:rPr>
              <a:t> y </a:t>
            </a:r>
            <a:r>
              <a:rPr lang="es-ES" sz="1200" dirty="0" err="1">
                <a:solidFill>
                  <a:schemeClr val="tx1"/>
                </a:solidFill>
              </a:rPr>
              <a:t>DataBricks</a:t>
            </a:r>
            <a:endParaRPr lang="es-ES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tx1"/>
                </a:solidFill>
              </a:rPr>
              <a:t>Los datos deben almacenarse en el servidor.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27FBF32-CC59-97E5-41EE-77DE4E97305C}"/>
              </a:ext>
            </a:extLst>
          </p:cNvPr>
          <p:cNvSpPr/>
          <p:nvPr/>
        </p:nvSpPr>
        <p:spPr>
          <a:xfrm>
            <a:off x="9087890" y="943787"/>
            <a:ext cx="2270231" cy="5046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b="1" dirty="0">
                <a:solidFill>
                  <a:schemeClr val="accent1"/>
                </a:solidFill>
              </a:rPr>
              <a:t>TO - BE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DB553C7-71C6-695C-28F8-A4ACCB5BDA94}"/>
              </a:ext>
            </a:extLst>
          </p:cNvPr>
          <p:cNvGrpSpPr/>
          <p:nvPr/>
        </p:nvGrpSpPr>
        <p:grpSpPr>
          <a:xfrm>
            <a:off x="7875421" y="4148816"/>
            <a:ext cx="1593395" cy="540249"/>
            <a:chOff x="7804906" y="4688980"/>
            <a:chExt cx="1593395" cy="540249"/>
          </a:xfrm>
        </p:grpSpPr>
        <p:sp>
          <p:nvSpPr>
            <p:cNvPr id="54" name="Rectángulo: esquinas redondeadas 129">
              <a:extLst>
                <a:ext uri="{FF2B5EF4-FFF2-40B4-BE49-F238E27FC236}">
                  <a16:creationId xmlns:a16="http://schemas.microsoft.com/office/drawing/2014/main" id="{5D7BB637-48C0-0AFD-B8E6-291626F202CA}"/>
                </a:ext>
              </a:extLst>
            </p:cNvPr>
            <p:cNvSpPr/>
            <p:nvPr/>
          </p:nvSpPr>
          <p:spPr>
            <a:xfrm>
              <a:off x="7804906" y="4688980"/>
              <a:ext cx="1593395" cy="540249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6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>
                <a:defRPr/>
              </a:pPr>
              <a:r>
                <a:rPr lang="es-ES" sz="2000" b="1" dirty="0">
                  <a:solidFill>
                    <a:prstClr val="black"/>
                  </a:solidFill>
                  <a:latin typeface="Santander Text" panose="020B0504020201020104"/>
                </a:rPr>
                <a:t>DEVO</a:t>
              </a:r>
            </a:p>
          </p:txBody>
        </p:sp>
        <p:pic>
          <p:nvPicPr>
            <p:cNvPr id="55" name="Picture 4" descr="https://avatars.githubusercontent.com/u/38523794?s=280&amp;v=4">
              <a:extLst>
                <a:ext uri="{FF2B5EF4-FFF2-40B4-BE49-F238E27FC236}">
                  <a16:creationId xmlns:a16="http://schemas.microsoft.com/office/drawing/2014/main" id="{92D062AB-D9A2-6F86-9F23-86BB72AF2B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80596" y="4733209"/>
              <a:ext cx="451789" cy="4517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851FEC5-85A6-F2E3-2708-4AFC49162118}"/>
              </a:ext>
            </a:extLst>
          </p:cNvPr>
          <p:cNvCxnSpPr>
            <a:cxnSpLocks/>
            <a:stCxn id="24" idx="3"/>
            <a:endCxn id="54" idx="0"/>
          </p:cNvCxnSpPr>
          <p:nvPr/>
        </p:nvCxnSpPr>
        <p:spPr>
          <a:xfrm>
            <a:off x="7463252" y="3283966"/>
            <a:ext cx="1208867" cy="86485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A blue and black text&#10;&#10;AI-generated content may be incorrect.">
            <a:extLst>
              <a:ext uri="{FF2B5EF4-FFF2-40B4-BE49-F238E27FC236}">
                <a16:creationId xmlns:a16="http://schemas.microsoft.com/office/drawing/2014/main" id="{C4CA3B0D-5E8C-B9A2-27C1-62197DE40CA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rcRect l="32794" t="24407" r="6169" b="31259"/>
          <a:stretch>
            <a:fillRect/>
          </a:stretch>
        </p:blipFill>
        <p:spPr>
          <a:xfrm>
            <a:off x="4197523" y="5288748"/>
            <a:ext cx="1040886" cy="238154"/>
          </a:xfrm>
          <a:prstGeom prst="rect">
            <a:avLst/>
          </a:prstGeom>
        </p:spPr>
      </p:pic>
      <p:pic>
        <p:nvPicPr>
          <p:cNvPr id="19" name="Picture 18" descr="A blue cloud on a black background&#10;&#10;AI-generated content may be incorrect.">
            <a:extLst>
              <a:ext uri="{FF2B5EF4-FFF2-40B4-BE49-F238E27FC236}">
                <a16:creationId xmlns:a16="http://schemas.microsoft.com/office/drawing/2014/main" id="{809B88CA-8B9F-A6CC-8DC1-6B0600A04B0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2"/>
              </a:ext>
            </a:extLst>
          </a:blip>
          <a:srcRect l="16431" t="28121" r="19116" b="25281"/>
          <a:stretch>
            <a:fillRect/>
          </a:stretch>
        </p:blipFill>
        <p:spPr>
          <a:xfrm>
            <a:off x="4165516" y="4599437"/>
            <a:ext cx="1104901" cy="798831"/>
          </a:xfrm>
          <a:prstGeom prst="rect">
            <a:avLst/>
          </a:prstGeom>
        </p:spPr>
      </p:pic>
      <p:pic>
        <p:nvPicPr>
          <p:cNvPr id="24" name="Picture 23" descr="A blue and yellow snake logo&#10;&#10;AI-generated content may be incorrect.">
            <a:extLst>
              <a:ext uri="{FF2B5EF4-FFF2-40B4-BE49-F238E27FC236}">
                <a16:creationId xmlns:a16="http://schemas.microsoft.com/office/drawing/2014/main" id="{4B55AEBE-4BEA-1D6D-BEE4-E8EDE6D8DE4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4"/>
              </a:ext>
            </a:extLst>
          </a:blip>
          <a:stretch>
            <a:fillRect/>
          </a:stretch>
        </p:blipFill>
        <p:spPr>
          <a:xfrm>
            <a:off x="6823412" y="2960847"/>
            <a:ext cx="639840" cy="646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615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73902-AA57-129A-43C6-A14D27F44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816997-F228-1BC4-D5A5-E2C944103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>
                <a:solidFill>
                  <a:srgbClr val="EC0000"/>
                </a:solidFill>
              </a:rPr>
              <a:pPr/>
              <a:t>10</a:t>
            </a:fld>
            <a:endParaRPr lang="es-ES" dirty="0">
              <a:solidFill>
                <a:srgbClr val="EC0000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43C9333-8877-FEFD-6E94-41E1CDBDC8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s-ES" dirty="0"/>
              <a:t>Plan de acción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| Principios</a:t>
            </a:r>
          </a:p>
        </p:txBody>
      </p:sp>
      <p:grpSp>
        <p:nvGrpSpPr>
          <p:cNvPr id="5" name="Groupe 1028">
            <a:extLst>
              <a:ext uri="{FF2B5EF4-FFF2-40B4-BE49-F238E27FC236}">
                <a16:creationId xmlns:a16="http://schemas.microsoft.com/office/drawing/2014/main" id="{53FFF7DC-B35C-3628-6A5A-EC299366BF76}"/>
              </a:ext>
            </a:extLst>
          </p:cNvPr>
          <p:cNvGrpSpPr>
            <a:grpSpLocks noChangeAspect="1"/>
          </p:cNvGrpSpPr>
          <p:nvPr/>
        </p:nvGrpSpPr>
        <p:grpSpPr>
          <a:xfrm>
            <a:off x="892060" y="980959"/>
            <a:ext cx="4227911" cy="4896085"/>
            <a:chOff x="3749650" y="949575"/>
            <a:chExt cx="4650705" cy="5385692"/>
          </a:xfrm>
        </p:grpSpPr>
        <p:grpSp>
          <p:nvGrpSpPr>
            <p:cNvPr id="52" name="Groupe 7">
              <a:extLst>
                <a:ext uri="{FF2B5EF4-FFF2-40B4-BE49-F238E27FC236}">
                  <a16:creationId xmlns:a16="http://schemas.microsoft.com/office/drawing/2014/main" id="{D3B7985B-7EE2-EAE3-825C-1A92DC404FCA}"/>
                </a:ext>
              </a:extLst>
            </p:cNvPr>
            <p:cNvGrpSpPr/>
            <p:nvPr/>
          </p:nvGrpSpPr>
          <p:grpSpPr>
            <a:xfrm>
              <a:off x="5379869" y="4683360"/>
              <a:ext cx="1754003" cy="1651907"/>
              <a:chOff x="-46569" y="1384300"/>
              <a:chExt cx="2218269" cy="2089152"/>
            </a:xfrm>
          </p:grpSpPr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23733130-6648-FA39-CAFA-43327ED8E3D6}"/>
                  </a:ext>
                </a:extLst>
              </p:cNvPr>
              <p:cNvSpPr/>
              <p:nvPr/>
            </p:nvSpPr>
            <p:spPr>
              <a:xfrm>
                <a:off x="876300" y="1384300"/>
                <a:ext cx="1295400" cy="12954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scene3d>
                <a:camera prst="isometricLeftDown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s-ES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A4508AAD-AC96-9E63-EC74-6B55B4A3DA01}"/>
                  </a:ext>
                </a:extLst>
              </p:cNvPr>
              <p:cNvSpPr/>
              <p:nvPr/>
            </p:nvSpPr>
            <p:spPr>
              <a:xfrm>
                <a:off x="414866" y="2178052"/>
                <a:ext cx="1295400" cy="1295400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</a:ln>
              <a:scene3d>
                <a:camera prst="isometricBottomDown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s-ES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D3CAC14E-11C3-D225-137A-39EE9F996DA7}"/>
                  </a:ext>
                </a:extLst>
              </p:cNvPr>
              <p:cNvSpPr/>
              <p:nvPr/>
            </p:nvSpPr>
            <p:spPr>
              <a:xfrm>
                <a:off x="-46569" y="1384300"/>
                <a:ext cx="1295400" cy="129540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  <a:scene3d>
                <a:camera prst="isometricRightUp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s-ES" dirty="0">
                  <a:solidFill>
                    <a:schemeClr val="accent2"/>
                  </a:solidFill>
                </a:endParaRPr>
              </a:p>
            </p:txBody>
          </p:sp>
        </p:grpSp>
        <p:grpSp>
          <p:nvGrpSpPr>
            <p:cNvPr id="53" name="Groupe 15">
              <a:extLst>
                <a:ext uri="{FF2B5EF4-FFF2-40B4-BE49-F238E27FC236}">
                  <a16:creationId xmlns:a16="http://schemas.microsoft.com/office/drawing/2014/main" id="{1CEA719C-030E-93C1-45FA-EF4567B7B9A8}"/>
                </a:ext>
              </a:extLst>
            </p:cNvPr>
            <p:cNvGrpSpPr/>
            <p:nvPr/>
          </p:nvGrpSpPr>
          <p:grpSpPr>
            <a:xfrm>
              <a:off x="5147735" y="3416756"/>
              <a:ext cx="1769529" cy="1666532"/>
              <a:chOff x="-46569" y="1384300"/>
              <a:chExt cx="2218269" cy="2089152"/>
            </a:xfrm>
          </p:grpSpPr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FCAF7FEC-5E2B-658F-B0DA-7142CA21BF70}"/>
                  </a:ext>
                </a:extLst>
              </p:cNvPr>
              <p:cNvSpPr/>
              <p:nvPr/>
            </p:nvSpPr>
            <p:spPr>
              <a:xfrm>
                <a:off x="876300" y="1384300"/>
                <a:ext cx="1295400" cy="12954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  <a:scene3d>
                <a:camera prst="isometricLeftDown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s-ES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FF493648-E6C4-C22D-45C3-E77FEF1AB499}"/>
                  </a:ext>
                </a:extLst>
              </p:cNvPr>
              <p:cNvSpPr/>
              <p:nvPr/>
            </p:nvSpPr>
            <p:spPr>
              <a:xfrm>
                <a:off x="414866" y="2178052"/>
                <a:ext cx="1295400" cy="12954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noFill/>
              </a:ln>
              <a:scene3d>
                <a:camera prst="isometricBottomDown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s-ES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A6DED84C-4622-47C3-8746-7E965A254B66}"/>
                  </a:ext>
                </a:extLst>
              </p:cNvPr>
              <p:cNvSpPr/>
              <p:nvPr/>
            </p:nvSpPr>
            <p:spPr>
              <a:xfrm>
                <a:off x="-46569" y="1384300"/>
                <a:ext cx="1295400" cy="129540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  <a:scene3d>
                <a:camera prst="isometricRightUp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s-ES" dirty="0">
                  <a:solidFill>
                    <a:schemeClr val="accent2"/>
                  </a:solidFill>
                </a:endParaRPr>
              </a:p>
            </p:txBody>
          </p:sp>
        </p:grpSp>
        <p:grpSp>
          <p:nvGrpSpPr>
            <p:cNvPr id="54" name="Groupe 6">
              <a:extLst>
                <a:ext uri="{FF2B5EF4-FFF2-40B4-BE49-F238E27FC236}">
                  <a16:creationId xmlns:a16="http://schemas.microsoft.com/office/drawing/2014/main" id="{7AEB7E3A-69E9-7688-2E79-8DE1C9393204}"/>
                </a:ext>
              </a:extLst>
            </p:cNvPr>
            <p:cNvGrpSpPr/>
            <p:nvPr/>
          </p:nvGrpSpPr>
          <p:grpSpPr>
            <a:xfrm>
              <a:off x="4038600" y="3910690"/>
              <a:ext cx="2218269" cy="2089152"/>
              <a:chOff x="-46569" y="1384300"/>
              <a:chExt cx="2218269" cy="2089152"/>
            </a:xfrm>
          </p:grpSpPr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81AE9969-F7BA-7341-CF67-1F7E19A07F0F}"/>
                  </a:ext>
                </a:extLst>
              </p:cNvPr>
              <p:cNvSpPr/>
              <p:nvPr/>
            </p:nvSpPr>
            <p:spPr>
              <a:xfrm>
                <a:off x="876300" y="1384300"/>
                <a:ext cx="1295400" cy="12954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scene3d>
                <a:camera prst="isometricLeftDown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s-ES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1FDFF20C-9C21-2691-0502-F9E2822366DC}"/>
                  </a:ext>
                </a:extLst>
              </p:cNvPr>
              <p:cNvSpPr/>
              <p:nvPr/>
            </p:nvSpPr>
            <p:spPr>
              <a:xfrm>
                <a:off x="414866" y="2178052"/>
                <a:ext cx="1295400" cy="12954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  <a:scene3d>
                <a:camera prst="isometricBottomDown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s-ES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FF912F77-4331-895A-312C-877672F166FE}"/>
                  </a:ext>
                </a:extLst>
              </p:cNvPr>
              <p:cNvSpPr/>
              <p:nvPr/>
            </p:nvSpPr>
            <p:spPr>
              <a:xfrm>
                <a:off x="-46569" y="1384300"/>
                <a:ext cx="1295400" cy="12954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scene3d>
                <a:camera prst="isometricRightUp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s-ES" dirty="0">
                  <a:solidFill>
                    <a:schemeClr val="accent2"/>
                  </a:solidFill>
                </a:endParaRPr>
              </a:p>
            </p:txBody>
          </p:sp>
        </p:grpSp>
        <p:grpSp>
          <p:nvGrpSpPr>
            <p:cNvPr id="55" name="Groupe 11">
              <a:extLst>
                <a:ext uri="{FF2B5EF4-FFF2-40B4-BE49-F238E27FC236}">
                  <a16:creationId xmlns:a16="http://schemas.microsoft.com/office/drawing/2014/main" id="{D0F8EC7B-6A5C-FF41-B3E1-FB2BA6A52148}"/>
                </a:ext>
              </a:extLst>
            </p:cNvPr>
            <p:cNvGrpSpPr/>
            <p:nvPr/>
          </p:nvGrpSpPr>
          <p:grpSpPr>
            <a:xfrm>
              <a:off x="7140330" y="3910690"/>
              <a:ext cx="971882" cy="915313"/>
              <a:chOff x="-46569" y="1384300"/>
              <a:chExt cx="2218269" cy="2089152"/>
            </a:xfrm>
          </p:grpSpPr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05274E2D-D1A4-D06E-911A-51714BA4B230}"/>
                  </a:ext>
                </a:extLst>
              </p:cNvPr>
              <p:cNvSpPr/>
              <p:nvPr/>
            </p:nvSpPr>
            <p:spPr>
              <a:xfrm>
                <a:off x="876300" y="1384300"/>
                <a:ext cx="1295400" cy="129540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  <a:scene3d>
                <a:camera prst="isometricLeftDown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s-ES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65486A80-DC1B-B786-41E8-849CDD031BA0}"/>
                  </a:ext>
                </a:extLst>
              </p:cNvPr>
              <p:cNvSpPr/>
              <p:nvPr/>
            </p:nvSpPr>
            <p:spPr>
              <a:xfrm>
                <a:off x="414866" y="2178052"/>
                <a:ext cx="1295400" cy="1295400"/>
              </a:xfrm>
              <a:prstGeom prst="rect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  <a:scene3d>
                <a:camera prst="isometricBottomDown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s-ES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871F41B3-CAFC-3A6F-D484-5F7CBB857516}"/>
                  </a:ext>
                </a:extLst>
              </p:cNvPr>
              <p:cNvSpPr/>
              <p:nvPr/>
            </p:nvSpPr>
            <p:spPr>
              <a:xfrm>
                <a:off x="-46569" y="1384300"/>
                <a:ext cx="1295400" cy="12954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  <a:scene3d>
                <a:camera prst="isometricRightUp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s-ES" dirty="0">
                  <a:solidFill>
                    <a:schemeClr val="accent2"/>
                  </a:solidFill>
                </a:endParaRPr>
              </a:p>
            </p:txBody>
          </p:sp>
        </p:grpSp>
        <p:grpSp>
          <p:nvGrpSpPr>
            <p:cNvPr id="56" name="Groupe 19">
              <a:extLst>
                <a:ext uri="{FF2B5EF4-FFF2-40B4-BE49-F238E27FC236}">
                  <a16:creationId xmlns:a16="http://schemas.microsoft.com/office/drawing/2014/main" id="{3704BF3B-EEFB-2EFB-38BA-E4750B620FE2}"/>
                </a:ext>
              </a:extLst>
            </p:cNvPr>
            <p:cNvGrpSpPr/>
            <p:nvPr/>
          </p:nvGrpSpPr>
          <p:grpSpPr>
            <a:xfrm>
              <a:off x="5813285" y="2464317"/>
              <a:ext cx="1831095" cy="1724512"/>
              <a:chOff x="-46569" y="1384300"/>
              <a:chExt cx="2218269" cy="2089152"/>
            </a:xfrm>
          </p:grpSpPr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82433097-FADC-E739-01CF-CEC0FFB45F17}"/>
                  </a:ext>
                </a:extLst>
              </p:cNvPr>
              <p:cNvSpPr/>
              <p:nvPr/>
            </p:nvSpPr>
            <p:spPr>
              <a:xfrm>
                <a:off x="876300" y="1384300"/>
                <a:ext cx="1295400" cy="12954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scene3d>
                <a:camera prst="isometricLeftDown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s-ES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7811A910-1E87-1FCB-28D3-4E4872C1D069}"/>
                  </a:ext>
                </a:extLst>
              </p:cNvPr>
              <p:cNvSpPr/>
              <p:nvPr/>
            </p:nvSpPr>
            <p:spPr>
              <a:xfrm>
                <a:off x="414866" y="2178052"/>
                <a:ext cx="1295400" cy="1295400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  <a:scene3d>
                <a:camera prst="isometricBottomDown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s-ES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C9230D06-3731-BD61-E240-D59371730209}"/>
                  </a:ext>
                </a:extLst>
              </p:cNvPr>
              <p:cNvSpPr/>
              <p:nvPr/>
            </p:nvSpPr>
            <p:spPr>
              <a:xfrm>
                <a:off x="-46569" y="1384300"/>
                <a:ext cx="1295400" cy="1295401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scene3d>
                <a:camera prst="isometricRightUp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s-ES" dirty="0">
                  <a:solidFill>
                    <a:schemeClr val="accent2"/>
                  </a:solidFill>
                </a:endParaRPr>
              </a:p>
            </p:txBody>
          </p:sp>
        </p:grpSp>
        <p:grpSp>
          <p:nvGrpSpPr>
            <p:cNvPr id="57" name="Groupe 27">
              <a:extLst>
                <a:ext uri="{FF2B5EF4-FFF2-40B4-BE49-F238E27FC236}">
                  <a16:creationId xmlns:a16="http://schemas.microsoft.com/office/drawing/2014/main" id="{1ED332F1-C387-38E5-CE89-F47040C79E0E}"/>
                </a:ext>
              </a:extLst>
            </p:cNvPr>
            <p:cNvGrpSpPr/>
            <p:nvPr/>
          </p:nvGrpSpPr>
          <p:grpSpPr>
            <a:xfrm>
              <a:off x="6474780" y="4234466"/>
              <a:ext cx="1013018" cy="954054"/>
              <a:chOff x="-46569" y="1384300"/>
              <a:chExt cx="2218269" cy="2089152"/>
            </a:xfrm>
          </p:grpSpPr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095FE33A-A453-8CC5-C88E-182849859DF2}"/>
                  </a:ext>
                </a:extLst>
              </p:cNvPr>
              <p:cNvSpPr/>
              <p:nvPr/>
            </p:nvSpPr>
            <p:spPr>
              <a:xfrm>
                <a:off x="876300" y="1384300"/>
                <a:ext cx="1295400" cy="12954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scene3d>
                <a:camera prst="isometricLeftDown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s-ES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552A9AF1-5297-C49E-CC28-722515088D11}"/>
                  </a:ext>
                </a:extLst>
              </p:cNvPr>
              <p:cNvSpPr/>
              <p:nvPr/>
            </p:nvSpPr>
            <p:spPr>
              <a:xfrm>
                <a:off x="414866" y="2178052"/>
                <a:ext cx="1295400" cy="12954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  <a:scene3d>
                <a:camera prst="isometricBottomDown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s-ES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79285AA2-1AFC-2465-B51C-504451258697}"/>
                  </a:ext>
                </a:extLst>
              </p:cNvPr>
              <p:cNvSpPr/>
              <p:nvPr/>
            </p:nvSpPr>
            <p:spPr>
              <a:xfrm>
                <a:off x="-46569" y="1384300"/>
                <a:ext cx="1295400" cy="12954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scene3d>
                <a:camera prst="isometricRightUp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s-ES" dirty="0">
                  <a:solidFill>
                    <a:schemeClr val="accent2"/>
                  </a:solidFill>
                </a:endParaRPr>
              </a:p>
            </p:txBody>
          </p:sp>
        </p:grpSp>
        <p:grpSp>
          <p:nvGrpSpPr>
            <p:cNvPr id="58" name="Groupe 31">
              <a:extLst>
                <a:ext uri="{FF2B5EF4-FFF2-40B4-BE49-F238E27FC236}">
                  <a16:creationId xmlns:a16="http://schemas.microsoft.com/office/drawing/2014/main" id="{C917B311-033E-A8AE-6DB8-3FAC12426746}"/>
                </a:ext>
              </a:extLst>
            </p:cNvPr>
            <p:cNvGrpSpPr/>
            <p:nvPr/>
          </p:nvGrpSpPr>
          <p:grpSpPr>
            <a:xfrm>
              <a:off x="3749650" y="3417657"/>
              <a:ext cx="1194072" cy="1124570"/>
              <a:chOff x="-46569" y="1384300"/>
              <a:chExt cx="2218269" cy="2089152"/>
            </a:xfrm>
          </p:grpSpPr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7FE46481-661C-7619-6022-5BC5EE9A3D8C}"/>
                  </a:ext>
                </a:extLst>
              </p:cNvPr>
              <p:cNvSpPr/>
              <p:nvPr/>
            </p:nvSpPr>
            <p:spPr>
              <a:xfrm>
                <a:off x="876300" y="1384300"/>
                <a:ext cx="1295400" cy="12954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  <a:scene3d>
                <a:camera prst="isometricLeftDown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s-ES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6AFF3D38-8A1E-1707-FEAA-E5F940EF1D2F}"/>
                  </a:ext>
                </a:extLst>
              </p:cNvPr>
              <p:cNvSpPr/>
              <p:nvPr/>
            </p:nvSpPr>
            <p:spPr>
              <a:xfrm>
                <a:off x="414866" y="2178052"/>
                <a:ext cx="1295400" cy="12954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noFill/>
              </a:ln>
              <a:scene3d>
                <a:camera prst="isometricBottomDown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s-ES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6F86F56A-E1FB-5708-9C90-3AC2B0D5239C}"/>
                  </a:ext>
                </a:extLst>
              </p:cNvPr>
              <p:cNvSpPr/>
              <p:nvPr/>
            </p:nvSpPr>
            <p:spPr>
              <a:xfrm>
                <a:off x="-46569" y="1384300"/>
                <a:ext cx="1295400" cy="129540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  <a:scene3d>
                <a:camera prst="isometricRightUp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s-ES" dirty="0">
                  <a:solidFill>
                    <a:schemeClr val="accent2"/>
                  </a:solidFill>
                </a:endParaRPr>
              </a:p>
            </p:txBody>
          </p:sp>
        </p:grpSp>
        <p:grpSp>
          <p:nvGrpSpPr>
            <p:cNvPr id="59" name="Groupe 35">
              <a:extLst>
                <a:ext uri="{FF2B5EF4-FFF2-40B4-BE49-F238E27FC236}">
                  <a16:creationId xmlns:a16="http://schemas.microsoft.com/office/drawing/2014/main" id="{B1171E18-14ED-01D4-FC87-8304BB321703}"/>
                </a:ext>
              </a:extLst>
            </p:cNvPr>
            <p:cNvGrpSpPr/>
            <p:nvPr/>
          </p:nvGrpSpPr>
          <p:grpSpPr>
            <a:xfrm>
              <a:off x="4452105" y="2447027"/>
              <a:ext cx="1391258" cy="1310278"/>
              <a:chOff x="-46569" y="1384300"/>
              <a:chExt cx="2218269" cy="2089152"/>
            </a:xfrm>
          </p:grpSpPr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4CB3BA04-9F37-6EE9-BC5B-E022C6A03FFB}"/>
                  </a:ext>
                </a:extLst>
              </p:cNvPr>
              <p:cNvSpPr/>
              <p:nvPr/>
            </p:nvSpPr>
            <p:spPr>
              <a:xfrm>
                <a:off x="876300" y="1384300"/>
                <a:ext cx="1295400" cy="12954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scene3d>
                <a:camera prst="isometricLeftDown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s-ES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07FDD06D-2C4A-F97A-55CD-8540C7941B17}"/>
                  </a:ext>
                </a:extLst>
              </p:cNvPr>
              <p:cNvSpPr/>
              <p:nvPr/>
            </p:nvSpPr>
            <p:spPr>
              <a:xfrm>
                <a:off x="414866" y="2178052"/>
                <a:ext cx="1295400" cy="1295400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</a:ln>
              <a:scene3d>
                <a:camera prst="isometricBottomDown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s-ES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72EACBEB-B3E5-FB7B-BECC-B5FAB7695C6A}"/>
                  </a:ext>
                </a:extLst>
              </p:cNvPr>
              <p:cNvSpPr/>
              <p:nvPr/>
            </p:nvSpPr>
            <p:spPr>
              <a:xfrm>
                <a:off x="-46569" y="1384300"/>
                <a:ext cx="1295400" cy="129540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  <a:scene3d>
                <a:camera prst="isometricRightUp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s-ES" dirty="0">
                  <a:solidFill>
                    <a:schemeClr val="accent2"/>
                  </a:solidFill>
                </a:endParaRPr>
              </a:p>
            </p:txBody>
          </p:sp>
        </p:grpSp>
        <p:grpSp>
          <p:nvGrpSpPr>
            <p:cNvPr id="60" name="Groupe 39">
              <a:extLst>
                <a:ext uri="{FF2B5EF4-FFF2-40B4-BE49-F238E27FC236}">
                  <a16:creationId xmlns:a16="http://schemas.microsoft.com/office/drawing/2014/main" id="{121EE047-C29E-01A9-B76C-4F0C43F560F3}"/>
                </a:ext>
              </a:extLst>
            </p:cNvPr>
            <p:cNvGrpSpPr/>
            <p:nvPr/>
          </p:nvGrpSpPr>
          <p:grpSpPr>
            <a:xfrm>
              <a:off x="5215234" y="1383358"/>
              <a:ext cx="1470268" cy="1384690"/>
              <a:chOff x="-46569" y="1384300"/>
              <a:chExt cx="2218269" cy="2089152"/>
            </a:xfrm>
          </p:grpSpPr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F6F63BAB-95AB-42C4-28FF-559FE034DB8D}"/>
                  </a:ext>
                </a:extLst>
              </p:cNvPr>
              <p:cNvSpPr/>
              <p:nvPr/>
            </p:nvSpPr>
            <p:spPr>
              <a:xfrm>
                <a:off x="876300" y="1384300"/>
                <a:ext cx="1295400" cy="129540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  <a:scene3d>
                <a:camera prst="isometricLeftDown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s-ES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457F0C72-4D71-7A10-0078-DAF4A421E012}"/>
                  </a:ext>
                </a:extLst>
              </p:cNvPr>
              <p:cNvSpPr/>
              <p:nvPr/>
            </p:nvSpPr>
            <p:spPr>
              <a:xfrm>
                <a:off x="414866" y="2178052"/>
                <a:ext cx="1295400" cy="1295400"/>
              </a:xfrm>
              <a:prstGeom prst="rect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  <a:scene3d>
                <a:camera prst="isometricBottomDown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s-ES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C1396D9B-1144-638F-7AF4-3819BD5A6008}"/>
                  </a:ext>
                </a:extLst>
              </p:cNvPr>
              <p:cNvSpPr/>
              <p:nvPr/>
            </p:nvSpPr>
            <p:spPr>
              <a:xfrm>
                <a:off x="-46569" y="1384300"/>
                <a:ext cx="1295400" cy="12954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  <a:scene3d>
                <a:camera prst="isometricRightUp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s-ES" dirty="0">
                  <a:solidFill>
                    <a:schemeClr val="accent2"/>
                  </a:solidFill>
                </a:endParaRPr>
              </a:p>
            </p:txBody>
          </p:sp>
        </p:grpSp>
        <p:grpSp>
          <p:nvGrpSpPr>
            <p:cNvPr id="61" name="Groupe 43">
              <a:extLst>
                <a:ext uri="{FF2B5EF4-FFF2-40B4-BE49-F238E27FC236}">
                  <a16:creationId xmlns:a16="http://schemas.microsoft.com/office/drawing/2014/main" id="{A19E7FE5-82DC-4C34-6979-A84EB1217DF1}"/>
                </a:ext>
              </a:extLst>
            </p:cNvPr>
            <p:cNvGrpSpPr/>
            <p:nvPr/>
          </p:nvGrpSpPr>
          <p:grpSpPr>
            <a:xfrm>
              <a:off x="7960672" y="949575"/>
              <a:ext cx="439683" cy="414090"/>
              <a:chOff x="-46569" y="1384300"/>
              <a:chExt cx="2218269" cy="2089152"/>
            </a:xfrm>
          </p:grpSpPr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82BCB6F5-DD9B-B585-785F-49047381769C}"/>
                  </a:ext>
                </a:extLst>
              </p:cNvPr>
              <p:cNvSpPr/>
              <p:nvPr/>
            </p:nvSpPr>
            <p:spPr>
              <a:xfrm>
                <a:off x="876300" y="1384300"/>
                <a:ext cx="1295400" cy="12954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scene3d>
                <a:camera prst="isometricLeftDown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s-ES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CDA5AFB5-9698-E6B4-529D-28FB85D7C3F6}"/>
                  </a:ext>
                </a:extLst>
              </p:cNvPr>
              <p:cNvSpPr/>
              <p:nvPr/>
            </p:nvSpPr>
            <p:spPr>
              <a:xfrm>
                <a:off x="414866" y="2178052"/>
                <a:ext cx="1295400" cy="1295400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  <a:scene3d>
                <a:camera prst="isometricBottomDown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s-ES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905C4654-1FC4-B152-F951-56D9741FEA32}"/>
                  </a:ext>
                </a:extLst>
              </p:cNvPr>
              <p:cNvSpPr/>
              <p:nvPr/>
            </p:nvSpPr>
            <p:spPr>
              <a:xfrm>
                <a:off x="-46569" y="1384300"/>
                <a:ext cx="1295400" cy="12954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scene3d>
                <a:camera prst="isometricRightUp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s-ES" dirty="0">
                  <a:solidFill>
                    <a:schemeClr val="accent2"/>
                  </a:solidFill>
                </a:endParaRPr>
              </a:p>
            </p:txBody>
          </p:sp>
        </p:grpSp>
        <p:grpSp>
          <p:nvGrpSpPr>
            <p:cNvPr id="62" name="Groupe 47">
              <a:extLst>
                <a:ext uri="{FF2B5EF4-FFF2-40B4-BE49-F238E27FC236}">
                  <a16:creationId xmlns:a16="http://schemas.microsoft.com/office/drawing/2014/main" id="{D13D1CC8-11E1-6365-4252-46CB08F835FE}"/>
                </a:ext>
              </a:extLst>
            </p:cNvPr>
            <p:cNvGrpSpPr/>
            <p:nvPr/>
          </p:nvGrpSpPr>
          <p:grpSpPr>
            <a:xfrm>
              <a:off x="7487798" y="1593882"/>
              <a:ext cx="841702" cy="792710"/>
              <a:chOff x="-46569" y="1384300"/>
              <a:chExt cx="2218269" cy="2089152"/>
            </a:xfrm>
          </p:grpSpPr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8D1FFF80-A02F-AC62-5C5D-E708EFAFB4EB}"/>
                  </a:ext>
                </a:extLst>
              </p:cNvPr>
              <p:cNvSpPr/>
              <p:nvPr/>
            </p:nvSpPr>
            <p:spPr>
              <a:xfrm>
                <a:off x="876300" y="1384300"/>
                <a:ext cx="1295400" cy="12954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  <a:scene3d>
                <a:camera prst="isometricLeftDown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s-ES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FFDA8537-E9BB-701B-504F-97AEAFD4C63C}"/>
                  </a:ext>
                </a:extLst>
              </p:cNvPr>
              <p:cNvSpPr/>
              <p:nvPr/>
            </p:nvSpPr>
            <p:spPr>
              <a:xfrm>
                <a:off x="414866" y="2178052"/>
                <a:ext cx="1295400" cy="12954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noFill/>
              </a:ln>
              <a:scene3d>
                <a:camera prst="isometricBottomDown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s-ES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A7FDCA0A-B281-ABBB-ED16-7BE54EBD64A2}"/>
                  </a:ext>
                </a:extLst>
              </p:cNvPr>
              <p:cNvSpPr/>
              <p:nvPr/>
            </p:nvSpPr>
            <p:spPr>
              <a:xfrm>
                <a:off x="-46569" y="1384300"/>
                <a:ext cx="1295400" cy="129540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  <a:scene3d>
                <a:camera prst="isometricRightUp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s-ES" dirty="0">
                  <a:solidFill>
                    <a:schemeClr val="accent2"/>
                  </a:solidFill>
                </a:endParaRPr>
              </a:p>
            </p:txBody>
          </p:sp>
        </p:grpSp>
        <p:grpSp>
          <p:nvGrpSpPr>
            <p:cNvPr id="63" name="Groupe 51">
              <a:extLst>
                <a:ext uri="{FF2B5EF4-FFF2-40B4-BE49-F238E27FC236}">
                  <a16:creationId xmlns:a16="http://schemas.microsoft.com/office/drawing/2014/main" id="{7EC6162A-1DDD-6879-5C23-D607FCD9902B}"/>
                </a:ext>
              </a:extLst>
            </p:cNvPr>
            <p:cNvGrpSpPr/>
            <p:nvPr/>
          </p:nvGrpSpPr>
          <p:grpSpPr>
            <a:xfrm>
              <a:off x="6877160" y="1322234"/>
              <a:ext cx="488093" cy="459683"/>
              <a:chOff x="-46569" y="1384300"/>
              <a:chExt cx="2218269" cy="2089152"/>
            </a:xfrm>
          </p:grpSpPr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C5B4DB76-438A-1B61-3BA9-85C507D4BA73}"/>
                  </a:ext>
                </a:extLst>
              </p:cNvPr>
              <p:cNvSpPr/>
              <p:nvPr/>
            </p:nvSpPr>
            <p:spPr>
              <a:xfrm>
                <a:off x="876300" y="1384300"/>
                <a:ext cx="1295400" cy="12954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scene3d>
                <a:camera prst="isometricLeftDown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s-ES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70FC14FA-8479-89DF-C1AD-D9F71A3B71D8}"/>
                  </a:ext>
                </a:extLst>
              </p:cNvPr>
              <p:cNvSpPr/>
              <p:nvPr/>
            </p:nvSpPr>
            <p:spPr>
              <a:xfrm>
                <a:off x="414866" y="2178052"/>
                <a:ext cx="1295400" cy="12954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  <a:scene3d>
                <a:camera prst="isometricBottomDown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s-ES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52C8B8E9-EAB3-FB77-A127-B5E2E629F64D}"/>
                  </a:ext>
                </a:extLst>
              </p:cNvPr>
              <p:cNvSpPr/>
              <p:nvPr/>
            </p:nvSpPr>
            <p:spPr>
              <a:xfrm>
                <a:off x="-46569" y="1384300"/>
                <a:ext cx="1295400" cy="12954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scene3d>
                <a:camera prst="isometricRightUp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s-ES" dirty="0">
                  <a:solidFill>
                    <a:schemeClr val="accent2"/>
                  </a:solidFill>
                </a:endParaRPr>
              </a:p>
            </p:txBody>
          </p:sp>
        </p:grpSp>
        <p:grpSp>
          <p:nvGrpSpPr>
            <p:cNvPr id="64" name="Groupe 55">
              <a:extLst>
                <a:ext uri="{FF2B5EF4-FFF2-40B4-BE49-F238E27FC236}">
                  <a16:creationId xmlns:a16="http://schemas.microsoft.com/office/drawing/2014/main" id="{DAE551BC-1D1D-B9A5-6382-69A99484C2D6}"/>
                </a:ext>
              </a:extLst>
            </p:cNvPr>
            <p:cNvGrpSpPr/>
            <p:nvPr/>
          </p:nvGrpSpPr>
          <p:grpSpPr>
            <a:xfrm>
              <a:off x="6879166" y="2455834"/>
              <a:ext cx="1470268" cy="1384690"/>
              <a:chOff x="-46569" y="1384300"/>
              <a:chExt cx="2218269" cy="2089152"/>
            </a:xfrm>
          </p:grpSpPr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2F4C723B-630D-04D6-BF5D-63FD747AEE17}"/>
                  </a:ext>
                </a:extLst>
              </p:cNvPr>
              <p:cNvSpPr/>
              <p:nvPr/>
            </p:nvSpPr>
            <p:spPr>
              <a:xfrm>
                <a:off x="876300" y="1384300"/>
                <a:ext cx="1295400" cy="129540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  <a:scene3d>
                <a:camera prst="isometricLeftDown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s-ES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CF925FDF-C52A-8E87-95D3-E51E03BC3A35}"/>
                  </a:ext>
                </a:extLst>
              </p:cNvPr>
              <p:cNvSpPr/>
              <p:nvPr/>
            </p:nvSpPr>
            <p:spPr>
              <a:xfrm>
                <a:off x="414866" y="2178052"/>
                <a:ext cx="1295400" cy="1295400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  <a:scene3d>
                <a:camera prst="isometricBottomDown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s-ES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8EF53D24-DC17-F10E-95EB-B30F5BCD1DC9}"/>
                  </a:ext>
                </a:extLst>
              </p:cNvPr>
              <p:cNvSpPr/>
              <p:nvPr/>
            </p:nvSpPr>
            <p:spPr>
              <a:xfrm>
                <a:off x="-46569" y="1384300"/>
                <a:ext cx="1295400" cy="12954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  <a:scene3d>
                <a:camera prst="isometricRightUp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s-ES" dirty="0">
                  <a:solidFill>
                    <a:schemeClr val="accent2"/>
                  </a:solidFill>
                </a:endParaRPr>
              </a:p>
            </p:txBody>
          </p:sp>
        </p:grpSp>
        <p:grpSp>
          <p:nvGrpSpPr>
            <p:cNvPr id="65" name="Groupe 59">
              <a:extLst>
                <a:ext uri="{FF2B5EF4-FFF2-40B4-BE49-F238E27FC236}">
                  <a16:creationId xmlns:a16="http://schemas.microsoft.com/office/drawing/2014/main" id="{9DE73570-AD42-FB4F-396D-7446A1CB14FD}"/>
                </a:ext>
              </a:extLst>
            </p:cNvPr>
            <p:cNvGrpSpPr/>
            <p:nvPr/>
          </p:nvGrpSpPr>
          <p:grpSpPr>
            <a:xfrm>
              <a:off x="4255667" y="3089646"/>
              <a:ext cx="191284" cy="180150"/>
              <a:chOff x="-46569" y="1384300"/>
              <a:chExt cx="2218269" cy="2089152"/>
            </a:xfrm>
          </p:grpSpPr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7ACEA95C-05DF-3625-1903-54BE629636B4}"/>
                  </a:ext>
                </a:extLst>
              </p:cNvPr>
              <p:cNvSpPr/>
              <p:nvPr/>
            </p:nvSpPr>
            <p:spPr>
              <a:xfrm>
                <a:off x="876300" y="1384300"/>
                <a:ext cx="1295400" cy="129540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  <a:scene3d>
                <a:camera prst="isometricLeftDown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s-ES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61FF5DF3-04A4-D7DF-3E5D-8CB7769A3D84}"/>
                  </a:ext>
                </a:extLst>
              </p:cNvPr>
              <p:cNvSpPr/>
              <p:nvPr/>
            </p:nvSpPr>
            <p:spPr>
              <a:xfrm>
                <a:off x="414866" y="2178052"/>
                <a:ext cx="1295400" cy="1295400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  <a:scene3d>
                <a:camera prst="isometricBottomDown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s-ES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189B7034-B82B-EBF8-2C7C-29593A2E8852}"/>
                  </a:ext>
                </a:extLst>
              </p:cNvPr>
              <p:cNvSpPr/>
              <p:nvPr/>
            </p:nvSpPr>
            <p:spPr>
              <a:xfrm>
                <a:off x="-46569" y="1384300"/>
                <a:ext cx="1295400" cy="12954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  <a:scene3d>
                <a:camera prst="isometricRightUp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s-ES" dirty="0">
                  <a:solidFill>
                    <a:schemeClr val="accent2"/>
                  </a:solidFill>
                </a:endParaRPr>
              </a:p>
            </p:txBody>
          </p:sp>
        </p:grpSp>
        <p:grpSp>
          <p:nvGrpSpPr>
            <p:cNvPr id="66" name="Groupe 1023">
              <a:extLst>
                <a:ext uri="{FF2B5EF4-FFF2-40B4-BE49-F238E27FC236}">
                  <a16:creationId xmlns:a16="http://schemas.microsoft.com/office/drawing/2014/main" id="{0AE2A3EF-027A-8507-88D8-3CACF4E70E68}"/>
                </a:ext>
              </a:extLst>
            </p:cNvPr>
            <p:cNvGrpSpPr/>
            <p:nvPr/>
          </p:nvGrpSpPr>
          <p:grpSpPr>
            <a:xfrm>
              <a:off x="4574259" y="1661163"/>
              <a:ext cx="509309" cy="479665"/>
              <a:chOff x="-46569" y="1384300"/>
              <a:chExt cx="2218269" cy="2089152"/>
            </a:xfrm>
          </p:grpSpPr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B44B7896-B254-3F52-2D3A-816E70D5FD16}"/>
                  </a:ext>
                </a:extLst>
              </p:cNvPr>
              <p:cNvSpPr/>
              <p:nvPr/>
            </p:nvSpPr>
            <p:spPr>
              <a:xfrm>
                <a:off x="876300" y="1384300"/>
                <a:ext cx="1295400" cy="129540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  <a:scene3d>
                <a:camera prst="isometricLeftDown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s-ES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9C45F50E-9068-E502-CD9E-4069C81BBF20}"/>
                  </a:ext>
                </a:extLst>
              </p:cNvPr>
              <p:cNvSpPr/>
              <p:nvPr/>
            </p:nvSpPr>
            <p:spPr>
              <a:xfrm>
                <a:off x="414866" y="2178052"/>
                <a:ext cx="1295400" cy="1295400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  <a:scene3d>
                <a:camera prst="isometricBottomDown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s-ES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CD9B1878-9EF7-B876-DA03-FC131AB9F4D5}"/>
                  </a:ext>
                </a:extLst>
              </p:cNvPr>
              <p:cNvSpPr/>
              <p:nvPr/>
            </p:nvSpPr>
            <p:spPr>
              <a:xfrm>
                <a:off x="-46569" y="1384300"/>
                <a:ext cx="1295400" cy="12954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  <a:scene3d>
                <a:camera prst="isometricRightUp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s-ES" dirty="0">
                  <a:solidFill>
                    <a:schemeClr val="accent2"/>
                  </a:solidFill>
                </a:endParaRPr>
              </a:p>
            </p:txBody>
          </p:sp>
        </p:grpSp>
      </p:grpSp>
      <p:grpSp>
        <p:nvGrpSpPr>
          <p:cNvPr id="7" name="Groupe 1029">
            <a:extLst>
              <a:ext uri="{FF2B5EF4-FFF2-40B4-BE49-F238E27FC236}">
                <a16:creationId xmlns:a16="http://schemas.microsoft.com/office/drawing/2014/main" id="{B5A947CB-82F7-E18F-B3F1-C20A8AB9FB2C}"/>
              </a:ext>
            </a:extLst>
          </p:cNvPr>
          <p:cNvGrpSpPr/>
          <p:nvPr/>
        </p:nvGrpSpPr>
        <p:grpSpPr>
          <a:xfrm>
            <a:off x="5920062" y="1024233"/>
            <a:ext cx="5379875" cy="830997"/>
            <a:chOff x="5897192" y="1204509"/>
            <a:chExt cx="5379875" cy="830997"/>
          </a:xfrm>
        </p:grpSpPr>
        <p:sp>
          <p:nvSpPr>
            <p:cNvPr id="50" name="TextBox 37">
              <a:extLst>
                <a:ext uri="{FF2B5EF4-FFF2-40B4-BE49-F238E27FC236}">
                  <a16:creationId xmlns:a16="http://schemas.microsoft.com/office/drawing/2014/main" id="{8FB5FDC8-54A2-1F87-AB2A-CE718C81C11B}"/>
                </a:ext>
              </a:extLst>
            </p:cNvPr>
            <p:cNvSpPr txBox="1"/>
            <p:nvPr/>
          </p:nvSpPr>
          <p:spPr>
            <a:xfrm>
              <a:off x="6597067" y="1204509"/>
              <a:ext cx="46800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ES" sz="1600" b="1" dirty="0">
                  <a:solidFill>
                    <a:schemeClr val="accent5"/>
                  </a:solidFill>
                </a:rPr>
                <a:t>ORQUESTACIÓN</a:t>
              </a:r>
            </a:p>
            <a:p>
              <a:r>
                <a:rPr lang="es-ES" sz="1600" dirty="0"/>
                <a:t>Todos los procesos tienen que estar planificados en Control-M o </a:t>
              </a:r>
              <a:r>
                <a:rPr lang="es-ES" sz="1600" dirty="0" err="1"/>
                <a:t>Airflow</a:t>
              </a:r>
              <a:endParaRPr lang="es-ES" sz="1600" dirty="0"/>
            </a:p>
          </p:txBody>
        </p:sp>
        <p:sp>
          <p:nvSpPr>
            <p:cNvPr id="51" name="Oval 3">
              <a:extLst>
                <a:ext uri="{FF2B5EF4-FFF2-40B4-BE49-F238E27FC236}">
                  <a16:creationId xmlns:a16="http://schemas.microsoft.com/office/drawing/2014/main" id="{45515039-4B43-03E2-17AD-CD8BCEC0A997}"/>
                </a:ext>
              </a:extLst>
            </p:cNvPr>
            <p:cNvSpPr/>
            <p:nvPr/>
          </p:nvSpPr>
          <p:spPr>
            <a:xfrm flipH="1">
              <a:off x="5897192" y="1308188"/>
              <a:ext cx="623638" cy="623638"/>
            </a:xfrm>
            <a:prstGeom prst="rect">
              <a:avLst/>
            </a:prstGeom>
            <a:noFill/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2400" b="1" dirty="0">
                  <a:solidFill>
                    <a:schemeClr val="accent5"/>
                  </a:solidFill>
                </a:rPr>
                <a:t>1</a:t>
              </a:r>
            </a:p>
          </p:txBody>
        </p:sp>
      </p:grpSp>
      <p:grpSp>
        <p:nvGrpSpPr>
          <p:cNvPr id="8" name="Groupe 1032">
            <a:extLst>
              <a:ext uri="{FF2B5EF4-FFF2-40B4-BE49-F238E27FC236}">
                <a16:creationId xmlns:a16="http://schemas.microsoft.com/office/drawing/2014/main" id="{8228B030-F84F-436E-844A-F7F5CCAE19FF}"/>
              </a:ext>
            </a:extLst>
          </p:cNvPr>
          <p:cNvGrpSpPr/>
          <p:nvPr/>
        </p:nvGrpSpPr>
        <p:grpSpPr>
          <a:xfrm>
            <a:off x="5920062" y="1931218"/>
            <a:ext cx="5379875" cy="830997"/>
            <a:chOff x="5897192" y="2035506"/>
            <a:chExt cx="5379875" cy="830997"/>
          </a:xfrm>
        </p:grpSpPr>
        <p:sp>
          <p:nvSpPr>
            <p:cNvPr id="48" name="TextBox 37">
              <a:extLst>
                <a:ext uri="{FF2B5EF4-FFF2-40B4-BE49-F238E27FC236}">
                  <a16:creationId xmlns:a16="http://schemas.microsoft.com/office/drawing/2014/main" id="{2CF3ADC9-44F8-7CBD-B27A-A517C255AA43}"/>
                </a:ext>
              </a:extLst>
            </p:cNvPr>
            <p:cNvSpPr txBox="1"/>
            <p:nvPr/>
          </p:nvSpPr>
          <p:spPr>
            <a:xfrm>
              <a:off x="6597067" y="2035506"/>
              <a:ext cx="46800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ES" sz="1600" b="1" dirty="0">
                  <a:solidFill>
                    <a:schemeClr val="accent4"/>
                  </a:solidFill>
                </a:rPr>
                <a:t>AUTOMATIZACIÓN</a:t>
              </a:r>
            </a:p>
            <a:p>
              <a:r>
                <a:rPr lang="es-ES" sz="1600" dirty="0"/>
                <a:t>Los procesos se tienen que ejecutar de manera automática, sin intervención manual.</a:t>
              </a:r>
            </a:p>
          </p:txBody>
        </p:sp>
        <p:sp>
          <p:nvSpPr>
            <p:cNvPr id="49" name="Oval 3">
              <a:extLst>
                <a:ext uri="{FF2B5EF4-FFF2-40B4-BE49-F238E27FC236}">
                  <a16:creationId xmlns:a16="http://schemas.microsoft.com/office/drawing/2014/main" id="{D4A60612-C18A-2AB5-E169-A94D0BD413AF}"/>
                </a:ext>
              </a:extLst>
            </p:cNvPr>
            <p:cNvSpPr/>
            <p:nvPr/>
          </p:nvSpPr>
          <p:spPr>
            <a:xfrm flipH="1">
              <a:off x="5897192" y="2139185"/>
              <a:ext cx="623638" cy="623638"/>
            </a:xfrm>
            <a:prstGeom prst="rect">
              <a:avLst/>
            </a:prstGeom>
            <a:noFill/>
            <a:ln w="2857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2400" b="1" dirty="0">
                  <a:solidFill>
                    <a:schemeClr val="accent4"/>
                  </a:solidFill>
                </a:rPr>
                <a:t>2</a:t>
              </a:r>
            </a:p>
          </p:txBody>
        </p:sp>
      </p:grpSp>
      <p:grpSp>
        <p:nvGrpSpPr>
          <p:cNvPr id="9" name="Groupe 1035">
            <a:extLst>
              <a:ext uri="{FF2B5EF4-FFF2-40B4-BE49-F238E27FC236}">
                <a16:creationId xmlns:a16="http://schemas.microsoft.com/office/drawing/2014/main" id="{E167BF8C-60EF-1C10-CB02-19423A989065}"/>
              </a:ext>
            </a:extLst>
          </p:cNvPr>
          <p:cNvGrpSpPr/>
          <p:nvPr/>
        </p:nvGrpSpPr>
        <p:grpSpPr>
          <a:xfrm>
            <a:off x="5920062" y="2838203"/>
            <a:ext cx="5379875" cy="830997"/>
            <a:chOff x="5897192" y="2883957"/>
            <a:chExt cx="5379875" cy="830997"/>
          </a:xfrm>
        </p:grpSpPr>
        <p:sp>
          <p:nvSpPr>
            <p:cNvPr id="46" name="TextBox 37">
              <a:extLst>
                <a:ext uri="{FF2B5EF4-FFF2-40B4-BE49-F238E27FC236}">
                  <a16:creationId xmlns:a16="http://schemas.microsoft.com/office/drawing/2014/main" id="{4054921A-DC4B-BE97-1661-D44657C57ED2}"/>
                </a:ext>
              </a:extLst>
            </p:cNvPr>
            <p:cNvSpPr txBox="1"/>
            <p:nvPr/>
          </p:nvSpPr>
          <p:spPr>
            <a:xfrm>
              <a:off x="6597067" y="2883957"/>
              <a:ext cx="46800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ES" sz="1600" b="1" dirty="0">
                  <a:solidFill>
                    <a:schemeClr val="accent3"/>
                  </a:solidFill>
                </a:rPr>
                <a:t>PERSISTENCIA</a:t>
              </a:r>
            </a:p>
            <a:p>
              <a:r>
                <a:rPr lang="es-ES" sz="1600" dirty="0"/>
                <a:t>Los datos tienen que registrarse en una Base de datos según las directivas del Banco.</a:t>
              </a:r>
            </a:p>
          </p:txBody>
        </p:sp>
        <p:sp>
          <p:nvSpPr>
            <p:cNvPr id="47" name="Oval 3">
              <a:extLst>
                <a:ext uri="{FF2B5EF4-FFF2-40B4-BE49-F238E27FC236}">
                  <a16:creationId xmlns:a16="http://schemas.microsoft.com/office/drawing/2014/main" id="{6E502015-BB50-F4D0-DA71-CE797B4F7975}"/>
                </a:ext>
              </a:extLst>
            </p:cNvPr>
            <p:cNvSpPr/>
            <p:nvPr/>
          </p:nvSpPr>
          <p:spPr>
            <a:xfrm flipH="1">
              <a:off x="5897192" y="2987636"/>
              <a:ext cx="623638" cy="623638"/>
            </a:xfrm>
            <a:prstGeom prst="rect">
              <a:avLst/>
            </a:prstGeom>
            <a:noFill/>
            <a:ln w="2857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2400" b="1" dirty="0">
                  <a:solidFill>
                    <a:schemeClr val="accent3"/>
                  </a:solidFill>
                </a:rPr>
                <a:t>3</a:t>
              </a:r>
            </a:p>
          </p:txBody>
        </p:sp>
      </p:grpSp>
      <p:grpSp>
        <p:nvGrpSpPr>
          <p:cNvPr id="10" name="Groupe 1038">
            <a:extLst>
              <a:ext uri="{FF2B5EF4-FFF2-40B4-BE49-F238E27FC236}">
                <a16:creationId xmlns:a16="http://schemas.microsoft.com/office/drawing/2014/main" id="{FDE2A7CD-215D-0B61-25F1-F2E75BC2B34F}"/>
              </a:ext>
            </a:extLst>
          </p:cNvPr>
          <p:cNvGrpSpPr/>
          <p:nvPr/>
        </p:nvGrpSpPr>
        <p:grpSpPr>
          <a:xfrm>
            <a:off x="5920062" y="3745188"/>
            <a:ext cx="5379875" cy="830997"/>
            <a:chOff x="5897192" y="3823542"/>
            <a:chExt cx="5379875" cy="830997"/>
          </a:xfrm>
        </p:grpSpPr>
        <p:sp>
          <p:nvSpPr>
            <p:cNvPr id="44" name="TextBox 37">
              <a:extLst>
                <a:ext uri="{FF2B5EF4-FFF2-40B4-BE49-F238E27FC236}">
                  <a16:creationId xmlns:a16="http://schemas.microsoft.com/office/drawing/2014/main" id="{CF8FABB0-CA78-E50C-8171-CA42D30BC99C}"/>
                </a:ext>
              </a:extLst>
            </p:cNvPr>
            <p:cNvSpPr txBox="1"/>
            <p:nvPr/>
          </p:nvSpPr>
          <p:spPr>
            <a:xfrm>
              <a:off x="6597067" y="3823542"/>
              <a:ext cx="46800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ES" sz="1600" b="1" dirty="0">
                  <a:solidFill>
                    <a:schemeClr val="accent3">
                      <a:lumMod val="75000"/>
                    </a:schemeClr>
                  </a:solidFill>
                </a:rPr>
                <a:t>MONITORIZACIÓN</a:t>
              </a:r>
            </a:p>
            <a:p>
              <a:r>
                <a:rPr lang="es-ES" sz="1600" dirty="0"/>
                <a:t>Los procesos deben poderse supervisar desde un </a:t>
              </a:r>
              <a:r>
                <a:rPr lang="es-ES" sz="1600" dirty="0" err="1"/>
                <a:t>dashboard</a:t>
              </a:r>
              <a:r>
                <a:rPr lang="es-ES" sz="1600" dirty="0"/>
                <a:t>.</a:t>
              </a:r>
            </a:p>
          </p:txBody>
        </p:sp>
        <p:sp>
          <p:nvSpPr>
            <p:cNvPr id="45" name="Oval 3">
              <a:extLst>
                <a:ext uri="{FF2B5EF4-FFF2-40B4-BE49-F238E27FC236}">
                  <a16:creationId xmlns:a16="http://schemas.microsoft.com/office/drawing/2014/main" id="{6376E79F-E24A-162C-D3CE-B42A97DA47DE}"/>
                </a:ext>
              </a:extLst>
            </p:cNvPr>
            <p:cNvSpPr/>
            <p:nvPr/>
          </p:nvSpPr>
          <p:spPr>
            <a:xfrm flipH="1">
              <a:off x="5897192" y="3927221"/>
              <a:ext cx="623638" cy="623638"/>
            </a:xfrm>
            <a:prstGeom prst="rect">
              <a:avLst/>
            </a:prstGeom>
            <a:noFill/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2400" b="1" dirty="0">
                  <a:solidFill>
                    <a:schemeClr val="accent3">
                      <a:lumMod val="75000"/>
                    </a:schemeClr>
                  </a:solidFill>
                </a:rPr>
                <a:t>4</a:t>
              </a:r>
            </a:p>
          </p:txBody>
        </p:sp>
      </p:grpSp>
      <p:grpSp>
        <p:nvGrpSpPr>
          <p:cNvPr id="11" name="Groupe 1041">
            <a:extLst>
              <a:ext uri="{FF2B5EF4-FFF2-40B4-BE49-F238E27FC236}">
                <a16:creationId xmlns:a16="http://schemas.microsoft.com/office/drawing/2014/main" id="{EEFDF4EC-EB44-8CA0-9B0C-22B3A85AC157}"/>
              </a:ext>
            </a:extLst>
          </p:cNvPr>
          <p:cNvGrpSpPr/>
          <p:nvPr/>
        </p:nvGrpSpPr>
        <p:grpSpPr>
          <a:xfrm>
            <a:off x="5920062" y="4652171"/>
            <a:ext cx="5379875" cy="830997"/>
            <a:chOff x="5897192" y="4666851"/>
            <a:chExt cx="5379875" cy="830997"/>
          </a:xfrm>
        </p:grpSpPr>
        <p:sp>
          <p:nvSpPr>
            <p:cNvPr id="42" name="TextBox 37">
              <a:extLst>
                <a:ext uri="{FF2B5EF4-FFF2-40B4-BE49-F238E27FC236}">
                  <a16:creationId xmlns:a16="http://schemas.microsoft.com/office/drawing/2014/main" id="{BEE41B40-4F12-D9F7-DD75-8E71A7764BD2}"/>
                </a:ext>
              </a:extLst>
            </p:cNvPr>
            <p:cNvSpPr txBox="1"/>
            <p:nvPr/>
          </p:nvSpPr>
          <p:spPr>
            <a:xfrm>
              <a:off x="6597067" y="4666851"/>
              <a:ext cx="46800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ES" sz="1600" b="1" dirty="0">
                  <a:solidFill>
                    <a:schemeClr val="accent1"/>
                  </a:solidFill>
                </a:rPr>
                <a:t>NOTIFICACIÓN</a:t>
              </a:r>
            </a:p>
            <a:p>
              <a:r>
                <a:rPr lang="es-ES" sz="1600" dirty="0"/>
                <a:t>Los </a:t>
              </a:r>
              <a:r>
                <a:rPr lang="es-ES" sz="1600" noProof="0" dirty="0"/>
                <a:t>interesados</a:t>
              </a:r>
              <a:r>
                <a:rPr lang="es-ES" sz="1600" dirty="0"/>
                <a:t> deberán recibir una notificación / email cuando los procesos relevantes terminen.</a:t>
              </a:r>
            </a:p>
          </p:txBody>
        </p:sp>
        <p:sp>
          <p:nvSpPr>
            <p:cNvPr id="43" name="Oval 3">
              <a:extLst>
                <a:ext uri="{FF2B5EF4-FFF2-40B4-BE49-F238E27FC236}">
                  <a16:creationId xmlns:a16="http://schemas.microsoft.com/office/drawing/2014/main" id="{F016C50F-6633-C148-591A-7B173CA0A982}"/>
                </a:ext>
              </a:extLst>
            </p:cNvPr>
            <p:cNvSpPr/>
            <p:nvPr/>
          </p:nvSpPr>
          <p:spPr>
            <a:xfrm flipH="1">
              <a:off x="5897192" y="4770530"/>
              <a:ext cx="623638" cy="623638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2400" b="1" dirty="0">
                  <a:solidFill>
                    <a:schemeClr val="accent1"/>
                  </a:solidFill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71064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B5D952-B9FC-C7D9-0F5B-87409470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>
                <a:solidFill>
                  <a:srgbClr val="EC0000"/>
                </a:solidFill>
              </a:rPr>
              <a:pPr/>
              <a:t>11</a:t>
            </a:fld>
            <a:endParaRPr lang="es-ES" dirty="0">
              <a:solidFill>
                <a:srgbClr val="EC0000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7D8A8E-3F94-E372-F147-85A910033B0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s-ES" dirty="0"/>
              <a:t>Plan de acción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| Principios</a:t>
            </a:r>
          </a:p>
        </p:txBody>
      </p:sp>
      <p:sp>
        <p:nvSpPr>
          <p:cNvPr id="7" name="Shape">
            <a:extLst>
              <a:ext uri="{FF2B5EF4-FFF2-40B4-BE49-F238E27FC236}">
                <a16:creationId xmlns:a16="http://schemas.microsoft.com/office/drawing/2014/main" id="{A3D9AD92-BF87-5D82-9C9D-E2D5AE289331}"/>
              </a:ext>
            </a:extLst>
          </p:cNvPr>
          <p:cNvSpPr/>
          <p:nvPr/>
        </p:nvSpPr>
        <p:spPr>
          <a:xfrm>
            <a:off x="1216779" y="909664"/>
            <a:ext cx="1208061" cy="10920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04" extrusionOk="0">
                <a:moveTo>
                  <a:pt x="21597" y="3783"/>
                </a:moveTo>
                <a:cubicBezTo>
                  <a:pt x="21597" y="3783"/>
                  <a:pt x="21597" y="3783"/>
                  <a:pt x="21597" y="3783"/>
                </a:cubicBezTo>
                <a:cubicBezTo>
                  <a:pt x="21548" y="3325"/>
                  <a:pt x="21194" y="2888"/>
                  <a:pt x="20549" y="2689"/>
                </a:cubicBezTo>
                <a:lnTo>
                  <a:pt x="12741" y="288"/>
                </a:lnTo>
                <a:cubicBezTo>
                  <a:pt x="11494" y="-96"/>
                  <a:pt x="10109" y="-96"/>
                  <a:pt x="8862" y="288"/>
                </a:cubicBezTo>
                <a:lnTo>
                  <a:pt x="1054" y="2689"/>
                </a:lnTo>
                <a:cubicBezTo>
                  <a:pt x="412" y="2888"/>
                  <a:pt x="58" y="3325"/>
                  <a:pt x="6" y="3783"/>
                </a:cubicBezTo>
                <a:cubicBezTo>
                  <a:pt x="6" y="3783"/>
                  <a:pt x="6" y="3783"/>
                  <a:pt x="6" y="3783"/>
                </a:cubicBezTo>
                <a:lnTo>
                  <a:pt x="0" y="3783"/>
                </a:lnTo>
                <a:lnTo>
                  <a:pt x="0" y="17197"/>
                </a:lnTo>
                <a:lnTo>
                  <a:pt x="86" y="17197"/>
                </a:lnTo>
                <a:cubicBezTo>
                  <a:pt x="213" y="17489"/>
                  <a:pt x="475" y="17753"/>
                  <a:pt x="881" y="17920"/>
                </a:cubicBezTo>
                <a:lnTo>
                  <a:pt x="8373" y="21031"/>
                </a:lnTo>
                <a:cubicBezTo>
                  <a:pt x="9130" y="21346"/>
                  <a:pt x="9965" y="21504"/>
                  <a:pt x="10800" y="21504"/>
                </a:cubicBezTo>
                <a:cubicBezTo>
                  <a:pt x="11635" y="21504"/>
                  <a:pt x="12470" y="21346"/>
                  <a:pt x="13227" y="21031"/>
                </a:cubicBezTo>
                <a:lnTo>
                  <a:pt x="20719" y="17920"/>
                </a:lnTo>
                <a:cubicBezTo>
                  <a:pt x="21125" y="17753"/>
                  <a:pt x="21387" y="17489"/>
                  <a:pt x="21514" y="17197"/>
                </a:cubicBezTo>
                <a:lnTo>
                  <a:pt x="21600" y="17197"/>
                </a:lnTo>
                <a:lnTo>
                  <a:pt x="21600" y="3783"/>
                </a:lnTo>
                <a:lnTo>
                  <a:pt x="21597" y="3783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dirty="0">
              <a:solidFill>
                <a:srgbClr val="FFFFFF"/>
              </a:solidFill>
            </a:endParaRPr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6189A57E-78C3-888E-C1D1-4C7ECD406865}"/>
              </a:ext>
            </a:extLst>
          </p:cNvPr>
          <p:cNvSpPr/>
          <p:nvPr/>
        </p:nvSpPr>
        <p:spPr>
          <a:xfrm>
            <a:off x="1216779" y="1770945"/>
            <a:ext cx="1208061" cy="10920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04" extrusionOk="0">
                <a:moveTo>
                  <a:pt x="21597" y="3783"/>
                </a:moveTo>
                <a:cubicBezTo>
                  <a:pt x="21597" y="3783"/>
                  <a:pt x="21597" y="3783"/>
                  <a:pt x="21597" y="3783"/>
                </a:cubicBezTo>
                <a:cubicBezTo>
                  <a:pt x="21548" y="3325"/>
                  <a:pt x="21194" y="2888"/>
                  <a:pt x="20549" y="2689"/>
                </a:cubicBezTo>
                <a:lnTo>
                  <a:pt x="12741" y="288"/>
                </a:lnTo>
                <a:cubicBezTo>
                  <a:pt x="11494" y="-96"/>
                  <a:pt x="10109" y="-96"/>
                  <a:pt x="8862" y="288"/>
                </a:cubicBezTo>
                <a:lnTo>
                  <a:pt x="1054" y="2689"/>
                </a:lnTo>
                <a:cubicBezTo>
                  <a:pt x="412" y="2888"/>
                  <a:pt x="58" y="3325"/>
                  <a:pt x="6" y="3783"/>
                </a:cubicBezTo>
                <a:cubicBezTo>
                  <a:pt x="6" y="3783"/>
                  <a:pt x="6" y="3783"/>
                  <a:pt x="6" y="3783"/>
                </a:cubicBezTo>
                <a:lnTo>
                  <a:pt x="0" y="3783"/>
                </a:lnTo>
                <a:lnTo>
                  <a:pt x="0" y="17197"/>
                </a:lnTo>
                <a:lnTo>
                  <a:pt x="86" y="17197"/>
                </a:lnTo>
                <a:cubicBezTo>
                  <a:pt x="213" y="17489"/>
                  <a:pt x="475" y="17753"/>
                  <a:pt x="881" y="17920"/>
                </a:cubicBezTo>
                <a:lnTo>
                  <a:pt x="8373" y="21031"/>
                </a:lnTo>
                <a:cubicBezTo>
                  <a:pt x="9130" y="21346"/>
                  <a:pt x="9965" y="21504"/>
                  <a:pt x="10800" y="21504"/>
                </a:cubicBezTo>
                <a:cubicBezTo>
                  <a:pt x="11635" y="21504"/>
                  <a:pt x="12470" y="21346"/>
                  <a:pt x="13227" y="21031"/>
                </a:cubicBezTo>
                <a:lnTo>
                  <a:pt x="20719" y="17920"/>
                </a:lnTo>
                <a:cubicBezTo>
                  <a:pt x="21125" y="17753"/>
                  <a:pt x="21387" y="17489"/>
                  <a:pt x="21514" y="17197"/>
                </a:cubicBezTo>
                <a:lnTo>
                  <a:pt x="21600" y="17197"/>
                </a:lnTo>
                <a:lnTo>
                  <a:pt x="21600" y="3783"/>
                </a:lnTo>
                <a:lnTo>
                  <a:pt x="21597" y="3783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dirty="0">
              <a:solidFill>
                <a:srgbClr val="FFFFFF"/>
              </a:solidFill>
            </a:endParaRPr>
          </a:p>
        </p:txBody>
      </p:sp>
      <p:sp>
        <p:nvSpPr>
          <p:cNvPr id="9" name="Shape">
            <a:extLst>
              <a:ext uri="{FF2B5EF4-FFF2-40B4-BE49-F238E27FC236}">
                <a16:creationId xmlns:a16="http://schemas.microsoft.com/office/drawing/2014/main" id="{B93510FB-E7DA-E588-C69D-0ED744A5DDE3}"/>
              </a:ext>
            </a:extLst>
          </p:cNvPr>
          <p:cNvSpPr/>
          <p:nvPr/>
        </p:nvSpPr>
        <p:spPr>
          <a:xfrm>
            <a:off x="1216779" y="2643559"/>
            <a:ext cx="1208061" cy="10920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04" extrusionOk="0">
                <a:moveTo>
                  <a:pt x="21597" y="3783"/>
                </a:moveTo>
                <a:cubicBezTo>
                  <a:pt x="21597" y="3783"/>
                  <a:pt x="21597" y="3783"/>
                  <a:pt x="21597" y="3783"/>
                </a:cubicBezTo>
                <a:cubicBezTo>
                  <a:pt x="21548" y="3325"/>
                  <a:pt x="21194" y="2888"/>
                  <a:pt x="20549" y="2689"/>
                </a:cubicBezTo>
                <a:lnTo>
                  <a:pt x="12741" y="288"/>
                </a:lnTo>
                <a:cubicBezTo>
                  <a:pt x="11494" y="-96"/>
                  <a:pt x="10109" y="-96"/>
                  <a:pt x="8862" y="288"/>
                </a:cubicBezTo>
                <a:lnTo>
                  <a:pt x="1054" y="2689"/>
                </a:lnTo>
                <a:cubicBezTo>
                  <a:pt x="412" y="2888"/>
                  <a:pt x="58" y="3325"/>
                  <a:pt x="6" y="3783"/>
                </a:cubicBezTo>
                <a:cubicBezTo>
                  <a:pt x="6" y="3783"/>
                  <a:pt x="6" y="3783"/>
                  <a:pt x="6" y="3783"/>
                </a:cubicBezTo>
                <a:lnTo>
                  <a:pt x="0" y="3783"/>
                </a:lnTo>
                <a:lnTo>
                  <a:pt x="0" y="17197"/>
                </a:lnTo>
                <a:lnTo>
                  <a:pt x="86" y="17197"/>
                </a:lnTo>
                <a:cubicBezTo>
                  <a:pt x="213" y="17489"/>
                  <a:pt x="475" y="17753"/>
                  <a:pt x="881" y="17920"/>
                </a:cubicBezTo>
                <a:lnTo>
                  <a:pt x="8373" y="21031"/>
                </a:lnTo>
                <a:cubicBezTo>
                  <a:pt x="9130" y="21346"/>
                  <a:pt x="9965" y="21504"/>
                  <a:pt x="10800" y="21504"/>
                </a:cubicBezTo>
                <a:cubicBezTo>
                  <a:pt x="11635" y="21504"/>
                  <a:pt x="12470" y="21346"/>
                  <a:pt x="13227" y="21031"/>
                </a:cubicBezTo>
                <a:lnTo>
                  <a:pt x="20719" y="17920"/>
                </a:lnTo>
                <a:cubicBezTo>
                  <a:pt x="21125" y="17753"/>
                  <a:pt x="21387" y="17489"/>
                  <a:pt x="21514" y="17197"/>
                </a:cubicBezTo>
                <a:lnTo>
                  <a:pt x="21600" y="17197"/>
                </a:lnTo>
                <a:lnTo>
                  <a:pt x="21600" y="3783"/>
                </a:lnTo>
                <a:lnTo>
                  <a:pt x="21597" y="3783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dirty="0">
              <a:solidFill>
                <a:srgbClr val="FFFFFF"/>
              </a:solidFill>
            </a:endParaRPr>
          </a:p>
        </p:txBody>
      </p:sp>
      <p:sp>
        <p:nvSpPr>
          <p:cNvPr id="10" name="Shape">
            <a:extLst>
              <a:ext uri="{FF2B5EF4-FFF2-40B4-BE49-F238E27FC236}">
                <a16:creationId xmlns:a16="http://schemas.microsoft.com/office/drawing/2014/main" id="{3614D14A-987C-CC6B-9B4C-3B90AC910876}"/>
              </a:ext>
            </a:extLst>
          </p:cNvPr>
          <p:cNvSpPr/>
          <p:nvPr/>
        </p:nvSpPr>
        <p:spPr>
          <a:xfrm>
            <a:off x="1216779" y="3527506"/>
            <a:ext cx="1208061" cy="10920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04" extrusionOk="0">
                <a:moveTo>
                  <a:pt x="21597" y="3783"/>
                </a:moveTo>
                <a:cubicBezTo>
                  <a:pt x="21597" y="3783"/>
                  <a:pt x="21597" y="3783"/>
                  <a:pt x="21597" y="3783"/>
                </a:cubicBezTo>
                <a:cubicBezTo>
                  <a:pt x="21548" y="3325"/>
                  <a:pt x="21194" y="2888"/>
                  <a:pt x="20549" y="2689"/>
                </a:cubicBezTo>
                <a:lnTo>
                  <a:pt x="12741" y="288"/>
                </a:lnTo>
                <a:cubicBezTo>
                  <a:pt x="11494" y="-96"/>
                  <a:pt x="10109" y="-96"/>
                  <a:pt x="8862" y="288"/>
                </a:cubicBezTo>
                <a:lnTo>
                  <a:pt x="1054" y="2689"/>
                </a:lnTo>
                <a:cubicBezTo>
                  <a:pt x="412" y="2888"/>
                  <a:pt x="58" y="3325"/>
                  <a:pt x="6" y="3783"/>
                </a:cubicBezTo>
                <a:cubicBezTo>
                  <a:pt x="6" y="3783"/>
                  <a:pt x="6" y="3783"/>
                  <a:pt x="6" y="3783"/>
                </a:cubicBezTo>
                <a:lnTo>
                  <a:pt x="0" y="3783"/>
                </a:lnTo>
                <a:lnTo>
                  <a:pt x="0" y="17197"/>
                </a:lnTo>
                <a:lnTo>
                  <a:pt x="86" y="17197"/>
                </a:lnTo>
                <a:cubicBezTo>
                  <a:pt x="213" y="17489"/>
                  <a:pt x="475" y="17753"/>
                  <a:pt x="881" y="17920"/>
                </a:cubicBezTo>
                <a:lnTo>
                  <a:pt x="8373" y="21031"/>
                </a:lnTo>
                <a:cubicBezTo>
                  <a:pt x="9130" y="21346"/>
                  <a:pt x="9965" y="21504"/>
                  <a:pt x="10800" y="21504"/>
                </a:cubicBezTo>
                <a:cubicBezTo>
                  <a:pt x="11635" y="21504"/>
                  <a:pt x="12470" y="21346"/>
                  <a:pt x="13227" y="21031"/>
                </a:cubicBezTo>
                <a:lnTo>
                  <a:pt x="20719" y="17920"/>
                </a:lnTo>
                <a:cubicBezTo>
                  <a:pt x="21125" y="17753"/>
                  <a:pt x="21387" y="17489"/>
                  <a:pt x="21514" y="17197"/>
                </a:cubicBezTo>
                <a:lnTo>
                  <a:pt x="21600" y="17197"/>
                </a:lnTo>
                <a:lnTo>
                  <a:pt x="21600" y="3783"/>
                </a:lnTo>
                <a:lnTo>
                  <a:pt x="21597" y="3783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dirty="0">
              <a:solidFill>
                <a:srgbClr val="FFFFFF"/>
              </a:solidFill>
            </a:endParaRPr>
          </a:p>
        </p:txBody>
      </p:sp>
      <p:sp>
        <p:nvSpPr>
          <p:cNvPr id="11" name="Shape">
            <a:extLst>
              <a:ext uri="{FF2B5EF4-FFF2-40B4-BE49-F238E27FC236}">
                <a16:creationId xmlns:a16="http://schemas.microsoft.com/office/drawing/2014/main" id="{FAD62891-3A41-DE98-616B-8959768EF86B}"/>
              </a:ext>
            </a:extLst>
          </p:cNvPr>
          <p:cNvSpPr/>
          <p:nvPr/>
        </p:nvSpPr>
        <p:spPr>
          <a:xfrm>
            <a:off x="1216779" y="4422785"/>
            <a:ext cx="1208061" cy="10920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04" extrusionOk="0">
                <a:moveTo>
                  <a:pt x="21597" y="3783"/>
                </a:moveTo>
                <a:cubicBezTo>
                  <a:pt x="21597" y="3785"/>
                  <a:pt x="21597" y="3785"/>
                  <a:pt x="21597" y="3783"/>
                </a:cubicBezTo>
                <a:cubicBezTo>
                  <a:pt x="21548" y="3325"/>
                  <a:pt x="21194" y="2888"/>
                  <a:pt x="20549" y="2689"/>
                </a:cubicBezTo>
                <a:lnTo>
                  <a:pt x="12741" y="288"/>
                </a:lnTo>
                <a:cubicBezTo>
                  <a:pt x="11494" y="-96"/>
                  <a:pt x="10109" y="-96"/>
                  <a:pt x="8862" y="288"/>
                </a:cubicBezTo>
                <a:lnTo>
                  <a:pt x="1054" y="2689"/>
                </a:lnTo>
                <a:cubicBezTo>
                  <a:pt x="412" y="2888"/>
                  <a:pt x="58" y="3325"/>
                  <a:pt x="6" y="3783"/>
                </a:cubicBezTo>
                <a:cubicBezTo>
                  <a:pt x="6" y="3783"/>
                  <a:pt x="6" y="3783"/>
                  <a:pt x="6" y="3783"/>
                </a:cubicBezTo>
                <a:lnTo>
                  <a:pt x="0" y="3783"/>
                </a:lnTo>
                <a:lnTo>
                  <a:pt x="0" y="17197"/>
                </a:lnTo>
                <a:lnTo>
                  <a:pt x="86" y="17197"/>
                </a:lnTo>
                <a:cubicBezTo>
                  <a:pt x="213" y="17489"/>
                  <a:pt x="475" y="17753"/>
                  <a:pt x="881" y="17920"/>
                </a:cubicBezTo>
                <a:lnTo>
                  <a:pt x="8373" y="21031"/>
                </a:lnTo>
                <a:cubicBezTo>
                  <a:pt x="9130" y="21346"/>
                  <a:pt x="9965" y="21504"/>
                  <a:pt x="10800" y="21504"/>
                </a:cubicBezTo>
                <a:cubicBezTo>
                  <a:pt x="11635" y="21504"/>
                  <a:pt x="12470" y="21346"/>
                  <a:pt x="13227" y="21031"/>
                </a:cubicBezTo>
                <a:lnTo>
                  <a:pt x="20719" y="17920"/>
                </a:lnTo>
                <a:cubicBezTo>
                  <a:pt x="21125" y="17753"/>
                  <a:pt x="21387" y="17489"/>
                  <a:pt x="21514" y="17197"/>
                </a:cubicBezTo>
                <a:lnTo>
                  <a:pt x="21600" y="17197"/>
                </a:lnTo>
                <a:lnTo>
                  <a:pt x="21600" y="3783"/>
                </a:lnTo>
                <a:lnTo>
                  <a:pt x="21597" y="378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dirty="0">
              <a:solidFill>
                <a:srgbClr val="FFFFFF"/>
              </a:solidFill>
            </a:endParaRPr>
          </a:p>
        </p:txBody>
      </p:sp>
      <p:sp>
        <p:nvSpPr>
          <p:cNvPr id="12" name="Shape">
            <a:extLst>
              <a:ext uri="{FF2B5EF4-FFF2-40B4-BE49-F238E27FC236}">
                <a16:creationId xmlns:a16="http://schemas.microsoft.com/office/drawing/2014/main" id="{CDEA9461-7B69-E31F-F522-5FDC8D94D367}"/>
              </a:ext>
            </a:extLst>
          </p:cNvPr>
          <p:cNvSpPr/>
          <p:nvPr/>
        </p:nvSpPr>
        <p:spPr>
          <a:xfrm>
            <a:off x="1426120" y="909664"/>
            <a:ext cx="391791" cy="51633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041"/>
                </a:lnTo>
                <a:lnTo>
                  <a:pt x="178" y="21041"/>
                </a:lnTo>
                <a:cubicBezTo>
                  <a:pt x="426" y="21079"/>
                  <a:pt x="950" y="21113"/>
                  <a:pt x="1767" y="21135"/>
                </a:cubicBezTo>
                <a:lnTo>
                  <a:pt x="16744" y="21539"/>
                </a:lnTo>
                <a:cubicBezTo>
                  <a:pt x="18262" y="21580"/>
                  <a:pt x="19931" y="21600"/>
                  <a:pt x="21600" y="21600"/>
                </a:cubicBez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dirty="0">
              <a:solidFill>
                <a:srgbClr val="FFFFFF"/>
              </a:solidFill>
            </a:endParaRPr>
          </a:p>
        </p:txBody>
      </p:sp>
      <p:sp>
        <p:nvSpPr>
          <p:cNvPr id="13" name="Shape">
            <a:extLst>
              <a:ext uri="{FF2B5EF4-FFF2-40B4-BE49-F238E27FC236}">
                <a16:creationId xmlns:a16="http://schemas.microsoft.com/office/drawing/2014/main" id="{C6299112-CF6E-3C0B-0397-A409915AD84E}"/>
              </a:ext>
            </a:extLst>
          </p:cNvPr>
          <p:cNvSpPr/>
          <p:nvPr/>
        </p:nvSpPr>
        <p:spPr>
          <a:xfrm>
            <a:off x="1812596" y="909663"/>
            <a:ext cx="391791" cy="51633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cubicBezTo>
                  <a:pt x="1669" y="21600"/>
                  <a:pt x="3338" y="21579"/>
                  <a:pt x="4856" y="21539"/>
                </a:cubicBezTo>
                <a:lnTo>
                  <a:pt x="19833" y="21135"/>
                </a:lnTo>
                <a:cubicBezTo>
                  <a:pt x="20641" y="21113"/>
                  <a:pt x="21165" y="21079"/>
                  <a:pt x="21422" y="21041"/>
                </a:cubicBezTo>
                <a:lnTo>
                  <a:pt x="21600" y="21041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dirty="0">
              <a:solidFill>
                <a:srgbClr val="FFFFFF"/>
              </a:solidFill>
            </a:endParaRPr>
          </a:p>
        </p:txBody>
      </p:sp>
      <p:sp>
        <p:nvSpPr>
          <p:cNvPr id="14" name="Shape">
            <a:extLst>
              <a:ext uri="{FF2B5EF4-FFF2-40B4-BE49-F238E27FC236}">
                <a16:creationId xmlns:a16="http://schemas.microsoft.com/office/drawing/2014/main" id="{7E1E03B1-1C07-FAD6-1B0E-DC371682C7F3}"/>
              </a:ext>
            </a:extLst>
          </p:cNvPr>
          <p:cNvSpPr/>
          <p:nvPr/>
        </p:nvSpPr>
        <p:spPr>
          <a:xfrm>
            <a:off x="1426120" y="785004"/>
            <a:ext cx="778267" cy="2836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81" h="20984" extrusionOk="0">
                <a:moveTo>
                  <a:pt x="8095" y="19833"/>
                </a:moveTo>
                <a:lnTo>
                  <a:pt x="852" y="12252"/>
                </a:lnTo>
                <a:cubicBezTo>
                  <a:pt x="-359" y="10986"/>
                  <a:pt x="-256" y="7532"/>
                  <a:pt x="1019" y="6542"/>
                </a:cubicBezTo>
                <a:lnTo>
                  <a:pt x="8567" y="698"/>
                </a:lnTo>
                <a:cubicBezTo>
                  <a:pt x="9773" y="-233"/>
                  <a:pt x="11113" y="-233"/>
                  <a:pt x="12315" y="698"/>
                </a:cubicBezTo>
                <a:lnTo>
                  <a:pt x="19863" y="6542"/>
                </a:lnTo>
                <a:cubicBezTo>
                  <a:pt x="21138" y="7532"/>
                  <a:pt x="21241" y="10986"/>
                  <a:pt x="20030" y="12252"/>
                </a:cubicBezTo>
                <a:lnTo>
                  <a:pt x="12787" y="19833"/>
                </a:lnTo>
                <a:cubicBezTo>
                  <a:pt x="11323" y="21367"/>
                  <a:pt x="9563" y="21367"/>
                  <a:pt x="8095" y="19833"/>
                </a:cubicBezTo>
                <a:close/>
              </a:path>
            </a:pathLst>
          </a:custGeom>
          <a:solidFill>
            <a:srgbClr val="BFBFB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dirty="0">
              <a:solidFill>
                <a:srgbClr val="FFFFFF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DD6437B-39A5-5BC3-E41C-D91C74FF493A}"/>
              </a:ext>
            </a:extLst>
          </p:cNvPr>
          <p:cNvSpPr/>
          <p:nvPr/>
        </p:nvSpPr>
        <p:spPr>
          <a:xfrm>
            <a:off x="1426121" y="1345217"/>
            <a:ext cx="778266" cy="4288120"/>
          </a:xfrm>
          <a:custGeom>
            <a:avLst/>
            <a:gdLst>
              <a:gd name="connsiteX0" fmla="*/ 0 w 872169"/>
              <a:gd name="connsiteY0" fmla="*/ 3935740 h 4805507"/>
              <a:gd name="connsiteX1" fmla="*/ 290190 w 872169"/>
              <a:gd name="connsiteY1" fmla="*/ 4045158 h 4805507"/>
              <a:gd name="connsiteX2" fmla="*/ 442310 w 872169"/>
              <a:gd name="connsiteY2" fmla="*/ 4072095 h 4805507"/>
              <a:gd name="connsiteX3" fmla="*/ 594429 w 872169"/>
              <a:gd name="connsiteY3" fmla="*/ 4045158 h 4805507"/>
              <a:gd name="connsiteX4" fmla="*/ 872169 w 872169"/>
              <a:gd name="connsiteY4" fmla="*/ 3940435 h 4805507"/>
              <a:gd name="connsiteX5" fmla="*/ 872169 w 872169"/>
              <a:gd name="connsiteY5" fmla="*/ 4673871 h 4805507"/>
              <a:gd name="connsiteX6" fmla="*/ 594429 w 872169"/>
              <a:gd name="connsiteY6" fmla="*/ 4778567 h 4805507"/>
              <a:gd name="connsiteX7" fmla="*/ 442324 w 872169"/>
              <a:gd name="connsiteY7" fmla="*/ 4805502 h 4805507"/>
              <a:gd name="connsiteX8" fmla="*/ 442324 w 872169"/>
              <a:gd name="connsiteY8" fmla="*/ 4805507 h 4805507"/>
              <a:gd name="connsiteX9" fmla="*/ 442310 w 872169"/>
              <a:gd name="connsiteY9" fmla="*/ 4805505 h 4805507"/>
              <a:gd name="connsiteX10" fmla="*/ 442295 w 872169"/>
              <a:gd name="connsiteY10" fmla="*/ 4805507 h 4805507"/>
              <a:gd name="connsiteX11" fmla="*/ 442295 w 872169"/>
              <a:gd name="connsiteY11" fmla="*/ 4805502 h 4805507"/>
              <a:gd name="connsiteX12" fmla="*/ 290190 w 872169"/>
              <a:gd name="connsiteY12" fmla="*/ 4778567 h 4805507"/>
              <a:gd name="connsiteX13" fmla="*/ 0 w 872169"/>
              <a:gd name="connsiteY13" fmla="*/ 4669178 h 4805507"/>
              <a:gd name="connsiteX14" fmla="*/ 0 w 872169"/>
              <a:gd name="connsiteY14" fmla="*/ 2941149 h 4805507"/>
              <a:gd name="connsiteX15" fmla="*/ 290190 w 872169"/>
              <a:gd name="connsiteY15" fmla="*/ 3050567 h 4805507"/>
              <a:gd name="connsiteX16" fmla="*/ 442310 w 872169"/>
              <a:gd name="connsiteY16" fmla="*/ 3077504 h 4805507"/>
              <a:gd name="connsiteX17" fmla="*/ 594429 w 872169"/>
              <a:gd name="connsiteY17" fmla="*/ 3050567 h 4805507"/>
              <a:gd name="connsiteX18" fmla="*/ 872169 w 872169"/>
              <a:gd name="connsiteY18" fmla="*/ 2945844 h 4805507"/>
              <a:gd name="connsiteX19" fmla="*/ 872169 w 872169"/>
              <a:gd name="connsiteY19" fmla="*/ 3679280 h 4805507"/>
              <a:gd name="connsiteX20" fmla="*/ 594429 w 872169"/>
              <a:gd name="connsiteY20" fmla="*/ 3783976 h 4805507"/>
              <a:gd name="connsiteX21" fmla="*/ 442324 w 872169"/>
              <a:gd name="connsiteY21" fmla="*/ 3810911 h 4805507"/>
              <a:gd name="connsiteX22" fmla="*/ 442324 w 872169"/>
              <a:gd name="connsiteY22" fmla="*/ 3810916 h 4805507"/>
              <a:gd name="connsiteX23" fmla="*/ 442310 w 872169"/>
              <a:gd name="connsiteY23" fmla="*/ 3810914 h 4805507"/>
              <a:gd name="connsiteX24" fmla="*/ 442295 w 872169"/>
              <a:gd name="connsiteY24" fmla="*/ 3810916 h 4805507"/>
              <a:gd name="connsiteX25" fmla="*/ 442295 w 872169"/>
              <a:gd name="connsiteY25" fmla="*/ 3810911 h 4805507"/>
              <a:gd name="connsiteX26" fmla="*/ 290190 w 872169"/>
              <a:gd name="connsiteY26" fmla="*/ 3783976 h 4805507"/>
              <a:gd name="connsiteX27" fmla="*/ 0 w 872169"/>
              <a:gd name="connsiteY27" fmla="*/ 3674587 h 4805507"/>
              <a:gd name="connsiteX28" fmla="*/ 0 w 872169"/>
              <a:gd name="connsiteY28" fmla="*/ 1950549 h 4805507"/>
              <a:gd name="connsiteX29" fmla="*/ 290190 w 872169"/>
              <a:gd name="connsiteY29" fmla="*/ 2059966 h 4805507"/>
              <a:gd name="connsiteX30" fmla="*/ 442310 w 872169"/>
              <a:gd name="connsiteY30" fmla="*/ 2086904 h 4805507"/>
              <a:gd name="connsiteX31" fmla="*/ 594429 w 872169"/>
              <a:gd name="connsiteY31" fmla="*/ 2059966 h 4805507"/>
              <a:gd name="connsiteX32" fmla="*/ 872169 w 872169"/>
              <a:gd name="connsiteY32" fmla="*/ 1955243 h 4805507"/>
              <a:gd name="connsiteX33" fmla="*/ 872169 w 872169"/>
              <a:gd name="connsiteY33" fmla="*/ 2688680 h 4805507"/>
              <a:gd name="connsiteX34" fmla="*/ 594429 w 872169"/>
              <a:gd name="connsiteY34" fmla="*/ 2793376 h 4805507"/>
              <a:gd name="connsiteX35" fmla="*/ 442324 w 872169"/>
              <a:gd name="connsiteY35" fmla="*/ 2820311 h 4805507"/>
              <a:gd name="connsiteX36" fmla="*/ 442324 w 872169"/>
              <a:gd name="connsiteY36" fmla="*/ 2820316 h 4805507"/>
              <a:gd name="connsiteX37" fmla="*/ 442310 w 872169"/>
              <a:gd name="connsiteY37" fmla="*/ 2820314 h 4805507"/>
              <a:gd name="connsiteX38" fmla="*/ 442295 w 872169"/>
              <a:gd name="connsiteY38" fmla="*/ 2820316 h 4805507"/>
              <a:gd name="connsiteX39" fmla="*/ 442295 w 872169"/>
              <a:gd name="connsiteY39" fmla="*/ 2820311 h 4805507"/>
              <a:gd name="connsiteX40" fmla="*/ 290190 w 872169"/>
              <a:gd name="connsiteY40" fmla="*/ 2793376 h 4805507"/>
              <a:gd name="connsiteX41" fmla="*/ 0 w 872169"/>
              <a:gd name="connsiteY41" fmla="*/ 2683987 h 4805507"/>
              <a:gd name="connsiteX42" fmla="*/ 0 w 872169"/>
              <a:gd name="connsiteY42" fmla="*/ 972649 h 4805507"/>
              <a:gd name="connsiteX43" fmla="*/ 290190 w 872169"/>
              <a:gd name="connsiteY43" fmla="*/ 1082066 h 4805507"/>
              <a:gd name="connsiteX44" fmla="*/ 364428 w 872169"/>
              <a:gd name="connsiteY44" fmla="*/ 1102260 h 4805507"/>
              <a:gd name="connsiteX45" fmla="*/ 442310 w 872169"/>
              <a:gd name="connsiteY45" fmla="*/ 1109005 h 4805507"/>
              <a:gd name="connsiteX46" fmla="*/ 520192 w 872169"/>
              <a:gd name="connsiteY46" fmla="*/ 1102260 h 4805507"/>
              <a:gd name="connsiteX47" fmla="*/ 594429 w 872169"/>
              <a:gd name="connsiteY47" fmla="*/ 1082066 h 4805507"/>
              <a:gd name="connsiteX48" fmla="*/ 872169 w 872169"/>
              <a:gd name="connsiteY48" fmla="*/ 977343 h 4805507"/>
              <a:gd name="connsiteX49" fmla="*/ 872169 w 872169"/>
              <a:gd name="connsiteY49" fmla="*/ 1710780 h 4805507"/>
              <a:gd name="connsiteX50" fmla="*/ 594429 w 872169"/>
              <a:gd name="connsiteY50" fmla="*/ 1815476 h 4805507"/>
              <a:gd name="connsiteX51" fmla="*/ 520192 w 872169"/>
              <a:gd name="connsiteY51" fmla="*/ 1835669 h 4805507"/>
              <a:gd name="connsiteX52" fmla="*/ 442324 w 872169"/>
              <a:gd name="connsiteY52" fmla="*/ 1842414 h 4805507"/>
              <a:gd name="connsiteX53" fmla="*/ 442324 w 872169"/>
              <a:gd name="connsiteY53" fmla="*/ 1842416 h 4805507"/>
              <a:gd name="connsiteX54" fmla="*/ 442310 w 872169"/>
              <a:gd name="connsiteY54" fmla="*/ 1842415 h 4805507"/>
              <a:gd name="connsiteX55" fmla="*/ 442295 w 872169"/>
              <a:gd name="connsiteY55" fmla="*/ 1842416 h 4805507"/>
              <a:gd name="connsiteX56" fmla="*/ 442295 w 872169"/>
              <a:gd name="connsiteY56" fmla="*/ 1842414 h 4805507"/>
              <a:gd name="connsiteX57" fmla="*/ 364428 w 872169"/>
              <a:gd name="connsiteY57" fmla="*/ 1835669 h 4805507"/>
              <a:gd name="connsiteX58" fmla="*/ 290190 w 872169"/>
              <a:gd name="connsiteY58" fmla="*/ 1815476 h 4805507"/>
              <a:gd name="connsiteX59" fmla="*/ 0 w 872169"/>
              <a:gd name="connsiteY59" fmla="*/ 1706087 h 4805507"/>
              <a:gd name="connsiteX60" fmla="*/ 0 w 872169"/>
              <a:gd name="connsiteY60" fmla="*/ 0 h 4805507"/>
              <a:gd name="connsiteX61" fmla="*/ 290190 w 872169"/>
              <a:gd name="connsiteY61" fmla="*/ 109418 h 4805507"/>
              <a:gd name="connsiteX62" fmla="*/ 364428 w 872169"/>
              <a:gd name="connsiteY62" fmla="*/ 129646 h 4805507"/>
              <a:gd name="connsiteX63" fmla="*/ 442310 w 872169"/>
              <a:gd name="connsiteY63" fmla="*/ 136357 h 4805507"/>
              <a:gd name="connsiteX64" fmla="*/ 520192 w 872169"/>
              <a:gd name="connsiteY64" fmla="*/ 129611 h 4805507"/>
              <a:gd name="connsiteX65" fmla="*/ 594429 w 872169"/>
              <a:gd name="connsiteY65" fmla="*/ 109418 h 4805507"/>
              <a:gd name="connsiteX66" fmla="*/ 872169 w 872169"/>
              <a:gd name="connsiteY66" fmla="*/ 4694 h 4805507"/>
              <a:gd name="connsiteX67" fmla="*/ 872169 w 872169"/>
              <a:gd name="connsiteY67" fmla="*/ 738131 h 4805507"/>
              <a:gd name="connsiteX68" fmla="*/ 594429 w 872169"/>
              <a:gd name="connsiteY68" fmla="*/ 842827 h 4805507"/>
              <a:gd name="connsiteX69" fmla="*/ 520192 w 872169"/>
              <a:gd name="connsiteY69" fmla="*/ 863020 h 4805507"/>
              <a:gd name="connsiteX70" fmla="*/ 442324 w 872169"/>
              <a:gd name="connsiteY70" fmla="*/ 869765 h 4805507"/>
              <a:gd name="connsiteX71" fmla="*/ 442324 w 872169"/>
              <a:gd name="connsiteY71" fmla="*/ 869767 h 4805507"/>
              <a:gd name="connsiteX72" fmla="*/ 442310 w 872169"/>
              <a:gd name="connsiteY72" fmla="*/ 869766 h 4805507"/>
              <a:gd name="connsiteX73" fmla="*/ 442295 w 872169"/>
              <a:gd name="connsiteY73" fmla="*/ 869767 h 4805507"/>
              <a:gd name="connsiteX74" fmla="*/ 442295 w 872169"/>
              <a:gd name="connsiteY74" fmla="*/ 869765 h 4805507"/>
              <a:gd name="connsiteX75" fmla="*/ 364428 w 872169"/>
              <a:gd name="connsiteY75" fmla="*/ 863020 h 4805507"/>
              <a:gd name="connsiteX76" fmla="*/ 290190 w 872169"/>
              <a:gd name="connsiteY76" fmla="*/ 842827 h 4805507"/>
              <a:gd name="connsiteX77" fmla="*/ 0 w 872169"/>
              <a:gd name="connsiteY77" fmla="*/ 733438 h 4805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872169" h="4805507">
                <a:moveTo>
                  <a:pt x="0" y="3935740"/>
                </a:moveTo>
                <a:lnTo>
                  <a:pt x="290190" y="4045158"/>
                </a:lnTo>
                <a:lnTo>
                  <a:pt x="442310" y="4072095"/>
                </a:lnTo>
                <a:lnTo>
                  <a:pt x="594429" y="4045158"/>
                </a:lnTo>
                <a:lnTo>
                  <a:pt x="872169" y="3940435"/>
                </a:lnTo>
                <a:lnTo>
                  <a:pt x="872169" y="4673871"/>
                </a:lnTo>
                <a:lnTo>
                  <a:pt x="594429" y="4778567"/>
                </a:lnTo>
                <a:lnTo>
                  <a:pt x="442324" y="4805502"/>
                </a:lnTo>
                <a:lnTo>
                  <a:pt x="442324" y="4805507"/>
                </a:lnTo>
                <a:lnTo>
                  <a:pt x="442310" y="4805505"/>
                </a:lnTo>
                <a:lnTo>
                  <a:pt x="442295" y="4805507"/>
                </a:lnTo>
                <a:lnTo>
                  <a:pt x="442295" y="4805502"/>
                </a:lnTo>
                <a:lnTo>
                  <a:pt x="290190" y="4778567"/>
                </a:lnTo>
                <a:lnTo>
                  <a:pt x="0" y="4669178"/>
                </a:lnTo>
                <a:close/>
                <a:moveTo>
                  <a:pt x="0" y="2941149"/>
                </a:moveTo>
                <a:lnTo>
                  <a:pt x="290190" y="3050567"/>
                </a:lnTo>
                <a:lnTo>
                  <a:pt x="442310" y="3077504"/>
                </a:lnTo>
                <a:lnTo>
                  <a:pt x="594429" y="3050567"/>
                </a:lnTo>
                <a:lnTo>
                  <a:pt x="872169" y="2945844"/>
                </a:lnTo>
                <a:lnTo>
                  <a:pt x="872169" y="3679280"/>
                </a:lnTo>
                <a:lnTo>
                  <a:pt x="594429" y="3783976"/>
                </a:lnTo>
                <a:lnTo>
                  <a:pt x="442324" y="3810911"/>
                </a:lnTo>
                <a:lnTo>
                  <a:pt x="442324" y="3810916"/>
                </a:lnTo>
                <a:lnTo>
                  <a:pt x="442310" y="3810914"/>
                </a:lnTo>
                <a:lnTo>
                  <a:pt x="442295" y="3810916"/>
                </a:lnTo>
                <a:lnTo>
                  <a:pt x="442295" y="3810911"/>
                </a:lnTo>
                <a:lnTo>
                  <a:pt x="290190" y="3783976"/>
                </a:lnTo>
                <a:lnTo>
                  <a:pt x="0" y="3674587"/>
                </a:lnTo>
                <a:close/>
                <a:moveTo>
                  <a:pt x="0" y="1950549"/>
                </a:moveTo>
                <a:lnTo>
                  <a:pt x="290190" y="2059966"/>
                </a:lnTo>
                <a:lnTo>
                  <a:pt x="442310" y="2086904"/>
                </a:lnTo>
                <a:lnTo>
                  <a:pt x="594429" y="2059966"/>
                </a:lnTo>
                <a:lnTo>
                  <a:pt x="872169" y="1955243"/>
                </a:lnTo>
                <a:lnTo>
                  <a:pt x="872169" y="2688680"/>
                </a:lnTo>
                <a:lnTo>
                  <a:pt x="594429" y="2793376"/>
                </a:lnTo>
                <a:lnTo>
                  <a:pt x="442324" y="2820311"/>
                </a:lnTo>
                <a:lnTo>
                  <a:pt x="442324" y="2820316"/>
                </a:lnTo>
                <a:lnTo>
                  <a:pt x="442310" y="2820314"/>
                </a:lnTo>
                <a:lnTo>
                  <a:pt x="442295" y="2820316"/>
                </a:lnTo>
                <a:lnTo>
                  <a:pt x="442295" y="2820311"/>
                </a:lnTo>
                <a:lnTo>
                  <a:pt x="290190" y="2793376"/>
                </a:lnTo>
                <a:lnTo>
                  <a:pt x="0" y="2683987"/>
                </a:lnTo>
                <a:close/>
                <a:moveTo>
                  <a:pt x="0" y="972649"/>
                </a:moveTo>
                <a:lnTo>
                  <a:pt x="290190" y="1082066"/>
                </a:lnTo>
                <a:cubicBezTo>
                  <a:pt x="313920" y="1091031"/>
                  <a:pt x="338869" y="1097766"/>
                  <a:pt x="364428" y="1102260"/>
                </a:cubicBezTo>
                <a:lnTo>
                  <a:pt x="442310" y="1109005"/>
                </a:lnTo>
                <a:lnTo>
                  <a:pt x="520192" y="1102260"/>
                </a:lnTo>
                <a:cubicBezTo>
                  <a:pt x="545751" y="1097766"/>
                  <a:pt x="570700" y="1091031"/>
                  <a:pt x="594429" y="1082066"/>
                </a:cubicBezTo>
                <a:lnTo>
                  <a:pt x="872169" y="977343"/>
                </a:lnTo>
                <a:lnTo>
                  <a:pt x="872169" y="1710780"/>
                </a:lnTo>
                <a:lnTo>
                  <a:pt x="594429" y="1815476"/>
                </a:lnTo>
                <a:cubicBezTo>
                  <a:pt x="570700" y="1824440"/>
                  <a:pt x="545751" y="1831175"/>
                  <a:pt x="520192" y="1835669"/>
                </a:cubicBezTo>
                <a:lnTo>
                  <a:pt x="442324" y="1842414"/>
                </a:lnTo>
                <a:lnTo>
                  <a:pt x="442324" y="1842416"/>
                </a:lnTo>
                <a:lnTo>
                  <a:pt x="442310" y="1842415"/>
                </a:lnTo>
                <a:lnTo>
                  <a:pt x="442295" y="1842416"/>
                </a:lnTo>
                <a:lnTo>
                  <a:pt x="442295" y="1842414"/>
                </a:lnTo>
                <a:lnTo>
                  <a:pt x="364428" y="1835669"/>
                </a:lnTo>
                <a:cubicBezTo>
                  <a:pt x="338869" y="1831175"/>
                  <a:pt x="313920" y="1824440"/>
                  <a:pt x="290190" y="1815476"/>
                </a:cubicBezTo>
                <a:lnTo>
                  <a:pt x="0" y="1706087"/>
                </a:lnTo>
                <a:close/>
                <a:moveTo>
                  <a:pt x="0" y="0"/>
                </a:moveTo>
                <a:lnTo>
                  <a:pt x="290190" y="109418"/>
                </a:lnTo>
                <a:cubicBezTo>
                  <a:pt x="313920" y="118429"/>
                  <a:pt x="338869" y="125164"/>
                  <a:pt x="364428" y="129646"/>
                </a:cubicBezTo>
                <a:lnTo>
                  <a:pt x="442310" y="136357"/>
                </a:lnTo>
                <a:lnTo>
                  <a:pt x="520192" y="129611"/>
                </a:lnTo>
                <a:cubicBezTo>
                  <a:pt x="545751" y="125117"/>
                  <a:pt x="570700" y="118382"/>
                  <a:pt x="594429" y="109418"/>
                </a:cubicBezTo>
                <a:lnTo>
                  <a:pt x="872169" y="4694"/>
                </a:lnTo>
                <a:lnTo>
                  <a:pt x="872169" y="738131"/>
                </a:lnTo>
                <a:lnTo>
                  <a:pt x="594429" y="842827"/>
                </a:lnTo>
                <a:cubicBezTo>
                  <a:pt x="570700" y="851791"/>
                  <a:pt x="545751" y="858526"/>
                  <a:pt x="520192" y="863020"/>
                </a:cubicBezTo>
                <a:lnTo>
                  <a:pt x="442324" y="869765"/>
                </a:lnTo>
                <a:lnTo>
                  <a:pt x="442324" y="869767"/>
                </a:lnTo>
                <a:lnTo>
                  <a:pt x="442310" y="869766"/>
                </a:lnTo>
                <a:lnTo>
                  <a:pt x="442295" y="869767"/>
                </a:lnTo>
                <a:lnTo>
                  <a:pt x="442295" y="869765"/>
                </a:lnTo>
                <a:lnTo>
                  <a:pt x="364428" y="863020"/>
                </a:lnTo>
                <a:cubicBezTo>
                  <a:pt x="338869" y="858526"/>
                  <a:pt x="313920" y="851791"/>
                  <a:pt x="290190" y="842827"/>
                </a:cubicBezTo>
                <a:lnTo>
                  <a:pt x="0" y="733438"/>
                </a:lnTo>
                <a:close/>
              </a:path>
            </a:pathLst>
          </a:custGeom>
          <a:solidFill>
            <a:srgbClr val="595959">
              <a:alpha val="24706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dirty="0">
              <a:solidFill>
                <a:srgbClr val="FFFFFF"/>
              </a:solidFill>
            </a:endParaRPr>
          </a:p>
        </p:txBody>
      </p:sp>
      <p:sp>
        <p:nvSpPr>
          <p:cNvPr id="16" name="Shape">
            <a:extLst>
              <a:ext uri="{FF2B5EF4-FFF2-40B4-BE49-F238E27FC236}">
                <a16:creationId xmlns:a16="http://schemas.microsoft.com/office/drawing/2014/main" id="{4F7901B1-C2FC-10E0-F244-DCD221ACFF4B}"/>
              </a:ext>
            </a:extLst>
          </p:cNvPr>
          <p:cNvSpPr/>
          <p:nvPr/>
        </p:nvSpPr>
        <p:spPr>
          <a:xfrm>
            <a:off x="1216780" y="3727931"/>
            <a:ext cx="604043" cy="8999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9" h="21600" extrusionOk="0">
                <a:moveTo>
                  <a:pt x="16675" y="5315"/>
                </a:moveTo>
                <a:lnTo>
                  <a:pt x="1755" y="1523"/>
                </a:lnTo>
                <a:cubicBezTo>
                  <a:pt x="477" y="1200"/>
                  <a:pt x="-91" y="585"/>
                  <a:pt x="12" y="0"/>
                </a:cubicBezTo>
                <a:lnTo>
                  <a:pt x="1" y="0"/>
                </a:lnTo>
                <a:lnTo>
                  <a:pt x="1" y="16350"/>
                </a:lnTo>
                <a:lnTo>
                  <a:pt x="173" y="16350"/>
                </a:lnTo>
                <a:cubicBezTo>
                  <a:pt x="425" y="16707"/>
                  <a:pt x="947" y="17028"/>
                  <a:pt x="1755" y="17232"/>
                </a:cubicBezTo>
                <a:lnTo>
                  <a:pt x="16675" y="21023"/>
                </a:lnTo>
                <a:cubicBezTo>
                  <a:pt x="18183" y="21407"/>
                  <a:pt x="19846" y="21600"/>
                  <a:pt x="21509" y="21600"/>
                </a:cubicBezTo>
                <a:lnTo>
                  <a:pt x="21509" y="5892"/>
                </a:lnTo>
                <a:cubicBezTo>
                  <a:pt x="19846" y="5892"/>
                  <a:pt x="18183" y="5699"/>
                  <a:pt x="16675" y="531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dirty="0">
              <a:solidFill>
                <a:srgbClr val="FFFFFF"/>
              </a:solidFill>
            </a:endParaRPr>
          </a:p>
        </p:txBody>
      </p:sp>
      <p:sp>
        <p:nvSpPr>
          <p:cNvPr id="17" name="Shape">
            <a:extLst>
              <a:ext uri="{FF2B5EF4-FFF2-40B4-BE49-F238E27FC236}">
                <a16:creationId xmlns:a16="http://schemas.microsoft.com/office/drawing/2014/main" id="{D0005A55-8AB2-4F75-3DCE-0945849574B8}"/>
              </a:ext>
            </a:extLst>
          </p:cNvPr>
          <p:cNvSpPr/>
          <p:nvPr/>
        </p:nvSpPr>
        <p:spPr>
          <a:xfrm>
            <a:off x="1820796" y="3727931"/>
            <a:ext cx="604043" cy="8999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9" h="21600" extrusionOk="0">
                <a:moveTo>
                  <a:pt x="21497" y="0"/>
                </a:moveTo>
                <a:cubicBezTo>
                  <a:pt x="21600" y="588"/>
                  <a:pt x="21032" y="1200"/>
                  <a:pt x="19754" y="1523"/>
                </a:cubicBezTo>
                <a:lnTo>
                  <a:pt x="4834" y="5315"/>
                </a:lnTo>
                <a:cubicBezTo>
                  <a:pt x="3326" y="5699"/>
                  <a:pt x="1663" y="5892"/>
                  <a:pt x="0" y="5892"/>
                </a:cubicBezTo>
                <a:lnTo>
                  <a:pt x="0" y="21600"/>
                </a:lnTo>
                <a:cubicBezTo>
                  <a:pt x="1663" y="21600"/>
                  <a:pt x="3326" y="21407"/>
                  <a:pt x="4834" y="21023"/>
                </a:cubicBezTo>
                <a:lnTo>
                  <a:pt x="19754" y="17232"/>
                </a:lnTo>
                <a:cubicBezTo>
                  <a:pt x="20562" y="17025"/>
                  <a:pt x="21084" y="16707"/>
                  <a:pt x="21336" y="16350"/>
                </a:cubicBezTo>
                <a:lnTo>
                  <a:pt x="21508" y="16350"/>
                </a:lnTo>
                <a:lnTo>
                  <a:pt x="21508" y="0"/>
                </a:lnTo>
                <a:lnTo>
                  <a:pt x="2149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dirty="0">
              <a:solidFill>
                <a:srgbClr val="FFFFFF"/>
              </a:solidFill>
            </a:endParaRPr>
          </a:p>
        </p:txBody>
      </p:sp>
      <p:sp>
        <p:nvSpPr>
          <p:cNvPr id="18" name="Shape">
            <a:extLst>
              <a:ext uri="{FF2B5EF4-FFF2-40B4-BE49-F238E27FC236}">
                <a16:creationId xmlns:a16="http://schemas.microsoft.com/office/drawing/2014/main" id="{7E8B94A3-931B-CFF6-AD2F-77178F0F72F6}"/>
              </a:ext>
            </a:extLst>
          </p:cNvPr>
          <p:cNvSpPr/>
          <p:nvPr/>
        </p:nvSpPr>
        <p:spPr>
          <a:xfrm>
            <a:off x="1216780" y="4615439"/>
            <a:ext cx="604043" cy="8999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9" h="21600" extrusionOk="0">
                <a:moveTo>
                  <a:pt x="16675" y="5315"/>
                </a:moveTo>
                <a:lnTo>
                  <a:pt x="1755" y="1523"/>
                </a:lnTo>
                <a:cubicBezTo>
                  <a:pt x="477" y="1200"/>
                  <a:pt x="-91" y="585"/>
                  <a:pt x="12" y="0"/>
                </a:cubicBezTo>
                <a:lnTo>
                  <a:pt x="1" y="0"/>
                </a:lnTo>
                <a:lnTo>
                  <a:pt x="1" y="16350"/>
                </a:lnTo>
                <a:lnTo>
                  <a:pt x="173" y="16350"/>
                </a:lnTo>
                <a:cubicBezTo>
                  <a:pt x="425" y="16707"/>
                  <a:pt x="947" y="17028"/>
                  <a:pt x="1755" y="17232"/>
                </a:cubicBezTo>
                <a:lnTo>
                  <a:pt x="16675" y="21023"/>
                </a:lnTo>
                <a:cubicBezTo>
                  <a:pt x="18183" y="21407"/>
                  <a:pt x="19846" y="21600"/>
                  <a:pt x="21509" y="21600"/>
                </a:cubicBezTo>
                <a:lnTo>
                  <a:pt x="21509" y="5892"/>
                </a:lnTo>
                <a:cubicBezTo>
                  <a:pt x="19846" y="5892"/>
                  <a:pt x="18183" y="5699"/>
                  <a:pt x="16675" y="531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dirty="0">
              <a:solidFill>
                <a:srgbClr val="FFFFFF"/>
              </a:solidFill>
            </a:endParaRPr>
          </a:p>
        </p:txBody>
      </p:sp>
      <p:sp>
        <p:nvSpPr>
          <p:cNvPr id="19" name="Shape">
            <a:extLst>
              <a:ext uri="{FF2B5EF4-FFF2-40B4-BE49-F238E27FC236}">
                <a16:creationId xmlns:a16="http://schemas.microsoft.com/office/drawing/2014/main" id="{6B9BFFA3-312D-265A-CF87-495C8E2B2640}"/>
              </a:ext>
            </a:extLst>
          </p:cNvPr>
          <p:cNvSpPr/>
          <p:nvPr/>
        </p:nvSpPr>
        <p:spPr>
          <a:xfrm>
            <a:off x="1820796" y="4615439"/>
            <a:ext cx="604043" cy="8999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9" h="21600" extrusionOk="0">
                <a:moveTo>
                  <a:pt x="21497" y="0"/>
                </a:moveTo>
                <a:cubicBezTo>
                  <a:pt x="21600" y="588"/>
                  <a:pt x="21032" y="1200"/>
                  <a:pt x="19754" y="1523"/>
                </a:cubicBezTo>
                <a:lnTo>
                  <a:pt x="4834" y="5315"/>
                </a:lnTo>
                <a:cubicBezTo>
                  <a:pt x="3326" y="5699"/>
                  <a:pt x="1663" y="5892"/>
                  <a:pt x="0" y="5892"/>
                </a:cubicBezTo>
                <a:lnTo>
                  <a:pt x="0" y="21600"/>
                </a:lnTo>
                <a:cubicBezTo>
                  <a:pt x="1663" y="21600"/>
                  <a:pt x="3326" y="21407"/>
                  <a:pt x="4834" y="21023"/>
                </a:cubicBezTo>
                <a:lnTo>
                  <a:pt x="19754" y="17232"/>
                </a:lnTo>
                <a:cubicBezTo>
                  <a:pt x="20562" y="17025"/>
                  <a:pt x="21084" y="16707"/>
                  <a:pt x="21336" y="16350"/>
                </a:cubicBezTo>
                <a:lnTo>
                  <a:pt x="21508" y="16350"/>
                </a:lnTo>
                <a:lnTo>
                  <a:pt x="21508" y="0"/>
                </a:lnTo>
                <a:lnTo>
                  <a:pt x="21497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dirty="0">
              <a:solidFill>
                <a:srgbClr val="FFFFFF"/>
              </a:solidFill>
            </a:endParaRPr>
          </a:p>
        </p:txBody>
      </p:sp>
      <p:sp>
        <p:nvSpPr>
          <p:cNvPr id="20" name="Shape">
            <a:extLst>
              <a:ext uri="{FF2B5EF4-FFF2-40B4-BE49-F238E27FC236}">
                <a16:creationId xmlns:a16="http://schemas.microsoft.com/office/drawing/2014/main" id="{C7A446B1-8133-B2D6-D0B7-0F0E071BB916}"/>
              </a:ext>
            </a:extLst>
          </p:cNvPr>
          <p:cNvSpPr/>
          <p:nvPr/>
        </p:nvSpPr>
        <p:spPr>
          <a:xfrm>
            <a:off x="1216780" y="2843985"/>
            <a:ext cx="604043" cy="8999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9" h="21600" extrusionOk="0">
                <a:moveTo>
                  <a:pt x="16675" y="5315"/>
                </a:moveTo>
                <a:lnTo>
                  <a:pt x="1755" y="1523"/>
                </a:lnTo>
                <a:cubicBezTo>
                  <a:pt x="477" y="1197"/>
                  <a:pt x="-91" y="585"/>
                  <a:pt x="12" y="0"/>
                </a:cubicBezTo>
                <a:lnTo>
                  <a:pt x="1" y="0"/>
                </a:lnTo>
                <a:lnTo>
                  <a:pt x="1" y="16350"/>
                </a:lnTo>
                <a:lnTo>
                  <a:pt x="173" y="16350"/>
                </a:lnTo>
                <a:cubicBezTo>
                  <a:pt x="425" y="16707"/>
                  <a:pt x="947" y="17028"/>
                  <a:pt x="1755" y="17232"/>
                </a:cubicBezTo>
                <a:lnTo>
                  <a:pt x="16675" y="21023"/>
                </a:lnTo>
                <a:cubicBezTo>
                  <a:pt x="18183" y="21407"/>
                  <a:pt x="19846" y="21600"/>
                  <a:pt x="21509" y="21600"/>
                </a:cubicBezTo>
                <a:lnTo>
                  <a:pt x="21509" y="5892"/>
                </a:lnTo>
                <a:cubicBezTo>
                  <a:pt x="19846" y="5892"/>
                  <a:pt x="18183" y="5699"/>
                  <a:pt x="16675" y="531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dirty="0">
              <a:solidFill>
                <a:srgbClr val="FFFFFF"/>
              </a:solidFill>
            </a:endParaRPr>
          </a:p>
        </p:txBody>
      </p:sp>
      <p:sp>
        <p:nvSpPr>
          <p:cNvPr id="21" name="Shape">
            <a:extLst>
              <a:ext uri="{FF2B5EF4-FFF2-40B4-BE49-F238E27FC236}">
                <a16:creationId xmlns:a16="http://schemas.microsoft.com/office/drawing/2014/main" id="{013F8E65-C8EB-41F9-2759-8A85DEBC6D70}"/>
              </a:ext>
            </a:extLst>
          </p:cNvPr>
          <p:cNvSpPr/>
          <p:nvPr/>
        </p:nvSpPr>
        <p:spPr>
          <a:xfrm>
            <a:off x="1820796" y="2843985"/>
            <a:ext cx="604043" cy="8999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9" h="21600" extrusionOk="0">
                <a:moveTo>
                  <a:pt x="21497" y="0"/>
                </a:moveTo>
                <a:cubicBezTo>
                  <a:pt x="21600" y="588"/>
                  <a:pt x="21032" y="1200"/>
                  <a:pt x="19754" y="1523"/>
                </a:cubicBezTo>
                <a:lnTo>
                  <a:pt x="4834" y="5315"/>
                </a:lnTo>
                <a:cubicBezTo>
                  <a:pt x="3326" y="5699"/>
                  <a:pt x="1663" y="5892"/>
                  <a:pt x="0" y="5892"/>
                </a:cubicBezTo>
                <a:lnTo>
                  <a:pt x="0" y="21600"/>
                </a:lnTo>
                <a:cubicBezTo>
                  <a:pt x="1663" y="21600"/>
                  <a:pt x="3326" y="21407"/>
                  <a:pt x="4834" y="21023"/>
                </a:cubicBezTo>
                <a:lnTo>
                  <a:pt x="19754" y="17232"/>
                </a:lnTo>
                <a:cubicBezTo>
                  <a:pt x="20562" y="17028"/>
                  <a:pt x="21084" y="16707"/>
                  <a:pt x="21336" y="16350"/>
                </a:cubicBezTo>
                <a:lnTo>
                  <a:pt x="21508" y="16350"/>
                </a:lnTo>
                <a:lnTo>
                  <a:pt x="21508" y="0"/>
                </a:lnTo>
                <a:lnTo>
                  <a:pt x="21497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dirty="0">
              <a:solidFill>
                <a:srgbClr val="FFFFFF"/>
              </a:solidFill>
            </a:endParaRPr>
          </a:p>
        </p:txBody>
      </p:sp>
      <p:sp>
        <p:nvSpPr>
          <p:cNvPr id="22" name="Shape">
            <a:extLst>
              <a:ext uri="{FF2B5EF4-FFF2-40B4-BE49-F238E27FC236}">
                <a16:creationId xmlns:a16="http://schemas.microsoft.com/office/drawing/2014/main" id="{1D95E6C6-F12B-B753-D595-555E5AAF9666}"/>
              </a:ext>
            </a:extLst>
          </p:cNvPr>
          <p:cNvSpPr/>
          <p:nvPr/>
        </p:nvSpPr>
        <p:spPr>
          <a:xfrm>
            <a:off x="1216780" y="1971371"/>
            <a:ext cx="604043" cy="8999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9" h="21600" extrusionOk="0">
                <a:moveTo>
                  <a:pt x="16675" y="5315"/>
                </a:moveTo>
                <a:lnTo>
                  <a:pt x="1755" y="1523"/>
                </a:lnTo>
                <a:cubicBezTo>
                  <a:pt x="477" y="1197"/>
                  <a:pt x="-91" y="585"/>
                  <a:pt x="12" y="0"/>
                </a:cubicBezTo>
                <a:lnTo>
                  <a:pt x="1" y="0"/>
                </a:lnTo>
                <a:lnTo>
                  <a:pt x="1" y="16350"/>
                </a:lnTo>
                <a:lnTo>
                  <a:pt x="173" y="16350"/>
                </a:lnTo>
                <a:cubicBezTo>
                  <a:pt x="425" y="16707"/>
                  <a:pt x="947" y="17028"/>
                  <a:pt x="1755" y="17232"/>
                </a:cubicBezTo>
                <a:lnTo>
                  <a:pt x="16675" y="21023"/>
                </a:lnTo>
                <a:cubicBezTo>
                  <a:pt x="18183" y="21407"/>
                  <a:pt x="19846" y="21600"/>
                  <a:pt x="21509" y="21600"/>
                </a:cubicBezTo>
                <a:lnTo>
                  <a:pt x="21509" y="5892"/>
                </a:lnTo>
                <a:cubicBezTo>
                  <a:pt x="19846" y="5892"/>
                  <a:pt x="18183" y="5699"/>
                  <a:pt x="16675" y="531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dirty="0">
              <a:solidFill>
                <a:srgbClr val="FFFFFF"/>
              </a:solidFill>
            </a:endParaRPr>
          </a:p>
        </p:txBody>
      </p:sp>
      <p:sp>
        <p:nvSpPr>
          <p:cNvPr id="23" name="Shape">
            <a:extLst>
              <a:ext uri="{FF2B5EF4-FFF2-40B4-BE49-F238E27FC236}">
                <a16:creationId xmlns:a16="http://schemas.microsoft.com/office/drawing/2014/main" id="{6A6FA6A4-D758-0782-4214-285362303CF0}"/>
              </a:ext>
            </a:extLst>
          </p:cNvPr>
          <p:cNvSpPr/>
          <p:nvPr/>
        </p:nvSpPr>
        <p:spPr>
          <a:xfrm>
            <a:off x="1820796" y="1971371"/>
            <a:ext cx="604043" cy="8999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9" h="21600" extrusionOk="0">
                <a:moveTo>
                  <a:pt x="21497" y="0"/>
                </a:moveTo>
                <a:cubicBezTo>
                  <a:pt x="21600" y="588"/>
                  <a:pt x="21032" y="1200"/>
                  <a:pt x="19754" y="1523"/>
                </a:cubicBezTo>
                <a:lnTo>
                  <a:pt x="4834" y="5315"/>
                </a:lnTo>
                <a:cubicBezTo>
                  <a:pt x="3326" y="5699"/>
                  <a:pt x="1663" y="5892"/>
                  <a:pt x="0" y="5892"/>
                </a:cubicBezTo>
                <a:lnTo>
                  <a:pt x="0" y="21600"/>
                </a:lnTo>
                <a:cubicBezTo>
                  <a:pt x="1663" y="21600"/>
                  <a:pt x="3326" y="21407"/>
                  <a:pt x="4834" y="21023"/>
                </a:cubicBezTo>
                <a:lnTo>
                  <a:pt x="19754" y="17232"/>
                </a:lnTo>
                <a:cubicBezTo>
                  <a:pt x="20562" y="17025"/>
                  <a:pt x="21084" y="16707"/>
                  <a:pt x="21336" y="16350"/>
                </a:cubicBezTo>
                <a:lnTo>
                  <a:pt x="21508" y="16350"/>
                </a:lnTo>
                <a:lnTo>
                  <a:pt x="21508" y="0"/>
                </a:lnTo>
                <a:lnTo>
                  <a:pt x="21497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dirty="0">
              <a:solidFill>
                <a:srgbClr val="FFFFFF"/>
              </a:solidFill>
            </a:endParaRPr>
          </a:p>
        </p:txBody>
      </p:sp>
      <p:sp>
        <p:nvSpPr>
          <p:cNvPr id="24" name="Shape">
            <a:extLst>
              <a:ext uri="{FF2B5EF4-FFF2-40B4-BE49-F238E27FC236}">
                <a16:creationId xmlns:a16="http://schemas.microsoft.com/office/drawing/2014/main" id="{24A599A1-9A9C-AAAE-678A-2B9CA7FD21C7}"/>
              </a:ext>
            </a:extLst>
          </p:cNvPr>
          <p:cNvSpPr/>
          <p:nvPr/>
        </p:nvSpPr>
        <p:spPr>
          <a:xfrm>
            <a:off x="1216780" y="1103442"/>
            <a:ext cx="604043" cy="8999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9" h="21600" extrusionOk="0">
                <a:moveTo>
                  <a:pt x="16675" y="5315"/>
                </a:moveTo>
                <a:lnTo>
                  <a:pt x="1755" y="1523"/>
                </a:lnTo>
                <a:cubicBezTo>
                  <a:pt x="477" y="1197"/>
                  <a:pt x="-91" y="585"/>
                  <a:pt x="12" y="0"/>
                </a:cubicBezTo>
                <a:lnTo>
                  <a:pt x="1" y="0"/>
                </a:lnTo>
                <a:lnTo>
                  <a:pt x="1" y="16350"/>
                </a:lnTo>
                <a:lnTo>
                  <a:pt x="173" y="16350"/>
                </a:lnTo>
                <a:cubicBezTo>
                  <a:pt x="425" y="16707"/>
                  <a:pt x="947" y="17028"/>
                  <a:pt x="1755" y="17232"/>
                </a:cubicBezTo>
                <a:lnTo>
                  <a:pt x="16675" y="21023"/>
                </a:lnTo>
                <a:cubicBezTo>
                  <a:pt x="18183" y="21407"/>
                  <a:pt x="19846" y="21600"/>
                  <a:pt x="21509" y="21600"/>
                </a:cubicBezTo>
                <a:lnTo>
                  <a:pt x="21509" y="5892"/>
                </a:lnTo>
                <a:cubicBezTo>
                  <a:pt x="19846" y="5892"/>
                  <a:pt x="18183" y="5701"/>
                  <a:pt x="16675" y="531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dirty="0">
              <a:solidFill>
                <a:srgbClr val="FFFFFF"/>
              </a:solidFill>
            </a:endParaRPr>
          </a:p>
        </p:txBody>
      </p:sp>
      <p:sp>
        <p:nvSpPr>
          <p:cNvPr id="25" name="Shape">
            <a:extLst>
              <a:ext uri="{FF2B5EF4-FFF2-40B4-BE49-F238E27FC236}">
                <a16:creationId xmlns:a16="http://schemas.microsoft.com/office/drawing/2014/main" id="{820C8FB7-1043-0D16-C2F4-3CF646E3E955}"/>
              </a:ext>
            </a:extLst>
          </p:cNvPr>
          <p:cNvSpPr/>
          <p:nvPr/>
        </p:nvSpPr>
        <p:spPr>
          <a:xfrm>
            <a:off x="1820796" y="1103442"/>
            <a:ext cx="604043" cy="8999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9" h="21600" extrusionOk="0">
                <a:moveTo>
                  <a:pt x="21497" y="0"/>
                </a:moveTo>
                <a:cubicBezTo>
                  <a:pt x="21600" y="588"/>
                  <a:pt x="21032" y="1200"/>
                  <a:pt x="19754" y="1523"/>
                </a:cubicBezTo>
                <a:lnTo>
                  <a:pt x="4834" y="5315"/>
                </a:lnTo>
                <a:cubicBezTo>
                  <a:pt x="3326" y="5699"/>
                  <a:pt x="1663" y="5892"/>
                  <a:pt x="0" y="5892"/>
                </a:cubicBezTo>
                <a:lnTo>
                  <a:pt x="0" y="21600"/>
                </a:lnTo>
                <a:cubicBezTo>
                  <a:pt x="1663" y="21600"/>
                  <a:pt x="3326" y="21407"/>
                  <a:pt x="4834" y="21023"/>
                </a:cubicBezTo>
                <a:lnTo>
                  <a:pt x="19754" y="17232"/>
                </a:lnTo>
                <a:cubicBezTo>
                  <a:pt x="20562" y="17028"/>
                  <a:pt x="21084" y="16707"/>
                  <a:pt x="21336" y="16350"/>
                </a:cubicBezTo>
                <a:lnTo>
                  <a:pt x="21508" y="16350"/>
                </a:lnTo>
                <a:lnTo>
                  <a:pt x="21508" y="0"/>
                </a:lnTo>
                <a:lnTo>
                  <a:pt x="21497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dirty="0">
              <a:solidFill>
                <a:srgbClr val="FFFFFF"/>
              </a:solidFill>
            </a:endParaRPr>
          </a:p>
        </p:txBody>
      </p:sp>
      <p:sp>
        <p:nvSpPr>
          <p:cNvPr id="26" name="TextBox 65">
            <a:extLst>
              <a:ext uri="{FF2B5EF4-FFF2-40B4-BE49-F238E27FC236}">
                <a16:creationId xmlns:a16="http://schemas.microsoft.com/office/drawing/2014/main" id="{D029734B-B878-64C7-C768-8B20BEE8A66A}"/>
              </a:ext>
            </a:extLst>
          </p:cNvPr>
          <p:cNvSpPr txBox="1"/>
          <p:nvPr/>
        </p:nvSpPr>
        <p:spPr>
          <a:xfrm>
            <a:off x="1150224" y="1303947"/>
            <a:ext cx="734356" cy="576743"/>
          </a:xfrm>
          <a:prstGeom prst="rect">
            <a:avLst/>
          </a:prstGeom>
        </p:spPr>
        <p:txBody>
          <a:bodyPr wrap="square" anchor="ctr">
            <a:noAutofit/>
            <a:scene3d>
              <a:camera prst="perspectiveHeroicExtremeLeftFacing">
                <a:rot lat="1200000" lon="2358725" rev="0"/>
              </a:camera>
              <a:lightRig rig="threePt" dir="t"/>
            </a:scene3d>
          </a:bodyPr>
          <a:lstStyle>
            <a:defPPr>
              <a:defRPr lang="en-US"/>
            </a:defPPr>
            <a:lvl1pPr marL="0" algn="ctr" defTabSz="914400" rtl="0" eaLnBrk="1" latinLnBrk="0" hangingPunct="1">
              <a:defRPr sz="3600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4400" dirty="0">
                <a:solidFill>
                  <a:srgbClr val="FFFFFF"/>
                </a:solidFill>
                <a:effectLst/>
                <a:latin typeface="+mn-lt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27" name="TextBox 66">
            <a:extLst>
              <a:ext uri="{FF2B5EF4-FFF2-40B4-BE49-F238E27FC236}">
                <a16:creationId xmlns:a16="http://schemas.microsoft.com/office/drawing/2014/main" id="{7121E63E-90AF-3B5A-B16C-D0643B0EDE53}"/>
              </a:ext>
            </a:extLst>
          </p:cNvPr>
          <p:cNvSpPr txBox="1"/>
          <p:nvPr/>
        </p:nvSpPr>
        <p:spPr>
          <a:xfrm>
            <a:off x="1150224" y="2176296"/>
            <a:ext cx="734356" cy="576743"/>
          </a:xfrm>
          <a:prstGeom prst="rect">
            <a:avLst/>
          </a:prstGeom>
        </p:spPr>
        <p:txBody>
          <a:bodyPr wrap="square" anchor="ctr">
            <a:noAutofit/>
            <a:scene3d>
              <a:camera prst="perspectiveHeroicExtremeLeftFacing">
                <a:rot lat="1200000" lon="2358725" rev="0"/>
              </a:camera>
              <a:lightRig rig="threePt" dir="t"/>
            </a:scene3d>
          </a:bodyPr>
          <a:lstStyle>
            <a:defPPr>
              <a:defRPr lang="en-US"/>
            </a:defPPr>
            <a:lvl1pPr marL="0" algn="ctr" defTabSz="914400" rtl="0" eaLnBrk="1" latinLnBrk="0" hangingPunct="1">
              <a:defRPr sz="3600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4400" dirty="0">
                <a:solidFill>
                  <a:srgbClr val="FFFFFF"/>
                </a:solidFill>
                <a:effectLst/>
                <a:latin typeface="+mn-lt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28" name="TextBox 67">
            <a:extLst>
              <a:ext uri="{FF2B5EF4-FFF2-40B4-BE49-F238E27FC236}">
                <a16:creationId xmlns:a16="http://schemas.microsoft.com/office/drawing/2014/main" id="{FC34DBEA-8DDA-0432-6E6E-1F7DAB7BC3D4}"/>
              </a:ext>
            </a:extLst>
          </p:cNvPr>
          <p:cNvSpPr txBox="1"/>
          <p:nvPr/>
        </p:nvSpPr>
        <p:spPr>
          <a:xfrm>
            <a:off x="1150224" y="3048645"/>
            <a:ext cx="734356" cy="576743"/>
          </a:xfrm>
          <a:prstGeom prst="rect">
            <a:avLst/>
          </a:prstGeom>
        </p:spPr>
        <p:txBody>
          <a:bodyPr wrap="square" anchor="ctr">
            <a:noAutofit/>
            <a:scene3d>
              <a:camera prst="perspectiveHeroicExtremeLeftFacing">
                <a:rot lat="1200000" lon="2358725" rev="0"/>
              </a:camera>
              <a:lightRig rig="threePt" dir="t"/>
            </a:scene3d>
          </a:bodyPr>
          <a:lstStyle>
            <a:defPPr>
              <a:defRPr lang="en-US"/>
            </a:defPPr>
            <a:lvl1pPr marL="0" algn="ctr" defTabSz="914400" rtl="0" eaLnBrk="1" latinLnBrk="0" hangingPunct="1">
              <a:defRPr sz="3600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4400" dirty="0">
                <a:solidFill>
                  <a:srgbClr val="FFFFFF"/>
                </a:solidFill>
                <a:effectLst/>
                <a:latin typeface="+mn-lt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29" name="TextBox 68">
            <a:extLst>
              <a:ext uri="{FF2B5EF4-FFF2-40B4-BE49-F238E27FC236}">
                <a16:creationId xmlns:a16="http://schemas.microsoft.com/office/drawing/2014/main" id="{587C7F77-7515-12EF-5295-A985CC83B540}"/>
              </a:ext>
            </a:extLst>
          </p:cNvPr>
          <p:cNvSpPr txBox="1"/>
          <p:nvPr/>
        </p:nvSpPr>
        <p:spPr>
          <a:xfrm>
            <a:off x="1150224" y="3920994"/>
            <a:ext cx="734356" cy="576743"/>
          </a:xfrm>
          <a:prstGeom prst="rect">
            <a:avLst/>
          </a:prstGeom>
        </p:spPr>
        <p:txBody>
          <a:bodyPr wrap="square" lIns="0" rIns="0" anchor="ctr">
            <a:noAutofit/>
            <a:scene3d>
              <a:camera prst="perspectiveHeroicExtremeLeftFacing">
                <a:rot lat="1200000" lon="2358725" rev="0"/>
              </a:camera>
              <a:lightRig rig="threePt" dir="t"/>
            </a:scene3d>
          </a:bodyPr>
          <a:lstStyle>
            <a:defPPr>
              <a:defRPr lang="en-US"/>
            </a:defPPr>
            <a:lvl1pPr marL="0" algn="ctr" defTabSz="914400" rtl="0" eaLnBrk="1" latinLnBrk="0" hangingPunct="1">
              <a:defRPr sz="3600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4400" dirty="0">
                <a:solidFill>
                  <a:srgbClr val="FFFFFF"/>
                </a:solidFill>
                <a:effectLst/>
                <a:latin typeface="+mn-lt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30" name="TextBox 69">
            <a:extLst>
              <a:ext uri="{FF2B5EF4-FFF2-40B4-BE49-F238E27FC236}">
                <a16:creationId xmlns:a16="http://schemas.microsoft.com/office/drawing/2014/main" id="{6FD9A6B1-86C5-0310-C920-5754FF4BE3E0}"/>
              </a:ext>
            </a:extLst>
          </p:cNvPr>
          <p:cNvSpPr txBox="1"/>
          <p:nvPr/>
        </p:nvSpPr>
        <p:spPr>
          <a:xfrm>
            <a:off x="1150224" y="4793344"/>
            <a:ext cx="734356" cy="576743"/>
          </a:xfrm>
          <a:prstGeom prst="rect">
            <a:avLst/>
          </a:prstGeom>
        </p:spPr>
        <p:txBody>
          <a:bodyPr wrap="square" lIns="0" rIns="0" anchor="ctr">
            <a:noAutofit/>
            <a:scene3d>
              <a:camera prst="perspectiveHeroicExtremeLeftFacing">
                <a:rot lat="1200000" lon="2358725" rev="0"/>
              </a:camera>
              <a:lightRig rig="threePt" dir="t"/>
            </a:scene3d>
          </a:bodyPr>
          <a:lstStyle>
            <a:defPPr>
              <a:defRPr lang="en-US"/>
            </a:defPPr>
            <a:lvl1pPr marL="0" algn="ctr" defTabSz="914400" rtl="0" eaLnBrk="1" latinLnBrk="0" hangingPunct="1">
              <a:defRPr sz="3600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4400" dirty="0">
                <a:solidFill>
                  <a:srgbClr val="FFFFFF"/>
                </a:solidFill>
                <a:effectLst/>
                <a:latin typeface="+mn-lt"/>
                <a:cs typeface="Calibri" panose="020F0502020204030204" pitchFamily="34" charset="0"/>
              </a:rPr>
              <a:t>5</a:t>
            </a:r>
          </a:p>
        </p:txBody>
      </p:sp>
      <p:grpSp>
        <p:nvGrpSpPr>
          <p:cNvPr id="31" name="Groupe 63">
            <a:extLst>
              <a:ext uri="{FF2B5EF4-FFF2-40B4-BE49-F238E27FC236}">
                <a16:creationId xmlns:a16="http://schemas.microsoft.com/office/drawing/2014/main" id="{AB7BACE8-049F-1496-11E0-FAC5D2FA197B}"/>
              </a:ext>
            </a:extLst>
          </p:cNvPr>
          <p:cNvGrpSpPr/>
          <p:nvPr/>
        </p:nvGrpSpPr>
        <p:grpSpPr>
          <a:xfrm>
            <a:off x="3314420" y="905546"/>
            <a:ext cx="3716537" cy="1200329"/>
            <a:chOff x="2759979" y="709379"/>
            <a:chExt cx="4164960" cy="1345157"/>
          </a:xfrm>
        </p:grpSpPr>
        <p:sp>
          <p:nvSpPr>
            <p:cNvPr id="45" name="TextBox 80">
              <a:extLst>
                <a:ext uri="{FF2B5EF4-FFF2-40B4-BE49-F238E27FC236}">
                  <a16:creationId xmlns:a16="http://schemas.microsoft.com/office/drawing/2014/main" id="{1C3B0080-1F86-D26E-A74C-EA29C2B6CFBF}"/>
                </a:ext>
              </a:extLst>
            </p:cNvPr>
            <p:cNvSpPr txBox="1"/>
            <p:nvPr/>
          </p:nvSpPr>
          <p:spPr>
            <a:xfrm>
              <a:off x="2935842" y="709379"/>
              <a:ext cx="3989097" cy="1345157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/>
              <a:r>
                <a:rPr lang="es-ES" sz="1600" b="1" dirty="0">
                  <a:solidFill>
                    <a:schemeClr val="accent5"/>
                  </a:solidFill>
                </a:rPr>
                <a:t>Orquestación</a:t>
              </a:r>
            </a:p>
            <a:p>
              <a:pPr algn="just"/>
              <a:r>
                <a:rPr lang="es-ES" sz="1400" noProof="1"/>
                <a:t>Para que Control-M ejecute los procesos de manera automática necesitamos </a:t>
              </a:r>
              <a:r>
                <a:rPr lang="es-ES" sz="1400" b="1" noProof="1"/>
                <a:t>disponer de un filesystem con acceso a los datos y capacidad de ejecución Python.</a:t>
              </a: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5C626EA-0298-14B4-251C-7047C609C843}"/>
                </a:ext>
              </a:extLst>
            </p:cNvPr>
            <p:cNvCxnSpPr/>
            <p:nvPr/>
          </p:nvCxnSpPr>
          <p:spPr>
            <a:xfrm>
              <a:off x="2759979" y="733201"/>
              <a:ext cx="0" cy="1280160"/>
            </a:xfrm>
            <a:prstGeom prst="line">
              <a:avLst/>
            </a:prstGeom>
            <a:ln w="762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78DB1F9-8933-0FB0-491C-331E7AF0C5A1}"/>
              </a:ext>
            </a:extLst>
          </p:cNvPr>
          <p:cNvCxnSpPr>
            <a:cxnSpLocks/>
          </p:cNvCxnSpPr>
          <p:nvPr/>
        </p:nvCxnSpPr>
        <p:spPr>
          <a:xfrm>
            <a:off x="2104918" y="2407877"/>
            <a:ext cx="4674873" cy="0"/>
          </a:xfrm>
          <a:prstGeom prst="line">
            <a:avLst/>
          </a:prstGeom>
          <a:ln>
            <a:solidFill>
              <a:srgbClr val="595959"/>
            </a:solidFill>
            <a:prstDash val="lg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8435ED9-8D78-A157-7311-22EC92D03BF4}"/>
              </a:ext>
            </a:extLst>
          </p:cNvPr>
          <p:cNvCxnSpPr>
            <a:cxnSpLocks/>
          </p:cNvCxnSpPr>
          <p:nvPr/>
        </p:nvCxnSpPr>
        <p:spPr>
          <a:xfrm>
            <a:off x="2104918" y="4115569"/>
            <a:ext cx="4674873" cy="0"/>
          </a:xfrm>
          <a:prstGeom prst="line">
            <a:avLst/>
          </a:prstGeom>
          <a:ln>
            <a:solidFill>
              <a:srgbClr val="595959"/>
            </a:solidFill>
            <a:prstDash val="lg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27E66E2-C1E1-B6F7-6B34-43C63BB956DB}"/>
              </a:ext>
            </a:extLst>
          </p:cNvPr>
          <p:cNvCxnSpPr/>
          <p:nvPr/>
        </p:nvCxnSpPr>
        <p:spPr>
          <a:xfrm>
            <a:off x="2104918" y="1553406"/>
            <a:ext cx="1008023" cy="1249"/>
          </a:xfrm>
          <a:prstGeom prst="line">
            <a:avLst/>
          </a:prstGeom>
          <a:ln>
            <a:solidFill>
              <a:srgbClr val="595959"/>
            </a:solidFill>
            <a:prstDash val="lg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DFB2AEB-9BC2-5A1B-770B-1A233061AA40}"/>
              </a:ext>
            </a:extLst>
          </p:cNvPr>
          <p:cNvCxnSpPr/>
          <p:nvPr/>
        </p:nvCxnSpPr>
        <p:spPr>
          <a:xfrm>
            <a:off x="2104918" y="3261098"/>
            <a:ext cx="1008023" cy="1249"/>
          </a:xfrm>
          <a:prstGeom prst="line">
            <a:avLst/>
          </a:prstGeom>
          <a:ln>
            <a:solidFill>
              <a:srgbClr val="595959"/>
            </a:solidFill>
            <a:prstDash val="lg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EB24465-3EFA-83F4-335C-DE57796A553A}"/>
              </a:ext>
            </a:extLst>
          </p:cNvPr>
          <p:cNvCxnSpPr/>
          <p:nvPr/>
        </p:nvCxnSpPr>
        <p:spPr>
          <a:xfrm>
            <a:off x="2104918" y="4968792"/>
            <a:ext cx="1008023" cy="1249"/>
          </a:xfrm>
          <a:prstGeom prst="line">
            <a:avLst/>
          </a:prstGeom>
          <a:ln>
            <a:solidFill>
              <a:srgbClr val="595959"/>
            </a:solidFill>
            <a:prstDash val="lg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80">
            <a:extLst>
              <a:ext uri="{FF2B5EF4-FFF2-40B4-BE49-F238E27FC236}">
                <a16:creationId xmlns:a16="http://schemas.microsoft.com/office/drawing/2014/main" id="{19365B50-B1FC-E153-6249-1DBA7FE2EFF2}"/>
              </a:ext>
            </a:extLst>
          </p:cNvPr>
          <p:cNvSpPr txBox="1"/>
          <p:nvPr/>
        </p:nvSpPr>
        <p:spPr>
          <a:xfrm>
            <a:off x="3471349" y="2794724"/>
            <a:ext cx="3559608" cy="984885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1600" b="1" dirty="0">
                <a:solidFill>
                  <a:schemeClr val="accent3"/>
                </a:solidFill>
              </a:rPr>
              <a:t>Persistencia</a:t>
            </a:r>
          </a:p>
          <a:p>
            <a:pPr algn="just"/>
            <a:r>
              <a:rPr lang="es-ES" sz="1400" noProof="1"/>
              <a:t>Dependiendo del tipo y objetivo del dato, o se </a:t>
            </a:r>
            <a:r>
              <a:rPr lang="es-ES" sz="1400" b="1" noProof="1"/>
              <a:t>almacena en una base de datos</a:t>
            </a:r>
            <a:r>
              <a:rPr lang="es-ES" sz="1400" noProof="1"/>
              <a:t>, o se registra el evento en DEVO.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5BA0316-84BC-2E1E-40A7-6E0792E168BF}"/>
              </a:ext>
            </a:extLst>
          </p:cNvPr>
          <p:cNvCxnSpPr/>
          <p:nvPr/>
        </p:nvCxnSpPr>
        <p:spPr>
          <a:xfrm>
            <a:off x="3314420" y="2708576"/>
            <a:ext cx="0" cy="1142331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80">
            <a:extLst>
              <a:ext uri="{FF2B5EF4-FFF2-40B4-BE49-F238E27FC236}">
                <a16:creationId xmlns:a16="http://schemas.microsoft.com/office/drawing/2014/main" id="{F74E29D1-8778-A6AF-C7D4-9F1317AAEA63}"/>
              </a:ext>
            </a:extLst>
          </p:cNvPr>
          <p:cNvSpPr txBox="1"/>
          <p:nvPr/>
        </p:nvSpPr>
        <p:spPr>
          <a:xfrm>
            <a:off x="3471349" y="4287697"/>
            <a:ext cx="3559608" cy="1323439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1600" b="1" dirty="0">
                <a:solidFill>
                  <a:schemeClr val="accent1"/>
                </a:solidFill>
              </a:rPr>
              <a:t>Notificación</a:t>
            </a:r>
          </a:p>
          <a:p>
            <a:pPr algn="just"/>
            <a:r>
              <a:rPr lang="es-ES" sz="1600" noProof="1"/>
              <a:t>El Banco dispone de un servidor de correos que se puede utilizar para notificar de manera automática la ejecución de procesos. 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B0368D4-88E3-77E3-9E6F-5CD04C854F0C}"/>
              </a:ext>
            </a:extLst>
          </p:cNvPr>
          <p:cNvCxnSpPr/>
          <p:nvPr/>
        </p:nvCxnSpPr>
        <p:spPr>
          <a:xfrm>
            <a:off x="3314420" y="4370822"/>
            <a:ext cx="0" cy="1142331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80">
            <a:extLst>
              <a:ext uri="{FF2B5EF4-FFF2-40B4-BE49-F238E27FC236}">
                <a16:creationId xmlns:a16="http://schemas.microsoft.com/office/drawing/2014/main" id="{ED0A666B-C633-8B07-2FF8-DE91A1406C6D}"/>
              </a:ext>
            </a:extLst>
          </p:cNvPr>
          <p:cNvSpPr txBox="1"/>
          <p:nvPr/>
        </p:nvSpPr>
        <p:spPr>
          <a:xfrm>
            <a:off x="7482168" y="1826763"/>
            <a:ext cx="3559608" cy="1200329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1600" b="1" dirty="0">
                <a:solidFill>
                  <a:schemeClr val="accent4"/>
                </a:solidFill>
              </a:rPr>
              <a:t>Automatización</a:t>
            </a:r>
          </a:p>
          <a:p>
            <a:pPr algn="just"/>
            <a:r>
              <a:rPr lang="es-ES" sz="1400" noProof="1"/>
              <a:t>Se deben tener </a:t>
            </a:r>
            <a:r>
              <a:rPr lang="es-ES" sz="1400" b="1" noProof="1"/>
              <a:t>mapeados todos los procesos </a:t>
            </a:r>
            <a:r>
              <a:rPr lang="es-ES" sz="1400" noProof="1"/>
              <a:t>y las dependencias que tienen. </a:t>
            </a:r>
          </a:p>
          <a:p>
            <a:pPr algn="just"/>
            <a:r>
              <a:rPr lang="es-ES" sz="1400" noProof="1"/>
              <a:t>La planificación debe estar incluida como parte de la entrega. 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6992DE7-D172-0100-616F-6E0C477C252A}"/>
              </a:ext>
            </a:extLst>
          </p:cNvPr>
          <p:cNvCxnSpPr/>
          <p:nvPr/>
        </p:nvCxnSpPr>
        <p:spPr>
          <a:xfrm>
            <a:off x="7325239" y="1848336"/>
            <a:ext cx="0" cy="1142331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80">
            <a:extLst>
              <a:ext uri="{FF2B5EF4-FFF2-40B4-BE49-F238E27FC236}">
                <a16:creationId xmlns:a16="http://schemas.microsoft.com/office/drawing/2014/main" id="{EBED5659-A9C1-FB39-2615-C1948DD04A79}"/>
              </a:ext>
            </a:extLst>
          </p:cNvPr>
          <p:cNvSpPr txBox="1"/>
          <p:nvPr/>
        </p:nvSpPr>
        <p:spPr>
          <a:xfrm>
            <a:off x="7482168" y="3278578"/>
            <a:ext cx="3559608" cy="1631216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1600" b="1" dirty="0">
                <a:solidFill>
                  <a:schemeClr val="accent2"/>
                </a:solidFill>
              </a:rPr>
              <a:t>Monitorización</a:t>
            </a:r>
          </a:p>
          <a:p>
            <a:pPr algn="just"/>
            <a:r>
              <a:rPr lang="es-ES" sz="1400" noProof="1"/>
              <a:t>Todos los procesos deben poderse </a:t>
            </a:r>
            <a:r>
              <a:rPr lang="es-ES" sz="1400" b="1" noProof="1"/>
              <a:t>supervisor desde una de estas 5 herramientas </a:t>
            </a:r>
            <a:r>
              <a:rPr lang="es-ES" sz="1400" noProof="1"/>
              <a:t>de monitorización: Control-M, Databricks y Airflow, Devo y Dynatrace.</a:t>
            </a:r>
          </a:p>
          <a:p>
            <a:pPr algn="just"/>
            <a:r>
              <a:rPr lang="es-ES" sz="1400" noProof="1"/>
              <a:t>Es necesario definir y asegurar la inter-operabilidad entre los orquestadores.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9FD03D0-C389-3FD1-372B-E7237A2EEBE1}"/>
              </a:ext>
            </a:extLst>
          </p:cNvPr>
          <p:cNvCxnSpPr/>
          <p:nvPr/>
        </p:nvCxnSpPr>
        <p:spPr>
          <a:xfrm>
            <a:off x="7325239" y="3515593"/>
            <a:ext cx="0" cy="1142331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994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DAE7E-2153-F28D-E38F-D152CDBD7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F99E1-7F1C-7C32-BFB7-4D3CDE6C2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Modelo de gobierno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3454B8-6D83-FD03-A8F4-04F6B76302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159176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9AB77-7F03-37C8-8D3F-FEF077C28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5CCE0-A1ED-6267-AF8C-02D0FE39D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024" y="764728"/>
            <a:ext cx="10800000" cy="365126"/>
          </a:xfrm>
        </p:spPr>
        <p:txBody>
          <a:bodyPr/>
          <a:lstStyle/>
          <a:p>
            <a:r>
              <a:rPr lang="es-ES" sz="1400" dirty="0">
                <a:solidFill>
                  <a:schemeClr val="tx1"/>
                </a:solidFill>
              </a:rPr>
              <a:t>Para cubrir las necesidades identificadas se propone un equipo formado por los siguientes perfiles.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5DCAF6-B5AC-4532-13F6-191B0B7A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>
                <a:solidFill>
                  <a:srgbClr val="EC0000"/>
                </a:solidFill>
              </a:rPr>
              <a:pPr/>
              <a:t>13</a:t>
            </a:fld>
            <a:endParaRPr lang="es-ES">
              <a:solidFill>
                <a:srgbClr val="EC0000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7B23B09-AC37-B75A-5FC0-0002FBF9A58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s-ES" dirty="0"/>
              <a:t>Modelo de gobierno 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| Equipo</a:t>
            </a:r>
            <a:endParaRPr lang="es-E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A959A8-43FE-52A4-3473-E539BF7B2097}"/>
              </a:ext>
            </a:extLst>
          </p:cNvPr>
          <p:cNvSpPr/>
          <p:nvPr/>
        </p:nvSpPr>
        <p:spPr>
          <a:xfrm>
            <a:off x="860611" y="1900524"/>
            <a:ext cx="3420000" cy="3852000"/>
          </a:xfrm>
          <a:prstGeom prst="rect">
            <a:avLst/>
          </a:prstGeom>
          <a:ln w="28575"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tIns="252000" rIns="180000" rtlCol="0" anchor="t"/>
          <a:lstStyle/>
          <a:p>
            <a:pPr algn="ctr">
              <a:spcAft>
                <a:spcPts val="600"/>
              </a:spcAft>
            </a:pPr>
            <a:r>
              <a:rPr lang="es-ES" dirty="0"/>
              <a:t>Equipo de Desarrollo</a:t>
            </a:r>
          </a:p>
          <a:p>
            <a:pPr>
              <a:spcAft>
                <a:spcPts val="600"/>
              </a:spcAft>
            </a:pPr>
            <a:endParaRPr lang="es-ES" sz="1200" dirty="0"/>
          </a:p>
          <a:p>
            <a:pPr>
              <a:spcAft>
                <a:spcPts val="600"/>
              </a:spcAft>
            </a:pPr>
            <a:r>
              <a:rPr lang="es-ES" sz="1400" dirty="0"/>
              <a:t>Funciones: 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400" b="1" dirty="0"/>
              <a:t>Implementar el código </a:t>
            </a:r>
            <a:r>
              <a:rPr lang="es-ES" sz="1400" dirty="0"/>
              <a:t>de la solución.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400" b="1" dirty="0"/>
              <a:t>Orquestar los procesos</a:t>
            </a:r>
            <a:r>
              <a:rPr lang="es-ES" sz="1400" dirty="0"/>
              <a:t>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400" b="1" dirty="0"/>
              <a:t>Realizar pruebas </a:t>
            </a:r>
            <a:r>
              <a:rPr lang="es-ES" sz="1400" dirty="0"/>
              <a:t>técnicas y funcionales. 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400" dirty="0"/>
              <a:t>Preparar y </a:t>
            </a:r>
            <a:r>
              <a:rPr lang="es-ES" sz="1400" b="1" dirty="0"/>
              <a:t>ejecutar despliegues </a:t>
            </a:r>
            <a:r>
              <a:rPr lang="es-ES" sz="1400" dirty="0"/>
              <a:t>en los distintos entornos.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400" dirty="0"/>
              <a:t>Documentar la solución.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400" dirty="0"/>
              <a:t>Resolver incidencias.</a:t>
            </a:r>
            <a:endParaRPr lang="es-ES" sz="12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6DCD156-B4F2-819B-46E8-4E3E057C247F}"/>
              </a:ext>
            </a:extLst>
          </p:cNvPr>
          <p:cNvGrpSpPr/>
          <p:nvPr/>
        </p:nvGrpSpPr>
        <p:grpSpPr>
          <a:xfrm>
            <a:off x="1898647" y="1361152"/>
            <a:ext cx="1343928" cy="756000"/>
            <a:chOff x="2083412" y="1719740"/>
            <a:chExt cx="1343928" cy="756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3313BDE-96F2-DD1A-8326-BCD8E142A4F4}"/>
                </a:ext>
              </a:extLst>
            </p:cNvPr>
            <p:cNvGrpSpPr/>
            <p:nvPr/>
          </p:nvGrpSpPr>
          <p:grpSpPr>
            <a:xfrm>
              <a:off x="2083412" y="1719740"/>
              <a:ext cx="756000" cy="756000"/>
              <a:chOff x="5642400" y="2975400"/>
              <a:chExt cx="756000" cy="756000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E7B04127-B53D-4DDE-6A9A-B630917465CC}"/>
                  </a:ext>
                </a:extLst>
              </p:cNvPr>
              <p:cNvSpPr/>
              <p:nvPr/>
            </p:nvSpPr>
            <p:spPr>
              <a:xfrm>
                <a:off x="5642400" y="2975400"/>
                <a:ext cx="756000" cy="756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pic>
            <p:nvPicPr>
              <p:cNvPr id="9" name="Graphic 8" descr="Office worker male outline">
                <a:extLst>
                  <a:ext uri="{FF2B5EF4-FFF2-40B4-BE49-F238E27FC236}">
                    <a16:creationId xmlns:a16="http://schemas.microsoft.com/office/drawing/2014/main" id="{887A2FD6-3850-F8A7-184D-DB26758565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678400" y="3011400"/>
                <a:ext cx="684000" cy="684000"/>
              </a:xfrm>
              <a:prstGeom prst="rect">
                <a:avLst/>
              </a:prstGeom>
            </p:spPr>
          </p:pic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60D04E3-32EA-7FB1-F1C3-3E5F9DD4BD82}"/>
                </a:ext>
              </a:extLst>
            </p:cNvPr>
            <p:cNvGrpSpPr/>
            <p:nvPr/>
          </p:nvGrpSpPr>
          <p:grpSpPr>
            <a:xfrm>
              <a:off x="2671340" y="1719740"/>
              <a:ext cx="756000" cy="756000"/>
              <a:chOff x="6839930" y="3050541"/>
              <a:chExt cx="756000" cy="756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C9F957C7-191A-42A2-D747-944AB1442A5C}"/>
                  </a:ext>
                </a:extLst>
              </p:cNvPr>
              <p:cNvSpPr/>
              <p:nvPr/>
            </p:nvSpPr>
            <p:spPr>
              <a:xfrm>
                <a:off x="6839930" y="3050541"/>
                <a:ext cx="756000" cy="756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pic>
            <p:nvPicPr>
              <p:cNvPr id="13" name="Graphic 12" descr="Office worker female outline">
                <a:extLst>
                  <a:ext uri="{FF2B5EF4-FFF2-40B4-BE49-F238E27FC236}">
                    <a16:creationId xmlns:a16="http://schemas.microsoft.com/office/drawing/2014/main" id="{B6B498A2-01BE-2086-016C-4636AE3606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6875930" y="3086541"/>
                <a:ext cx="684000" cy="684000"/>
              </a:xfrm>
              <a:prstGeom prst="rect">
                <a:avLst/>
              </a:prstGeom>
            </p:spPr>
          </p:pic>
        </p:grp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06D58B61-90D2-5380-5704-116D3D352534}"/>
              </a:ext>
            </a:extLst>
          </p:cNvPr>
          <p:cNvSpPr/>
          <p:nvPr/>
        </p:nvSpPr>
        <p:spPr>
          <a:xfrm>
            <a:off x="4674829" y="1900524"/>
            <a:ext cx="3420000" cy="3852000"/>
          </a:xfrm>
          <a:prstGeom prst="rect">
            <a:avLst/>
          </a:prstGeom>
          <a:ln w="28575">
            <a:solidFill>
              <a:schemeClr val="accent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tIns="252000" rIns="180000" rtlCol="0" anchor="t"/>
          <a:lstStyle/>
          <a:p>
            <a:pPr algn="ctr">
              <a:spcAft>
                <a:spcPts val="600"/>
              </a:spcAft>
            </a:pPr>
            <a:r>
              <a:rPr lang="es-ES" dirty="0"/>
              <a:t>Jefe de equipo</a:t>
            </a:r>
          </a:p>
          <a:p>
            <a:pPr>
              <a:spcAft>
                <a:spcPts val="600"/>
              </a:spcAft>
            </a:pPr>
            <a:endParaRPr lang="es-ES" sz="1200" dirty="0"/>
          </a:p>
          <a:p>
            <a:pPr>
              <a:spcAft>
                <a:spcPts val="600"/>
              </a:spcAft>
            </a:pPr>
            <a:r>
              <a:rPr lang="es-ES" sz="1400" dirty="0"/>
              <a:t>Funciones: 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400" dirty="0"/>
              <a:t>Planificar y</a:t>
            </a:r>
            <a:r>
              <a:rPr lang="es-ES" sz="1400" b="1" dirty="0"/>
              <a:t> coordinar </a:t>
            </a:r>
            <a:r>
              <a:rPr lang="es-ES" sz="1400" dirty="0"/>
              <a:t>el trabajo.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400" b="1" dirty="0"/>
              <a:t>Resolver bloqueos </a:t>
            </a:r>
            <a:r>
              <a:rPr lang="es-ES" sz="1400" dirty="0"/>
              <a:t>técnicos y organizativos.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400" dirty="0"/>
              <a:t>Gestionar la relación con otros equipos internos.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400" dirty="0"/>
              <a:t>Asegurar la calidad técnica.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400" dirty="0"/>
              <a:t>Reportar el avance del proyecto. 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12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9169BE5-BBB0-B937-2A53-5702387BF9E9}"/>
              </a:ext>
            </a:extLst>
          </p:cNvPr>
          <p:cNvGrpSpPr/>
          <p:nvPr/>
        </p:nvGrpSpPr>
        <p:grpSpPr>
          <a:xfrm>
            <a:off x="6006829" y="1361152"/>
            <a:ext cx="756000" cy="756000"/>
            <a:chOff x="5642400" y="2975400"/>
            <a:chExt cx="756000" cy="756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AA578FC-C18C-A78E-D7CB-DD3E286F4DFA}"/>
                </a:ext>
              </a:extLst>
            </p:cNvPr>
            <p:cNvSpPr/>
            <p:nvPr/>
          </p:nvSpPr>
          <p:spPr>
            <a:xfrm>
              <a:off x="5642400" y="2975400"/>
              <a:ext cx="756000" cy="756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6" name="Graphic 25" descr="Office worker male outline">
              <a:extLst>
                <a:ext uri="{FF2B5EF4-FFF2-40B4-BE49-F238E27FC236}">
                  <a16:creationId xmlns:a16="http://schemas.microsoft.com/office/drawing/2014/main" id="{8372095C-DCC4-9F39-A371-A884E19A58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678400" y="3011400"/>
              <a:ext cx="684000" cy="684000"/>
            </a:xfrm>
            <a:prstGeom prst="rect">
              <a:avLst/>
            </a:prstGeom>
          </p:spPr>
        </p:pic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CE824BED-6DBE-DAE7-D0A3-E53BF5C359DF}"/>
              </a:ext>
            </a:extLst>
          </p:cNvPr>
          <p:cNvSpPr/>
          <p:nvPr/>
        </p:nvSpPr>
        <p:spPr>
          <a:xfrm>
            <a:off x="8489047" y="1900524"/>
            <a:ext cx="2958354" cy="3852000"/>
          </a:xfrm>
          <a:prstGeom prst="rect">
            <a:avLst/>
          </a:prstGeom>
          <a:ln w="28575">
            <a:solidFill>
              <a:schemeClr val="accent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tIns="252000" rIns="180000" rtlCol="0" anchor="t"/>
          <a:lstStyle/>
          <a:p>
            <a:pPr algn="ctr">
              <a:spcAft>
                <a:spcPts val="600"/>
              </a:spcAft>
            </a:pPr>
            <a:r>
              <a:rPr lang="es-ES" dirty="0"/>
              <a:t>Manager</a:t>
            </a:r>
          </a:p>
          <a:p>
            <a:pPr>
              <a:spcAft>
                <a:spcPts val="600"/>
              </a:spcAft>
            </a:pPr>
            <a:endParaRPr lang="es-ES" sz="1400" dirty="0"/>
          </a:p>
          <a:p>
            <a:pPr>
              <a:spcAft>
                <a:spcPts val="600"/>
              </a:spcAft>
            </a:pPr>
            <a:r>
              <a:rPr lang="es-ES" sz="1400" dirty="0"/>
              <a:t>Funciones: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400" dirty="0"/>
              <a:t>Acompañar al equipo.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400" dirty="0"/>
              <a:t>Supervisar el desempeño.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400" dirty="0"/>
              <a:t>Reporting ejecutivo periódico.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400" dirty="0"/>
              <a:t>Responsable último de la ejecución.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8857C7A-9EF7-3A5E-81D5-D74F2054E8D9}"/>
              </a:ext>
            </a:extLst>
          </p:cNvPr>
          <p:cNvGrpSpPr/>
          <p:nvPr/>
        </p:nvGrpSpPr>
        <p:grpSpPr>
          <a:xfrm>
            <a:off x="9590224" y="1361152"/>
            <a:ext cx="756000" cy="756000"/>
            <a:chOff x="5642400" y="2975400"/>
            <a:chExt cx="756000" cy="756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F8722950-8CBF-58B2-A0AD-9FFC7A68EF9D}"/>
                </a:ext>
              </a:extLst>
            </p:cNvPr>
            <p:cNvSpPr/>
            <p:nvPr/>
          </p:nvSpPr>
          <p:spPr>
            <a:xfrm>
              <a:off x="5642400" y="2975400"/>
              <a:ext cx="756000" cy="756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30" name="Graphic 29" descr="Office worker male outline">
              <a:extLst>
                <a:ext uri="{FF2B5EF4-FFF2-40B4-BE49-F238E27FC236}">
                  <a16:creationId xmlns:a16="http://schemas.microsoft.com/office/drawing/2014/main" id="{BF223560-2049-6F59-B4FA-1CB136DCAC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678400" y="3011400"/>
              <a:ext cx="684000" cy="684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89211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1D6A6-37BC-1733-E78F-5BA2A6AF2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1A66766-FC40-234A-36F2-456FE4287984}"/>
              </a:ext>
            </a:extLst>
          </p:cNvPr>
          <p:cNvSpPr/>
          <p:nvPr/>
        </p:nvSpPr>
        <p:spPr>
          <a:xfrm>
            <a:off x="8063650" y="1350817"/>
            <a:ext cx="3420000" cy="4243158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tIns="252000" rIns="180000" rtlCol="0" anchor="t"/>
          <a:lstStyle/>
          <a:p>
            <a:pPr algn="ctr"/>
            <a:r>
              <a:rPr lang="es-ES" dirty="0"/>
              <a:t>Reporting</a:t>
            </a:r>
          </a:p>
          <a:p>
            <a:endParaRPr lang="es-ES" sz="1200" dirty="0"/>
          </a:p>
          <a:p>
            <a:r>
              <a:rPr lang="es-ES" sz="1400" dirty="0"/>
              <a:t>De manera independiente a los Steering </a:t>
            </a:r>
            <a:r>
              <a:rPr lang="es-ES" sz="1400" dirty="0" err="1"/>
              <a:t>Comittee</a:t>
            </a:r>
            <a:r>
              <a:rPr lang="es-ES" sz="1400" dirty="0"/>
              <a:t> se enviará periódicamente una actualización del avance del proyecto para todos los interesados.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E75B79-D98C-1286-ED30-67773D0C08D8}"/>
              </a:ext>
            </a:extLst>
          </p:cNvPr>
          <p:cNvSpPr/>
          <p:nvPr/>
        </p:nvSpPr>
        <p:spPr>
          <a:xfrm>
            <a:off x="935266" y="1350816"/>
            <a:ext cx="3420000" cy="424316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tIns="252000" rIns="180000" rtlCol="0" anchor="t"/>
          <a:lstStyle/>
          <a:p>
            <a:pPr algn="ctr"/>
            <a:r>
              <a:rPr lang="es-ES" dirty="0"/>
              <a:t>Daily meetings</a:t>
            </a:r>
          </a:p>
          <a:p>
            <a:endParaRPr lang="es-ES" sz="1200" dirty="0"/>
          </a:p>
          <a:p>
            <a:r>
              <a:rPr lang="es-ES" sz="1400" dirty="0"/>
              <a:t>Diariamente el equipo se reunirá para definir próximos pasos e identificar bloqueos. </a:t>
            </a:r>
          </a:p>
          <a:p>
            <a:endParaRPr lang="es-ES" sz="1400" dirty="0"/>
          </a:p>
          <a:p>
            <a:r>
              <a:rPr lang="es-ES" sz="1400" dirty="0"/>
              <a:t>Reuniones lideradas por el jefe de equipo, el Manager será informado como parte de estas reuniones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1F0329-5ABB-D314-2337-11BDA332D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>
                <a:solidFill>
                  <a:srgbClr val="EC0000"/>
                </a:solidFill>
              </a:rPr>
              <a:pPr/>
              <a:t>14</a:t>
            </a:fld>
            <a:endParaRPr lang="es-ES">
              <a:solidFill>
                <a:srgbClr val="EC0000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4A9F31-7C21-D830-FAF0-99905C3F973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s-ES" dirty="0"/>
              <a:t>Modelo de gobierno 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| Seguimiento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DEB5FC4-4312-DAA2-656D-08005EACD768}"/>
              </a:ext>
            </a:extLst>
          </p:cNvPr>
          <p:cNvGrpSpPr/>
          <p:nvPr/>
        </p:nvGrpSpPr>
        <p:grpSpPr>
          <a:xfrm>
            <a:off x="2195266" y="711671"/>
            <a:ext cx="900000" cy="900000"/>
            <a:chOff x="1971024" y="1308687"/>
            <a:chExt cx="900000" cy="900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0F0F00B-3112-106E-22B7-061B55B12746}"/>
                </a:ext>
              </a:extLst>
            </p:cNvPr>
            <p:cNvSpPr/>
            <p:nvPr/>
          </p:nvSpPr>
          <p:spPr>
            <a:xfrm>
              <a:off x="1971024" y="1308687"/>
              <a:ext cx="900000" cy="9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7" name="Graphic 6" descr="Online meeting outline">
              <a:extLst>
                <a:ext uri="{FF2B5EF4-FFF2-40B4-BE49-F238E27FC236}">
                  <a16:creationId xmlns:a16="http://schemas.microsoft.com/office/drawing/2014/main" id="{CB0AD2A0-D99A-6DC1-CD56-B5659DD4CF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71024" y="1308687"/>
              <a:ext cx="900000" cy="900000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1A2B185-59BE-601B-B88A-8918C2FE15DB}"/>
              </a:ext>
            </a:extLst>
          </p:cNvPr>
          <p:cNvGrpSpPr/>
          <p:nvPr/>
        </p:nvGrpSpPr>
        <p:grpSpPr>
          <a:xfrm>
            <a:off x="9323650" y="711671"/>
            <a:ext cx="900000" cy="900000"/>
            <a:chOff x="5900978" y="1294287"/>
            <a:chExt cx="900000" cy="900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96B73E6-E0BA-F5D2-751F-51DBF8A92C90}"/>
                </a:ext>
              </a:extLst>
            </p:cNvPr>
            <p:cNvSpPr/>
            <p:nvPr/>
          </p:nvSpPr>
          <p:spPr>
            <a:xfrm>
              <a:off x="5900978" y="1294287"/>
              <a:ext cx="900000" cy="9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9" name="Graphic 8" descr="Document outline">
              <a:extLst>
                <a:ext uri="{FF2B5EF4-FFF2-40B4-BE49-F238E27FC236}">
                  <a16:creationId xmlns:a16="http://schemas.microsoft.com/office/drawing/2014/main" id="{13129113-CF04-1C37-3C09-1C0553693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900978" y="1294287"/>
              <a:ext cx="900000" cy="900000"/>
            </a:xfrm>
            <a:prstGeom prst="rect">
              <a:avLst/>
            </a:prstGeom>
          </p:spPr>
        </p:pic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7F4AC49D-BC39-F51B-9C23-3AE057E24944}"/>
              </a:ext>
            </a:extLst>
          </p:cNvPr>
          <p:cNvSpPr/>
          <p:nvPr/>
        </p:nvSpPr>
        <p:spPr>
          <a:xfrm>
            <a:off x="4499458" y="1350816"/>
            <a:ext cx="3420000" cy="4243159"/>
          </a:xfrm>
          <a:prstGeom prst="rect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tIns="252000" rIns="180000" rtlCol="0" anchor="t"/>
          <a:lstStyle/>
          <a:p>
            <a:pPr algn="ctr"/>
            <a:r>
              <a:rPr lang="es-ES" dirty="0"/>
              <a:t>Steering </a:t>
            </a:r>
            <a:r>
              <a:rPr lang="es-ES" dirty="0" err="1"/>
              <a:t>Committee</a:t>
            </a:r>
            <a:r>
              <a:rPr lang="es-ES" dirty="0"/>
              <a:t> </a:t>
            </a:r>
          </a:p>
          <a:p>
            <a:endParaRPr lang="es-ES" sz="1200" dirty="0"/>
          </a:p>
          <a:p>
            <a:r>
              <a:rPr lang="es-ES" sz="1400" dirty="0"/>
              <a:t>Se mantendrán seguimientos con el resto de interesados para informar del estado actual y alinear expectativas.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BC89B53-08C8-BBEC-7E28-E84966D6E075}"/>
              </a:ext>
            </a:extLst>
          </p:cNvPr>
          <p:cNvGrpSpPr/>
          <p:nvPr/>
        </p:nvGrpSpPr>
        <p:grpSpPr>
          <a:xfrm>
            <a:off x="5759458" y="711671"/>
            <a:ext cx="900000" cy="900000"/>
            <a:chOff x="9770976" y="1154364"/>
            <a:chExt cx="900000" cy="900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1E125F3-1538-7A1A-DB2B-A2C3A1D68874}"/>
                </a:ext>
              </a:extLst>
            </p:cNvPr>
            <p:cNvSpPr/>
            <p:nvPr/>
          </p:nvSpPr>
          <p:spPr>
            <a:xfrm>
              <a:off x="9770976" y="1154364"/>
              <a:ext cx="900000" cy="9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4" name="Graphic 3" descr="Users outline">
              <a:extLst>
                <a:ext uri="{FF2B5EF4-FFF2-40B4-BE49-F238E27FC236}">
                  <a16:creationId xmlns:a16="http://schemas.microsoft.com/office/drawing/2014/main" id="{5FCD4087-EB04-3C5B-94FF-4B57251EE7A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770976" y="1154364"/>
              <a:ext cx="900000" cy="900000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E03ACF6-DC0C-55A2-4033-6DE5B02627D9}"/>
              </a:ext>
            </a:extLst>
          </p:cNvPr>
          <p:cNvGrpSpPr/>
          <p:nvPr/>
        </p:nvGrpSpPr>
        <p:grpSpPr>
          <a:xfrm>
            <a:off x="4855528" y="4603535"/>
            <a:ext cx="1343928" cy="756000"/>
            <a:chOff x="2083412" y="1719740"/>
            <a:chExt cx="1343928" cy="756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F25472E-390D-5BEB-C95F-A3A152D8C96F}"/>
                </a:ext>
              </a:extLst>
            </p:cNvPr>
            <p:cNvGrpSpPr/>
            <p:nvPr/>
          </p:nvGrpSpPr>
          <p:grpSpPr>
            <a:xfrm>
              <a:off x="2083412" y="1719740"/>
              <a:ext cx="756000" cy="756000"/>
              <a:chOff x="5642400" y="2975400"/>
              <a:chExt cx="756000" cy="7560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681DCDD3-8225-6F4A-8DA7-094EF50F2B14}"/>
                  </a:ext>
                </a:extLst>
              </p:cNvPr>
              <p:cNvSpPr/>
              <p:nvPr/>
            </p:nvSpPr>
            <p:spPr>
              <a:xfrm>
                <a:off x="5642400" y="2975400"/>
                <a:ext cx="756000" cy="756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pic>
            <p:nvPicPr>
              <p:cNvPr id="22" name="Graphic 21" descr="Office worker male outline">
                <a:extLst>
                  <a:ext uri="{FF2B5EF4-FFF2-40B4-BE49-F238E27FC236}">
                    <a16:creationId xmlns:a16="http://schemas.microsoft.com/office/drawing/2014/main" id="{4D4DAE1D-2FC2-D0EF-5D96-CBFC2A446C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78400" y="3011400"/>
                <a:ext cx="684000" cy="684000"/>
              </a:xfrm>
              <a:prstGeom prst="rect">
                <a:avLst/>
              </a:prstGeom>
            </p:spPr>
          </p:pic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8B7A827-6E9E-C61A-F29D-8A1473F86316}"/>
                </a:ext>
              </a:extLst>
            </p:cNvPr>
            <p:cNvGrpSpPr/>
            <p:nvPr/>
          </p:nvGrpSpPr>
          <p:grpSpPr>
            <a:xfrm>
              <a:off x="2671340" y="1719740"/>
              <a:ext cx="756000" cy="756000"/>
              <a:chOff x="6839930" y="3050541"/>
              <a:chExt cx="756000" cy="756000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93941422-4884-30C1-A48C-0EC2642583B1}"/>
                  </a:ext>
                </a:extLst>
              </p:cNvPr>
              <p:cNvSpPr/>
              <p:nvPr/>
            </p:nvSpPr>
            <p:spPr>
              <a:xfrm>
                <a:off x="6839930" y="3050541"/>
                <a:ext cx="756000" cy="756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pic>
            <p:nvPicPr>
              <p:cNvPr id="20" name="Graphic 19" descr="Office worker female outline">
                <a:extLst>
                  <a:ext uri="{FF2B5EF4-FFF2-40B4-BE49-F238E27FC236}">
                    <a16:creationId xmlns:a16="http://schemas.microsoft.com/office/drawing/2014/main" id="{B106F67E-75B5-0E1B-228F-689275300C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6875930" y="3086541"/>
                <a:ext cx="684000" cy="684000"/>
              </a:xfrm>
              <a:prstGeom prst="rect">
                <a:avLst/>
              </a:prstGeom>
            </p:spPr>
          </p:pic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679F64E-7B49-E7C8-E43F-6C07F7C14B2A}"/>
              </a:ext>
            </a:extLst>
          </p:cNvPr>
          <p:cNvGrpSpPr/>
          <p:nvPr/>
        </p:nvGrpSpPr>
        <p:grpSpPr>
          <a:xfrm>
            <a:off x="5149492" y="3715200"/>
            <a:ext cx="756000" cy="756000"/>
            <a:chOff x="5642400" y="2975400"/>
            <a:chExt cx="756000" cy="756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F46610B-7991-8C51-E80E-531858C35FA7}"/>
                </a:ext>
              </a:extLst>
            </p:cNvPr>
            <p:cNvSpPr/>
            <p:nvPr/>
          </p:nvSpPr>
          <p:spPr>
            <a:xfrm>
              <a:off x="5642400" y="2975400"/>
              <a:ext cx="756000" cy="756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5" name="Graphic 24" descr="Office worker male outline">
              <a:extLst>
                <a:ext uri="{FF2B5EF4-FFF2-40B4-BE49-F238E27FC236}">
                  <a16:creationId xmlns:a16="http://schemas.microsoft.com/office/drawing/2014/main" id="{459F841B-8B1B-5C56-6511-187A7C08749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78400" y="3011400"/>
              <a:ext cx="684000" cy="684000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612B4B9-532E-1FEB-3441-16EF179828BD}"/>
              </a:ext>
            </a:extLst>
          </p:cNvPr>
          <p:cNvGrpSpPr/>
          <p:nvPr/>
        </p:nvGrpSpPr>
        <p:grpSpPr>
          <a:xfrm>
            <a:off x="7177642" y="5920727"/>
            <a:ext cx="360000" cy="360000"/>
            <a:chOff x="5642400" y="2975400"/>
            <a:chExt cx="756000" cy="756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AE2E3E88-BF53-77AB-8404-2850405B7C4F}"/>
                </a:ext>
              </a:extLst>
            </p:cNvPr>
            <p:cNvSpPr/>
            <p:nvPr/>
          </p:nvSpPr>
          <p:spPr>
            <a:xfrm>
              <a:off x="5642400" y="2975400"/>
              <a:ext cx="756000" cy="756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8" name="Graphic 27" descr="Office worker male outline">
              <a:extLst>
                <a:ext uri="{FF2B5EF4-FFF2-40B4-BE49-F238E27FC236}">
                  <a16:creationId xmlns:a16="http://schemas.microsoft.com/office/drawing/2014/main" id="{AE549032-5B23-8125-0E62-0EA434FFF7C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78400" y="3011400"/>
              <a:ext cx="684000" cy="684000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921A10D-5FA3-F59D-9795-0B3F45AE6519}"/>
              </a:ext>
            </a:extLst>
          </p:cNvPr>
          <p:cNvGrpSpPr/>
          <p:nvPr/>
        </p:nvGrpSpPr>
        <p:grpSpPr>
          <a:xfrm>
            <a:off x="6209462" y="3715200"/>
            <a:ext cx="1343928" cy="756000"/>
            <a:chOff x="2083412" y="1719740"/>
            <a:chExt cx="1343928" cy="756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EDB718E5-0EE1-9E8F-08C1-E87D88222C84}"/>
                </a:ext>
              </a:extLst>
            </p:cNvPr>
            <p:cNvGrpSpPr/>
            <p:nvPr/>
          </p:nvGrpSpPr>
          <p:grpSpPr>
            <a:xfrm>
              <a:off x="2083412" y="1719740"/>
              <a:ext cx="756000" cy="756000"/>
              <a:chOff x="5642400" y="2975400"/>
              <a:chExt cx="756000" cy="756000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5F3DB2E6-FB3F-1EC0-C595-CC52BA402FD2}"/>
                  </a:ext>
                </a:extLst>
              </p:cNvPr>
              <p:cNvSpPr/>
              <p:nvPr/>
            </p:nvSpPr>
            <p:spPr>
              <a:xfrm>
                <a:off x="5642400" y="2975400"/>
                <a:ext cx="756000" cy="7560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pic>
            <p:nvPicPr>
              <p:cNvPr id="36" name="Graphic 35" descr="Office worker male outline">
                <a:extLst>
                  <a:ext uri="{FF2B5EF4-FFF2-40B4-BE49-F238E27FC236}">
                    <a16:creationId xmlns:a16="http://schemas.microsoft.com/office/drawing/2014/main" id="{A6BD75CC-C38C-BEDD-0D35-DCC53D6E57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78400" y="3011400"/>
                <a:ext cx="684000" cy="684000"/>
              </a:xfrm>
              <a:prstGeom prst="rect">
                <a:avLst/>
              </a:prstGeom>
            </p:spPr>
          </p:pic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73553B9-E317-0570-0684-5DD32C15FAD8}"/>
                </a:ext>
              </a:extLst>
            </p:cNvPr>
            <p:cNvGrpSpPr/>
            <p:nvPr/>
          </p:nvGrpSpPr>
          <p:grpSpPr>
            <a:xfrm>
              <a:off x="2671340" y="1719740"/>
              <a:ext cx="756000" cy="756000"/>
              <a:chOff x="6839930" y="3050541"/>
              <a:chExt cx="756000" cy="756000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218365F7-D623-C426-DB6C-D47DC9452F32}"/>
                  </a:ext>
                </a:extLst>
              </p:cNvPr>
              <p:cNvSpPr/>
              <p:nvPr/>
            </p:nvSpPr>
            <p:spPr>
              <a:xfrm>
                <a:off x="6839930" y="3050541"/>
                <a:ext cx="756000" cy="7560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pic>
            <p:nvPicPr>
              <p:cNvPr id="34" name="Graphic 33" descr="Office worker female outline">
                <a:extLst>
                  <a:ext uri="{FF2B5EF4-FFF2-40B4-BE49-F238E27FC236}">
                    <a16:creationId xmlns:a16="http://schemas.microsoft.com/office/drawing/2014/main" id="{9ED88209-3CEA-1982-9788-79ECEEB09F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6875930" y="3086541"/>
                <a:ext cx="684000" cy="684000"/>
              </a:xfrm>
              <a:prstGeom prst="rect">
                <a:avLst/>
              </a:prstGeom>
            </p:spPr>
          </p:pic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4C47C15-559D-60E6-5E0A-01E1981FA141}"/>
              </a:ext>
            </a:extLst>
          </p:cNvPr>
          <p:cNvGrpSpPr/>
          <p:nvPr/>
        </p:nvGrpSpPr>
        <p:grpSpPr>
          <a:xfrm>
            <a:off x="2539735" y="4116602"/>
            <a:ext cx="1343928" cy="756000"/>
            <a:chOff x="2083412" y="1719740"/>
            <a:chExt cx="1343928" cy="756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E27E1F87-34F1-92B9-40DA-EE4F7041F4C8}"/>
                </a:ext>
              </a:extLst>
            </p:cNvPr>
            <p:cNvGrpSpPr/>
            <p:nvPr/>
          </p:nvGrpSpPr>
          <p:grpSpPr>
            <a:xfrm>
              <a:off x="2083412" y="1719740"/>
              <a:ext cx="756000" cy="756000"/>
              <a:chOff x="5642400" y="2975400"/>
              <a:chExt cx="756000" cy="756000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F607B57-DB2C-DFDE-60F2-8153596A8A4C}"/>
                  </a:ext>
                </a:extLst>
              </p:cNvPr>
              <p:cNvSpPr/>
              <p:nvPr/>
            </p:nvSpPr>
            <p:spPr>
              <a:xfrm>
                <a:off x="5642400" y="2975400"/>
                <a:ext cx="756000" cy="756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pic>
            <p:nvPicPr>
              <p:cNvPr id="43" name="Graphic 42" descr="Office worker male outline">
                <a:extLst>
                  <a:ext uri="{FF2B5EF4-FFF2-40B4-BE49-F238E27FC236}">
                    <a16:creationId xmlns:a16="http://schemas.microsoft.com/office/drawing/2014/main" id="{171E3121-0FE0-8AD1-1B3E-1D36951F02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78400" y="3011400"/>
                <a:ext cx="684000" cy="684000"/>
              </a:xfrm>
              <a:prstGeom prst="rect">
                <a:avLst/>
              </a:prstGeom>
            </p:spPr>
          </p:pic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E654350F-444E-C05E-31FE-73ABF2BFA7F7}"/>
                </a:ext>
              </a:extLst>
            </p:cNvPr>
            <p:cNvGrpSpPr/>
            <p:nvPr/>
          </p:nvGrpSpPr>
          <p:grpSpPr>
            <a:xfrm>
              <a:off x="2671340" y="1719740"/>
              <a:ext cx="756000" cy="756000"/>
              <a:chOff x="6839930" y="3050541"/>
              <a:chExt cx="756000" cy="756000"/>
            </a:xfrm>
          </p:grpSpPr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9D8C4C84-5940-957E-DB27-362F4674C1BB}"/>
                  </a:ext>
                </a:extLst>
              </p:cNvPr>
              <p:cNvSpPr/>
              <p:nvPr/>
            </p:nvSpPr>
            <p:spPr>
              <a:xfrm>
                <a:off x="6839930" y="3050541"/>
                <a:ext cx="756000" cy="756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pic>
            <p:nvPicPr>
              <p:cNvPr id="41" name="Graphic 40" descr="Office worker female outline">
                <a:extLst>
                  <a:ext uri="{FF2B5EF4-FFF2-40B4-BE49-F238E27FC236}">
                    <a16:creationId xmlns:a16="http://schemas.microsoft.com/office/drawing/2014/main" id="{8578FD87-2CB9-0E1F-7E37-20B022F2B7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6875930" y="3086541"/>
                <a:ext cx="684000" cy="684000"/>
              </a:xfrm>
              <a:prstGeom prst="rect">
                <a:avLst/>
              </a:prstGeom>
            </p:spPr>
          </p:pic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BDEBD3A-6E27-94F7-5EDC-2BFF4B1452C0}"/>
              </a:ext>
            </a:extLst>
          </p:cNvPr>
          <p:cNvGrpSpPr/>
          <p:nvPr/>
        </p:nvGrpSpPr>
        <p:grpSpPr>
          <a:xfrm>
            <a:off x="1439758" y="4116602"/>
            <a:ext cx="756000" cy="756000"/>
            <a:chOff x="5642400" y="2975400"/>
            <a:chExt cx="756000" cy="756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C4FBA61C-BC23-0CEB-D55D-23C4FA14F37E}"/>
                </a:ext>
              </a:extLst>
            </p:cNvPr>
            <p:cNvSpPr/>
            <p:nvPr/>
          </p:nvSpPr>
          <p:spPr>
            <a:xfrm>
              <a:off x="5642400" y="2975400"/>
              <a:ext cx="756000" cy="756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46" name="Graphic 45" descr="Office worker male outline">
              <a:extLst>
                <a:ext uri="{FF2B5EF4-FFF2-40B4-BE49-F238E27FC236}">
                  <a16:creationId xmlns:a16="http://schemas.microsoft.com/office/drawing/2014/main" id="{A8CD3830-EFA4-314C-2365-260C0909F34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78400" y="3011400"/>
              <a:ext cx="684000" cy="684000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C46E3B7-D6E9-783F-B56E-6E8E77E3540D}"/>
              </a:ext>
            </a:extLst>
          </p:cNvPr>
          <p:cNvGrpSpPr/>
          <p:nvPr/>
        </p:nvGrpSpPr>
        <p:grpSpPr>
          <a:xfrm>
            <a:off x="8405552" y="4603535"/>
            <a:ext cx="1343928" cy="756000"/>
            <a:chOff x="2083412" y="1719740"/>
            <a:chExt cx="1343928" cy="756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9EA42D07-BFF5-CD82-B781-9BED32E9A0DC}"/>
                </a:ext>
              </a:extLst>
            </p:cNvPr>
            <p:cNvGrpSpPr/>
            <p:nvPr/>
          </p:nvGrpSpPr>
          <p:grpSpPr>
            <a:xfrm>
              <a:off x="2083412" y="1719740"/>
              <a:ext cx="756000" cy="756000"/>
              <a:chOff x="5642400" y="2975400"/>
              <a:chExt cx="756000" cy="756000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3C344ED4-56B0-FFC0-6D52-A2D0E10120D2}"/>
                  </a:ext>
                </a:extLst>
              </p:cNvPr>
              <p:cNvSpPr/>
              <p:nvPr/>
            </p:nvSpPr>
            <p:spPr>
              <a:xfrm>
                <a:off x="5642400" y="2975400"/>
                <a:ext cx="756000" cy="756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pic>
            <p:nvPicPr>
              <p:cNvPr id="53" name="Graphic 52" descr="Office worker male outline">
                <a:extLst>
                  <a:ext uri="{FF2B5EF4-FFF2-40B4-BE49-F238E27FC236}">
                    <a16:creationId xmlns:a16="http://schemas.microsoft.com/office/drawing/2014/main" id="{8CA7BB9D-78F8-39CE-1DA4-558E80A9E2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78400" y="3011400"/>
                <a:ext cx="684000" cy="684000"/>
              </a:xfrm>
              <a:prstGeom prst="rect">
                <a:avLst/>
              </a:prstGeom>
            </p:spPr>
          </p:pic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5AB68F4F-BEF7-68DC-50C3-55088DA0956A}"/>
                </a:ext>
              </a:extLst>
            </p:cNvPr>
            <p:cNvGrpSpPr/>
            <p:nvPr/>
          </p:nvGrpSpPr>
          <p:grpSpPr>
            <a:xfrm>
              <a:off x="2671340" y="1719740"/>
              <a:ext cx="756000" cy="756000"/>
              <a:chOff x="6839930" y="3050541"/>
              <a:chExt cx="756000" cy="756000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36750A35-0BC3-E826-58D7-DAA07126C0B4}"/>
                  </a:ext>
                </a:extLst>
              </p:cNvPr>
              <p:cNvSpPr/>
              <p:nvPr/>
            </p:nvSpPr>
            <p:spPr>
              <a:xfrm>
                <a:off x="6839930" y="3050541"/>
                <a:ext cx="756000" cy="756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pic>
            <p:nvPicPr>
              <p:cNvPr id="51" name="Graphic 50" descr="Office worker female outline">
                <a:extLst>
                  <a:ext uri="{FF2B5EF4-FFF2-40B4-BE49-F238E27FC236}">
                    <a16:creationId xmlns:a16="http://schemas.microsoft.com/office/drawing/2014/main" id="{20FA7E7F-86C2-BB59-54AA-FF9DBE58F7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6875930" y="3086541"/>
                <a:ext cx="684000" cy="684000"/>
              </a:xfrm>
              <a:prstGeom prst="rect">
                <a:avLst/>
              </a:prstGeom>
            </p:spPr>
          </p:pic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00226D0-5828-C7B1-8D3E-D88611237FCF}"/>
              </a:ext>
            </a:extLst>
          </p:cNvPr>
          <p:cNvGrpSpPr/>
          <p:nvPr/>
        </p:nvGrpSpPr>
        <p:grpSpPr>
          <a:xfrm>
            <a:off x="8699516" y="3715200"/>
            <a:ext cx="756000" cy="756000"/>
            <a:chOff x="5642400" y="2975400"/>
            <a:chExt cx="756000" cy="756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C14FF89D-7395-7940-590F-8CE222806D83}"/>
                </a:ext>
              </a:extLst>
            </p:cNvPr>
            <p:cNvSpPr/>
            <p:nvPr/>
          </p:nvSpPr>
          <p:spPr>
            <a:xfrm>
              <a:off x="5642400" y="2975400"/>
              <a:ext cx="756000" cy="756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56" name="Graphic 55" descr="Office worker male outline">
              <a:extLst>
                <a:ext uri="{FF2B5EF4-FFF2-40B4-BE49-F238E27FC236}">
                  <a16:creationId xmlns:a16="http://schemas.microsoft.com/office/drawing/2014/main" id="{75CC9D08-8C8A-1AE8-28C8-0C71A52E7A2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78400" y="3011400"/>
              <a:ext cx="684000" cy="684000"/>
            </a:xfrm>
            <a:prstGeom prst="rect">
              <a:avLst/>
            </a:prstGeom>
          </p:spPr>
        </p:pic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8B0288C-F2E4-274B-3B66-B560EE0244FC}"/>
              </a:ext>
            </a:extLst>
          </p:cNvPr>
          <p:cNvGrpSpPr/>
          <p:nvPr/>
        </p:nvGrpSpPr>
        <p:grpSpPr>
          <a:xfrm>
            <a:off x="10053450" y="4603535"/>
            <a:ext cx="756000" cy="756000"/>
            <a:chOff x="5642400" y="2975400"/>
            <a:chExt cx="756000" cy="756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F8CBB16B-8E52-B137-8C21-613583CD3B0F}"/>
                </a:ext>
              </a:extLst>
            </p:cNvPr>
            <p:cNvSpPr/>
            <p:nvPr/>
          </p:nvSpPr>
          <p:spPr>
            <a:xfrm>
              <a:off x="5642400" y="2975400"/>
              <a:ext cx="756000" cy="756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59" name="Graphic 58" descr="Office worker male outline">
              <a:extLst>
                <a:ext uri="{FF2B5EF4-FFF2-40B4-BE49-F238E27FC236}">
                  <a16:creationId xmlns:a16="http://schemas.microsoft.com/office/drawing/2014/main" id="{E523DD04-C07C-0944-62D5-BB202F0E469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78400" y="3011400"/>
              <a:ext cx="684000" cy="684000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FFB1E87F-EACA-0E4C-677D-42661226FEEE}"/>
              </a:ext>
            </a:extLst>
          </p:cNvPr>
          <p:cNvGrpSpPr/>
          <p:nvPr/>
        </p:nvGrpSpPr>
        <p:grpSpPr>
          <a:xfrm>
            <a:off x="9759486" y="3715200"/>
            <a:ext cx="1343928" cy="756000"/>
            <a:chOff x="2083412" y="1719740"/>
            <a:chExt cx="1343928" cy="756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7682EDED-4CBC-79E6-A5FF-AAF76383A562}"/>
                </a:ext>
              </a:extLst>
            </p:cNvPr>
            <p:cNvGrpSpPr/>
            <p:nvPr/>
          </p:nvGrpSpPr>
          <p:grpSpPr>
            <a:xfrm>
              <a:off x="2083412" y="1719740"/>
              <a:ext cx="756000" cy="756000"/>
              <a:chOff x="5642400" y="2975400"/>
              <a:chExt cx="756000" cy="756000"/>
            </a:xfrm>
          </p:grpSpPr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5432BDD8-7157-E733-705E-92D1FA74BF46}"/>
                  </a:ext>
                </a:extLst>
              </p:cNvPr>
              <p:cNvSpPr/>
              <p:nvPr/>
            </p:nvSpPr>
            <p:spPr>
              <a:xfrm>
                <a:off x="5642400" y="2975400"/>
                <a:ext cx="756000" cy="7560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pic>
            <p:nvPicPr>
              <p:cNvPr id="66" name="Graphic 65" descr="Office worker male outline">
                <a:extLst>
                  <a:ext uri="{FF2B5EF4-FFF2-40B4-BE49-F238E27FC236}">
                    <a16:creationId xmlns:a16="http://schemas.microsoft.com/office/drawing/2014/main" id="{4C7FDF3C-1597-30B7-3B39-49F035065C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78400" y="3011400"/>
                <a:ext cx="684000" cy="684000"/>
              </a:xfrm>
              <a:prstGeom prst="rect">
                <a:avLst/>
              </a:prstGeom>
            </p:spPr>
          </p:pic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B339D473-C111-C196-7E42-2C354C1D19D3}"/>
                </a:ext>
              </a:extLst>
            </p:cNvPr>
            <p:cNvGrpSpPr/>
            <p:nvPr/>
          </p:nvGrpSpPr>
          <p:grpSpPr>
            <a:xfrm>
              <a:off x="2671340" y="1719740"/>
              <a:ext cx="756000" cy="756000"/>
              <a:chOff x="6839930" y="3050541"/>
              <a:chExt cx="756000" cy="756000"/>
            </a:xfrm>
          </p:grpSpPr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479FC4C2-53B0-A5A5-A9FE-EE82C40FF09A}"/>
                  </a:ext>
                </a:extLst>
              </p:cNvPr>
              <p:cNvSpPr/>
              <p:nvPr/>
            </p:nvSpPr>
            <p:spPr>
              <a:xfrm>
                <a:off x="6839930" y="3050541"/>
                <a:ext cx="756000" cy="7560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pic>
            <p:nvPicPr>
              <p:cNvPr id="64" name="Graphic 63" descr="Office worker female outline">
                <a:extLst>
                  <a:ext uri="{FF2B5EF4-FFF2-40B4-BE49-F238E27FC236}">
                    <a16:creationId xmlns:a16="http://schemas.microsoft.com/office/drawing/2014/main" id="{C1F0BCF4-DB2A-F7CC-A03C-A15EBB565D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6875930" y="3086541"/>
                <a:ext cx="684000" cy="684000"/>
              </a:xfrm>
              <a:prstGeom prst="rect">
                <a:avLst/>
              </a:prstGeom>
            </p:spPr>
          </p:pic>
        </p:grp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A8862DCE-8D0F-FA52-091B-E1647D654F25}"/>
              </a:ext>
            </a:extLst>
          </p:cNvPr>
          <p:cNvSpPr txBox="1"/>
          <p:nvPr/>
        </p:nvSpPr>
        <p:spPr>
          <a:xfrm>
            <a:off x="6985425" y="6321921"/>
            <a:ext cx="7444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chemeClr val="accent3"/>
                </a:solidFill>
              </a:rPr>
              <a:t>Manager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D660E1CB-0579-0CA9-C343-678CDB834A59}"/>
              </a:ext>
            </a:extLst>
          </p:cNvPr>
          <p:cNvGrpSpPr/>
          <p:nvPr/>
        </p:nvGrpSpPr>
        <p:grpSpPr>
          <a:xfrm>
            <a:off x="6101926" y="5920727"/>
            <a:ext cx="324000" cy="324000"/>
            <a:chOff x="5642400" y="2975400"/>
            <a:chExt cx="756000" cy="756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CBD3196E-E1D8-8F96-F9FD-07D83A371D0A}"/>
                </a:ext>
              </a:extLst>
            </p:cNvPr>
            <p:cNvSpPr/>
            <p:nvPr/>
          </p:nvSpPr>
          <p:spPr>
            <a:xfrm>
              <a:off x="5642400" y="2975400"/>
              <a:ext cx="756000" cy="756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71" name="Graphic 70" descr="Office worker male outline">
              <a:extLst>
                <a:ext uri="{FF2B5EF4-FFF2-40B4-BE49-F238E27FC236}">
                  <a16:creationId xmlns:a16="http://schemas.microsoft.com/office/drawing/2014/main" id="{DBC3C0D6-D0DA-7D87-8991-8A30BF8FF25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78400" y="3011400"/>
              <a:ext cx="684000" cy="684000"/>
            </a:xfrm>
            <a:prstGeom prst="rect">
              <a:avLst/>
            </a:prstGeom>
          </p:spPr>
        </p:pic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25CB0D61-C4A0-22A2-6859-82A6419AF98D}"/>
              </a:ext>
            </a:extLst>
          </p:cNvPr>
          <p:cNvSpPr txBox="1"/>
          <p:nvPr/>
        </p:nvSpPr>
        <p:spPr>
          <a:xfrm>
            <a:off x="5718136" y="6321921"/>
            <a:ext cx="10915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chemeClr val="accent4"/>
                </a:solidFill>
              </a:rPr>
              <a:t>Jefe de equipo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4496090C-105C-C51B-9785-783A8889E363}"/>
              </a:ext>
            </a:extLst>
          </p:cNvPr>
          <p:cNvGrpSpPr/>
          <p:nvPr/>
        </p:nvGrpSpPr>
        <p:grpSpPr>
          <a:xfrm>
            <a:off x="4708405" y="5920727"/>
            <a:ext cx="579191" cy="325812"/>
            <a:chOff x="2083412" y="1719740"/>
            <a:chExt cx="1343928" cy="756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DB3066B1-F988-3800-BCFE-66D309BC7B58}"/>
                </a:ext>
              </a:extLst>
            </p:cNvPr>
            <p:cNvGrpSpPr/>
            <p:nvPr/>
          </p:nvGrpSpPr>
          <p:grpSpPr>
            <a:xfrm>
              <a:off x="2083412" y="1719740"/>
              <a:ext cx="756000" cy="756000"/>
              <a:chOff x="5642400" y="2975400"/>
              <a:chExt cx="756000" cy="756000"/>
            </a:xfrm>
          </p:grpSpPr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B2E4E92B-1F11-216E-E713-4AE7F302DA6D}"/>
                  </a:ext>
                </a:extLst>
              </p:cNvPr>
              <p:cNvSpPr/>
              <p:nvPr/>
            </p:nvSpPr>
            <p:spPr>
              <a:xfrm>
                <a:off x="5642400" y="2975400"/>
                <a:ext cx="756000" cy="756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pic>
            <p:nvPicPr>
              <p:cNvPr id="79" name="Graphic 78" descr="Office worker male outline">
                <a:extLst>
                  <a:ext uri="{FF2B5EF4-FFF2-40B4-BE49-F238E27FC236}">
                    <a16:creationId xmlns:a16="http://schemas.microsoft.com/office/drawing/2014/main" id="{A9AFCBA5-66CE-66E6-98B2-F7B38BAF74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78400" y="3011400"/>
                <a:ext cx="684000" cy="684000"/>
              </a:xfrm>
              <a:prstGeom prst="rect">
                <a:avLst/>
              </a:prstGeom>
            </p:spPr>
          </p:pic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DB1307AF-00BC-7ED2-AF86-3CF88203ADDB}"/>
                </a:ext>
              </a:extLst>
            </p:cNvPr>
            <p:cNvGrpSpPr/>
            <p:nvPr/>
          </p:nvGrpSpPr>
          <p:grpSpPr>
            <a:xfrm>
              <a:off x="2671340" y="1719740"/>
              <a:ext cx="756000" cy="756000"/>
              <a:chOff x="6839930" y="3050541"/>
              <a:chExt cx="756000" cy="756000"/>
            </a:xfrm>
          </p:grpSpPr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D51D7C1D-DCF6-677B-84DF-A57C0F355918}"/>
                  </a:ext>
                </a:extLst>
              </p:cNvPr>
              <p:cNvSpPr/>
              <p:nvPr/>
            </p:nvSpPr>
            <p:spPr>
              <a:xfrm>
                <a:off x="6839930" y="3050541"/>
                <a:ext cx="756000" cy="756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pic>
            <p:nvPicPr>
              <p:cNvPr id="77" name="Graphic 76" descr="Office worker female outline">
                <a:extLst>
                  <a:ext uri="{FF2B5EF4-FFF2-40B4-BE49-F238E27FC236}">
                    <a16:creationId xmlns:a16="http://schemas.microsoft.com/office/drawing/2014/main" id="{AA73A08A-9F22-61EA-190C-CB3F1559F4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6875930" y="3086541"/>
                <a:ext cx="684000" cy="684000"/>
              </a:xfrm>
              <a:prstGeom prst="rect">
                <a:avLst/>
              </a:prstGeom>
            </p:spPr>
          </p:pic>
        </p:grp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208A0BAB-BD0B-D33D-BDD9-A4A18F9046C8}"/>
              </a:ext>
            </a:extLst>
          </p:cNvPr>
          <p:cNvSpPr txBox="1"/>
          <p:nvPr/>
        </p:nvSpPr>
        <p:spPr>
          <a:xfrm>
            <a:off x="4272175" y="6321921"/>
            <a:ext cx="14719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chemeClr val="accent5"/>
                </a:solidFill>
              </a:rPr>
              <a:t>Equipo de desarrollo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4CE5FC80-C44B-1882-DA79-B23BCB231FEE}"/>
              </a:ext>
            </a:extLst>
          </p:cNvPr>
          <p:cNvGrpSpPr/>
          <p:nvPr/>
        </p:nvGrpSpPr>
        <p:grpSpPr>
          <a:xfrm>
            <a:off x="6548337" y="4603535"/>
            <a:ext cx="756000" cy="756000"/>
            <a:chOff x="5642400" y="2975400"/>
            <a:chExt cx="756000" cy="756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78B88ACA-7A7A-14EB-7E14-D2F280B72C7B}"/>
                </a:ext>
              </a:extLst>
            </p:cNvPr>
            <p:cNvSpPr/>
            <p:nvPr/>
          </p:nvSpPr>
          <p:spPr>
            <a:xfrm>
              <a:off x="5642400" y="2975400"/>
              <a:ext cx="756000" cy="756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83" name="Graphic 82" descr="Office worker male outline">
              <a:extLst>
                <a:ext uri="{FF2B5EF4-FFF2-40B4-BE49-F238E27FC236}">
                  <a16:creationId xmlns:a16="http://schemas.microsoft.com/office/drawing/2014/main" id="{C3348057-AEB9-46DF-F371-37C4B1D2B37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78400" y="3011400"/>
              <a:ext cx="684000" cy="684000"/>
            </a:xfrm>
            <a:prstGeom prst="rect">
              <a:avLst/>
            </a:prstGeom>
          </p:spPr>
        </p:pic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CCD8881C-9903-5B4A-7CBE-34C3A3A065FA}"/>
              </a:ext>
            </a:extLst>
          </p:cNvPr>
          <p:cNvGrpSpPr/>
          <p:nvPr/>
        </p:nvGrpSpPr>
        <p:grpSpPr>
          <a:xfrm>
            <a:off x="8321737" y="5920727"/>
            <a:ext cx="639963" cy="359999"/>
            <a:chOff x="2083412" y="1719740"/>
            <a:chExt cx="1343928" cy="756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4587C02A-E86A-7D8E-FA58-CD51BED7E4E4}"/>
                </a:ext>
              </a:extLst>
            </p:cNvPr>
            <p:cNvGrpSpPr/>
            <p:nvPr/>
          </p:nvGrpSpPr>
          <p:grpSpPr>
            <a:xfrm>
              <a:off x="2083412" y="1719740"/>
              <a:ext cx="756000" cy="756000"/>
              <a:chOff x="5642400" y="2975400"/>
              <a:chExt cx="756000" cy="756000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FF51DE68-39BA-07FC-6E12-A79DB90C1CB5}"/>
                  </a:ext>
                </a:extLst>
              </p:cNvPr>
              <p:cNvSpPr/>
              <p:nvPr/>
            </p:nvSpPr>
            <p:spPr>
              <a:xfrm>
                <a:off x="5642400" y="2975400"/>
                <a:ext cx="756000" cy="7560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pic>
            <p:nvPicPr>
              <p:cNvPr id="90" name="Graphic 89" descr="Office worker male outline">
                <a:extLst>
                  <a:ext uri="{FF2B5EF4-FFF2-40B4-BE49-F238E27FC236}">
                    <a16:creationId xmlns:a16="http://schemas.microsoft.com/office/drawing/2014/main" id="{4AE1C1C1-BEE1-6CD0-40D0-5B8E6CF17F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78400" y="3011400"/>
                <a:ext cx="684000" cy="684000"/>
              </a:xfrm>
              <a:prstGeom prst="rect">
                <a:avLst/>
              </a:prstGeom>
            </p:spPr>
          </p:pic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B9A17842-7F0F-0D28-F82A-084D8877054E}"/>
                </a:ext>
              </a:extLst>
            </p:cNvPr>
            <p:cNvGrpSpPr/>
            <p:nvPr/>
          </p:nvGrpSpPr>
          <p:grpSpPr>
            <a:xfrm>
              <a:off x="2671340" y="1719740"/>
              <a:ext cx="756000" cy="756000"/>
              <a:chOff x="6839930" y="3050541"/>
              <a:chExt cx="756000" cy="756000"/>
            </a:xfrm>
          </p:grpSpPr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E24CD4C1-282B-355E-188E-E6AD4293420F}"/>
                  </a:ext>
                </a:extLst>
              </p:cNvPr>
              <p:cNvSpPr/>
              <p:nvPr/>
            </p:nvSpPr>
            <p:spPr>
              <a:xfrm>
                <a:off x="6839930" y="3050541"/>
                <a:ext cx="756000" cy="7560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pic>
            <p:nvPicPr>
              <p:cNvPr id="88" name="Graphic 87" descr="Office worker female outline">
                <a:extLst>
                  <a:ext uri="{FF2B5EF4-FFF2-40B4-BE49-F238E27FC236}">
                    <a16:creationId xmlns:a16="http://schemas.microsoft.com/office/drawing/2014/main" id="{1758ECBB-9148-26A9-A068-855B71576D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6875930" y="3086541"/>
                <a:ext cx="684000" cy="684000"/>
              </a:xfrm>
              <a:prstGeom prst="rect">
                <a:avLst/>
              </a:prstGeom>
            </p:spPr>
          </p:pic>
        </p:grp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39E0BEEE-A7C1-30E2-4393-C09185D4FB04}"/>
              </a:ext>
            </a:extLst>
          </p:cNvPr>
          <p:cNvSpPr txBox="1"/>
          <p:nvPr/>
        </p:nvSpPr>
        <p:spPr>
          <a:xfrm>
            <a:off x="8018229" y="6321921"/>
            <a:ext cx="12927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chemeClr val="tx2"/>
                </a:solidFill>
              </a:rPr>
              <a:t>Otros interesados</a:t>
            </a:r>
          </a:p>
        </p:txBody>
      </p:sp>
    </p:spTree>
    <p:extLst>
      <p:ext uri="{BB962C8B-B14F-4D97-AF65-F5344CB8AC3E}">
        <p14:creationId xmlns:p14="http://schemas.microsoft.com/office/powerpoint/2010/main" val="1148933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1598E-6E3C-25F8-2AD8-5A53D6040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4BF55-1472-1F30-62DE-1766E8A9A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Alcance y presupuesto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346984-4DCE-9268-B826-27A0ED8FB2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12586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8AFAE8-96A6-D593-280A-DB79ED10D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>
                <a:solidFill>
                  <a:srgbClr val="EC0000"/>
                </a:solidFill>
              </a:rPr>
              <a:pPr/>
              <a:t>16</a:t>
            </a:fld>
            <a:endParaRPr lang="es-ES">
              <a:solidFill>
                <a:srgbClr val="EC0000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B5A1BD4-D0F9-96D6-BCD5-4D41EB9288B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s-ES" dirty="0"/>
              <a:t>Alcance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DC32F143-0993-AFF4-F888-F9389EA1334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58895" y="4701148"/>
            <a:ext cx="6810863" cy="1072977"/>
          </a:xfr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rtlCol="0" anchor="t">
            <a:sp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s-ES" sz="1400" dirty="0">
                <a:solidFill>
                  <a:schemeClr val="tx1"/>
                </a:solidFill>
                <a:latin typeface="+mn-lt"/>
              </a:rPr>
              <a:t>Se considera </a:t>
            </a:r>
            <a:r>
              <a:rPr lang="es-ES" sz="1400" b="1" u="sng" dirty="0">
                <a:solidFill>
                  <a:schemeClr val="tx1"/>
                </a:solidFill>
                <a:latin typeface="+mn-lt"/>
              </a:rPr>
              <a:t>no incluido</a:t>
            </a:r>
            <a:r>
              <a:rPr lang="es-ES" sz="1400" dirty="0">
                <a:solidFill>
                  <a:schemeClr val="tx1"/>
                </a:solidFill>
                <a:latin typeface="+mn-lt"/>
              </a:rPr>
              <a:t>: </a:t>
            </a:r>
          </a:p>
          <a:p>
            <a:pPr marL="285750" indent="-28575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tx1"/>
                </a:solidFill>
                <a:latin typeface="+mn-lt"/>
              </a:rPr>
              <a:t>Toda actividad cuyo objetivo final no sea la automatización de procesos BAU. </a:t>
            </a:r>
          </a:p>
          <a:p>
            <a:pPr marL="285750" indent="-28575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tx1"/>
                </a:solidFill>
                <a:latin typeface="+mn-lt"/>
              </a:rPr>
              <a:t>Gastos originados por desplazamientos a oficinas del Banco.</a:t>
            </a:r>
          </a:p>
        </p:txBody>
      </p:sp>
      <p:sp>
        <p:nvSpPr>
          <p:cNvPr id="48" name="Title 1">
            <a:extLst>
              <a:ext uri="{FF2B5EF4-FFF2-40B4-BE49-F238E27FC236}">
                <a16:creationId xmlns:a16="http://schemas.microsoft.com/office/drawing/2014/main" id="{DCD9E071-F633-FB43-835D-A104E7360B39}"/>
              </a:ext>
            </a:extLst>
          </p:cNvPr>
          <p:cNvSpPr txBox="1">
            <a:spLocks/>
          </p:cNvSpPr>
          <p:nvPr/>
        </p:nvSpPr>
        <p:spPr>
          <a:xfrm>
            <a:off x="752288" y="764728"/>
            <a:ext cx="10758735" cy="3651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800" kern="1200" dirty="0">
                <a:solidFill>
                  <a:schemeClr val="accent1"/>
                </a:solidFill>
                <a:latin typeface="Santander Headline" panose="020B0504020201020104" pitchFamily="34" charset="0"/>
                <a:ea typeface="+mj-ea"/>
                <a:cs typeface="+mj-cs"/>
              </a:defRPr>
            </a:lvl1pPr>
          </a:lstStyle>
          <a:p>
            <a:r>
              <a:rPr lang="es-ES" sz="1400" dirty="0">
                <a:solidFill>
                  <a:schemeClr val="tx1"/>
                </a:solidFill>
              </a:rPr>
              <a:t>El cálculo del esfuerzo y su correspondiente cotización se han definido tomando como base los conceptos y supuestos que se detallan a continuación.</a:t>
            </a:r>
          </a:p>
        </p:txBody>
      </p:sp>
      <p:sp>
        <p:nvSpPr>
          <p:cNvPr id="2" name="Text Placeholder 39">
            <a:extLst>
              <a:ext uri="{FF2B5EF4-FFF2-40B4-BE49-F238E27FC236}">
                <a16:creationId xmlns:a16="http://schemas.microsoft.com/office/drawing/2014/main" id="{EF50AEFD-C072-D895-19FD-5948DE54850F}"/>
              </a:ext>
            </a:extLst>
          </p:cNvPr>
          <p:cNvSpPr txBox="1">
            <a:spLocks/>
          </p:cNvSpPr>
          <p:nvPr/>
        </p:nvSpPr>
        <p:spPr>
          <a:xfrm>
            <a:off x="1786789" y="1283296"/>
            <a:ext cx="7920000" cy="1873196"/>
          </a:xfrm>
          <a:prstGeom prst="rect">
            <a:avLst/>
          </a:prstGeom>
          <a:noFill/>
          <a:ln w="19050" cap="flat" cmpd="sng" algn="ctr">
            <a:solidFill>
              <a:schemeClr val="accent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72000" rIns="91440" bIns="45720" rtlCol="0" anchor="t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2200"/>
              </a:spcAft>
              <a:buFontTx/>
              <a:buNone/>
              <a:defRPr lang="en-US" sz="1600" kern="1200" dirty="0">
                <a:solidFill>
                  <a:schemeClr val="tx2"/>
                </a:solidFill>
                <a:latin typeface="Santander Text Light" panose="020B03040202010201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s-ES" sz="1400" dirty="0">
                <a:solidFill>
                  <a:schemeClr val="tx1"/>
                </a:solidFill>
                <a:latin typeface="+mn-lt"/>
              </a:rPr>
              <a:t>Se considera </a:t>
            </a:r>
            <a:r>
              <a:rPr lang="es-ES" sz="1400" b="1" u="sng" dirty="0">
                <a:solidFill>
                  <a:schemeClr val="tx1"/>
                </a:solidFill>
                <a:latin typeface="+mn-lt"/>
              </a:rPr>
              <a:t>incluido</a:t>
            </a:r>
            <a:r>
              <a:rPr lang="es-ES" sz="1400" dirty="0">
                <a:solidFill>
                  <a:schemeClr val="tx1"/>
                </a:solidFill>
                <a:latin typeface="+mn-lt"/>
              </a:rPr>
              <a:t>: </a:t>
            </a:r>
          </a:p>
          <a:p>
            <a:pPr marL="171450" indent="-17145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chemeClr val="tx1"/>
                </a:solidFill>
                <a:latin typeface="+mn-lt"/>
              </a:rPr>
              <a:t>El desarrollo de scripts, el despliegue y la orquestación de los mismos para automatizar las actividades </a:t>
            </a:r>
            <a:r>
              <a:rPr lang="es-ES" sz="1400" dirty="0">
                <a:solidFill>
                  <a:schemeClr val="tx1"/>
                </a:solidFill>
                <a:latin typeface="+mn-lt"/>
              </a:rPr>
              <a:t>que se vienen realizando de manera </a:t>
            </a:r>
            <a:r>
              <a:rPr lang="es-ES" sz="1400" dirty="0">
                <a:solidFill>
                  <a:schemeClr val="tx1"/>
                </a:solidFill>
              </a:rPr>
              <a:t>manual </a:t>
            </a:r>
            <a:r>
              <a:rPr lang="es-ES" sz="1400" dirty="0">
                <a:solidFill>
                  <a:schemeClr val="tx1"/>
                </a:solidFill>
                <a:latin typeface="+mn-lt"/>
              </a:rPr>
              <a:t>hasta hoy día 18 de diciembre. </a:t>
            </a:r>
          </a:p>
          <a:p>
            <a:pPr marL="171450" indent="-17145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tx1"/>
                </a:solidFill>
                <a:latin typeface="+mn-lt"/>
              </a:rPr>
              <a:t>La definición y soporte de desarrollos y recomendaciones que deban ser ejecutados por otros equipos involucrados en la solución estratégica. </a:t>
            </a:r>
          </a:p>
          <a:p>
            <a:pPr marL="171450" indent="-17145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tx1"/>
                </a:solidFill>
                <a:latin typeface="+mn-lt"/>
              </a:rPr>
              <a:t>La coordinación con el resto de equipos que puedan verse involucrados en la solución.</a:t>
            </a:r>
          </a:p>
        </p:txBody>
      </p: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BE2544C8-E63F-46C5-7690-CE99D9CE8344}"/>
              </a:ext>
            </a:extLst>
          </p:cNvPr>
          <p:cNvSpPr txBox="1">
            <a:spLocks/>
          </p:cNvSpPr>
          <p:nvPr/>
        </p:nvSpPr>
        <p:spPr>
          <a:xfrm>
            <a:off x="3231665" y="3284609"/>
            <a:ext cx="7457671" cy="1288421"/>
          </a:xfrm>
          <a:prstGeom prst="rect">
            <a:avLst/>
          </a:prstGeom>
          <a:noFill/>
          <a:ln w="19050" cap="flat" cmpd="sng" algn="ctr">
            <a:solidFill>
              <a:schemeClr val="accent6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72000" rIns="91440" bIns="45720" rtlCol="0" anchor="t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2200"/>
              </a:spcAft>
              <a:buFontTx/>
              <a:buNone/>
              <a:defRPr lang="en-US" sz="1600" kern="1200" dirty="0">
                <a:solidFill>
                  <a:schemeClr val="tx2"/>
                </a:solidFill>
                <a:latin typeface="Santander Text Light" panose="020B03040202010201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s-ES" sz="1400" dirty="0">
                <a:solidFill>
                  <a:schemeClr val="tx1"/>
                </a:solidFill>
                <a:latin typeface="+mn-lt"/>
              </a:rPr>
              <a:t>Inicialmente fuera de alcance, será necesaria una </a:t>
            </a:r>
            <a:r>
              <a:rPr lang="es-ES" sz="1400" b="1" u="sng" dirty="0">
                <a:solidFill>
                  <a:schemeClr val="tx1"/>
                </a:solidFill>
                <a:latin typeface="+mn-lt"/>
              </a:rPr>
              <a:t>evaluación y estimación específica</a:t>
            </a:r>
            <a:r>
              <a:rPr lang="es-ES" sz="1400" b="1" dirty="0">
                <a:solidFill>
                  <a:schemeClr val="tx1"/>
                </a:solidFill>
                <a:latin typeface="+mn-lt"/>
              </a:rPr>
              <a:t> </a:t>
            </a:r>
            <a:r>
              <a:rPr lang="es-ES" sz="1400" dirty="0">
                <a:solidFill>
                  <a:schemeClr val="tx1"/>
                </a:solidFill>
                <a:latin typeface="+mn-lt"/>
              </a:rPr>
              <a:t>para: </a:t>
            </a:r>
          </a:p>
          <a:p>
            <a:pPr marL="171450" indent="-17145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tx1"/>
                </a:solidFill>
                <a:latin typeface="+mn-lt"/>
              </a:rPr>
              <a:t>El esfuerzo necesario para la automatización de los procesos BAU referentes al módulo de KYC</a:t>
            </a:r>
          </a:p>
          <a:p>
            <a:pPr marL="171450" indent="-17145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tx1"/>
                </a:solidFill>
                <a:latin typeface="+mn-lt"/>
              </a:rPr>
              <a:t>Retrasos debidos a disponibilidad de la infraestructura necesaria o cambios sobre la propuesta técnica inicial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01A33F6-1B1B-0AFC-689A-203C4D6A37E8}"/>
              </a:ext>
            </a:extLst>
          </p:cNvPr>
          <p:cNvSpPr/>
          <p:nvPr/>
        </p:nvSpPr>
        <p:spPr>
          <a:xfrm>
            <a:off x="3872754" y="5058074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AF8C56C-A1E4-7B06-513F-C5C88D6FDEB0}"/>
              </a:ext>
            </a:extLst>
          </p:cNvPr>
          <p:cNvSpPr/>
          <p:nvPr/>
        </p:nvSpPr>
        <p:spPr>
          <a:xfrm>
            <a:off x="2429433" y="3794048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E443228-59EB-9352-D4A6-DC4330DB5BE3}"/>
              </a:ext>
            </a:extLst>
          </p:cNvPr>
          <p:cNvSpPr/>
          <p:nvPr/>
        </p:nvSpPr>
        <p:spPr>
          <a:xfrm>
            <a:off x="995082" y="2350732"/>
            <a:ext cx="144000" cy="14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7" name="Graphic 6" descr="Traffic light outline">
            <a:extLst>
              <a:ext uri="{FF2B5EF4-FFF2-40B4-BE49-F238E27FC236}">
                <a16:creationId xmlns:a16="http://schemas.microsoft.com/office/drawing/2014/main" id="{37AE782F-2AFF-0ED9-A5DB-B6D5B3716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854" y="1753729"/>
            <a:ext cx="914400" cy="914400"/>
          </a:xfrm>
          <a:prstGeom prst="rect">
            <a:avLst/>
          </a:prstGeom>
        </p:spPr>
      </p:pic>
      <p:pic>
        <p:nvPicPr>
          <p:cNvPr id="8" name="Graphic 7" descr="Traffic light outline">
            <a:extLst>
              <a:ext uri="{FF2B5EF4-FFF2-40B4-BE49-F238E27FC236}">
                <a16:creationId xmlns:a16="http://schemas.microsoft.com/office/drawing/2014/main" id="{358F93C0-2741-3675-302B-F12C4AA3A1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3207" y="3411070"/>
            <a:ext cx="914400" cy="914400"/>
          </a:xfrm>
          <a:prstGeom prst="rect">
            <a:avLst/>
          </a:prstGeom>
        </p:spPr>
      </p:pic>
      <p:pic>
        <p:nvPicPr>
          <p:cNvPr id="9" name="Graphic 8" descr="Traffic light outline">
            <a:extLst>
              <a:ext uri="{FF2B5EF4-FFF2-40B4-BE49-F238E27FC236}">
                <a16:creationId xmlns:a16="http://schemas.microsoft.com/office/drawing/2014/main" id="{704CDE65-7CF8-7798-93B0-01E96E2714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86525" y="4875452"/>
            <a:ext cx="914400" cy="914400"/>
          </a:xfrm>
          <a:prstGeom prst="rect">
            <a:avLst/>
          </a:prstGeom>
        </p:spPr>
      </p:pic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65231BFB-66F2-FB83-54B0-89FE073DA4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985901"/>
              </p:ext>
            </p:extLst>
          </p:nvPr>
        </p:nvGraphicFramePr>
        <p:xfrm>
          <a:off x="10050805" y="1618092"/>
          <a:ext cx="1277061" cy="1077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4" imgW="914400" imgH="771525" progId="Excel.Sheet.12">
                  <p:embed/>
                </p:oleObj>
              </mc:Choice>
              <mc:Fallback>
                <p:oleObj name="Worksheet" showAsIcon="1" r:id="rId4" imgW="914400" imgH="771525" progId="Excel.Sheet.12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65231BFB-66F2-FB83-54B0-89FE073DA4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050805" y="1618092"/>
                        <a:ext cx="1277061" cy="10775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D5A7113F-1D5E-D77C-C101-53B2DEA29FC7}"/>
              </a:ext>
            </a:extLst>
          </p:cNvPr>
          <p:cNvSpPr/>
          <p:nvPr/>
        </p:nvSpPr>
        <p:spPr>
          <a:xfrm>
            <a:off x="9706788" y="1283600"/>
            <a:ext cx="1876357" cy="1872891"/>
          </a:xfrm>
          <a:prstGeom prst="rect">
            <a:avLst/>
          </a:prstGeom>
          <a:noFill/>
          <a:ln w="19050" cap="flat" cmpd="sng" algn="ctr">
            <a:solidFill>
              <a:schemeClr val="accent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72000" rIns="91440" bIns="45720" rtlCol="0" anchor="t">
            <a:spAutoFit/>
          </a:bodyPr>
          <a:lstStyle/>
          <a:p>
            <a:pPr>
              <a:spcAft>
                <a:spcPts val="1200"/>
              </a:spcAft>
            </a:pPr>
            <a:endParaRPr lang="es-ES"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0974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760210-D571-FDE1-8D4A-B8F0FCAF9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>
                <a:solidFill>
                  <a:srgbClr val="EC0000"/>
                </a:solidFill>
              </a:rPr>
              <a:pPr/>
              <a:t>17</a:t>
            </a:fld>
            <a:endParaRPr lang="es-ES">
              <a:solidFill>
                <a:srgbClr val="EC0000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73942C6-2549-C6BF-7B9E-BD8EFC38A7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s-ES" dirty="0"/>
              <a:t>Presupuesto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AA8073D-172F-FE11-D310-2A8ADE6A5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051" y="1002472"/>
            <a:ext cx="5118382" cy="1676720"/>
          </a:xfrm>
        </p:spPr>
        <p:txBody>
          <a:bodyPr/>
          <a:lstStyle/>
          <a:p>
            <a:r>
              <a:rPr lang="es-ES" sz="1400" dirty="0">
                <a:solidFill>
                  <a:schemeClr val="tx1"/>
                </a:solidFill>
              </a:rPr>
              <a:t>Nuestros honorarios profesionales se estiman en función de la dedicación prevista y de las tarifas correspondientes a los profesionales asignados al proyecto considerando las características particulares del mismo, y por tanto el perfil, la cualificación y la experiencia de los recursos necesarios para su realización.</a:t>
            </a:r>
            <a:br>
              <a:rPr lang="es-ES" sz="1400" dirty="0">
                <a:solidFill>
                  <a:schemeClr val="tx1"/>
                </a:solidFill>
              </a:rPr>
            </a:br>
            <a:br>
              <a:rPr lang="es-ES" sz="1400" dirty="0">
                <a:solidFill>
                  <a:schemeClr val="tx1"/>
                </a:solidFill>
              </a:rPr>
            </a:br>
            <a:r>
              <a:rPr lang="es-ES" sz="1400" dirty="0">
                <a:solidFill>
                  <a:schemeClr val="tx1"/>
                </a:solidFill>
              </a:rPr>
              <a:t>El importe asociado para la presente colaboración asciende a:</a:t>
            </a:r>
          </a:p>
        </p:txBody>
      </p:sp>
      <p:pic>
        <p:nvPicPr>
          <p:cNvPr id="38" name="Picture 37" descr="A close-up of a person shaking hands&#10;&#10;AI-generated content may be incorrect.">
            <a:extLst>
              <a:ext uri="{FF2B5EF4-FFF2-40B4-BE49-F238E27FC236}">
                <a16:creationId xmlns:a16="http://schemas.microsoft.com/office/drawing/2014/main" id="{12DB3C67-04E3-860C-572E-BF8D0E339B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22017"/>
          <a:stretch>
            <a:fillRect/>
          </a:stretch>
        </p:blipFill>
        <p:spPr>
          <a:xfrm>
            <a:off x="6695853" y="1688967"/>
            <a:ext cx="4069983" cy="3480066"/>
          </a:xfrm>
          <a:prstGeom prst="rect">
            <a:avLst/>
          </a:prstGeom>
        </p:spPr>
      </p:pic>
      <p:pic>
        <p:nvPicPr>
          <p:cNvPr id="4" name="Graphic 3" descr="Play outline">
            <a:extLst>
              <a:ext uri="{FF2B5EF4-FFF2-40B4-BE49-F238E27FC236}">
                <a16:creationId xmlns:a16="http://schemas.microsoft.com/office/drawing/2014/main" id="{EF7F9A9A-BB94-D800-0EC1-F6094C692D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1194" y="3664766"/>
            <a:ext cx="914400" cy="914400"/>
          </a:xfrm>
          <a:prstGeom prst="rect">
            <a:avLst/>
          </a:prstGeom>
        </p:spPr>
      </p:pic>
      <p:pic>
        <p:nvPicPr>
          <p:cNvPr id="8" name="Graphic 7" descr="Hourglass 30% outline">
            <a:extLst>
              <a:ext uri="{FF2B5EF4-FFF2-40B4-BE49-F238E27FC236}">
                <a16:creationId xmlns:a16="http://schemas.microsoft.com/office/drawing/2014/main" id="{BD0B2420-65AC-B4BD-B7F1-6F68FE8F33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39205" y="3721609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9321C76-FBF8-FA74-9CC1-6647466587EF}"/>
              </a:ext>
            </a:extLst>
          </p:cNvPr>
          <p:cNvSpPr txBox="1"/>
          <p:nvPr/>
        </p:nvSpPr>
        <p:spPr>
          <a:xfrm>
            <a:off x="1502232" y="4636009"/>
            <a:ext cx="9883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dirty="0"/>
              <a:t>Duración:</a:t>
            </a:r>
          </a:p>
          <a:p>
            <a:pPr algn="ctr"/>
            <a:r>
              <a:rPr lang="es-ES" sz="1600" dirty="0"/>
              <a:t>4 meses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1C089C-4E98-DA25-1392-47A70A90D31C}"/>
              </a:ext>
            </a:extLst>
          </p:cNvPr>
          <p:cNvSpPr txBox="1"/>
          <p:nvPr/>
        </p:nvSpPr>
        <p:spPr>
          <a:xfrm>
            <a:off x="3837284" y="4579166"/>
            <a:ext cx="10822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/>
              <a:t>Comienzo:</a:t>
            </a:r>
          </a:p>
          <a:p>
            <a:r>
              <a:rPr lang="es-ES" sz="1600" dirty="0"/>
              <a:t>1 de enero</a:t>
            </a:r>
          </a:p>
        </p:txBody>
      </p:sp>
    </p:spTree>
    <p:extLst>
      <p:ext uri="{BB962C8B-B14F-4D97-AF65-F5344CB8AC3E}">
        <p14:creationId xmlns:p14="http://schemas.microsoft.com/office/powerpoint/2010/main" val="3162188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1EB16-6C20-D678-334F-413DC3F67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5AB63-D1F9-66DD-3A3B-4196B436F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Cronograma y evolución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11EEA0-05C0-9A62-A05B-50E72DD6B7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628194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27F6C-656F-2DA2-5A23-24169C3E0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87">
            <a:extLst>
              <a:ext uri="{FF2B5EF4-FFF2-40B4-BE49-F238E27FC236}">
                <a16:creationId xmlns:a16="http://schemas.microsoft.com/office/drawing/2014/main" id="{ADB1B8F1-A968-7E91-2699-4CD4277E7924}"/>
              </a:ext>
            </a:extLst>
          </p:cNvPr>
          <p:cNvSpPr/>
          <p:nvPr/>
        </p:nvSpPr>
        <p:spPr>
          <a:xfrm>
            <a:off x="323850" y="2190750"/>
            <a:ext cx="11068041" cy="2161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41" name="Straight Connector 32">
            <a:extLst>
              <a:ext uri="{FF2B5EF4-FFF2-40B4-BE49-F238E27FC236}">
                <a16:creationId xmlns:a16="http://schemas.microsoft.com/office/drawing/2014/main" id="{CF48ED08-7711-C379-778D-E4C12C187C14}"/>
              </a:ext>
            </a:extLst>
          </p:cNvPr>
          <p:cNvCxnSpPr>
            <a:cxnSpLocks/>
          </p:cNvCxnSpPr>
          <p:nvPr/>
        </p:nvCxnSpPr>
        <p:spPr>
          <a:xfrm>
            <a:off x="1975641" y="1863146"/>
            <a:ext cx="925200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2">
            <a:extLst>
              <a:ext uri="{FF2B5EF4-FFF2-40B4-BE49-F238E27FC236}">
                <a16:creationId xmlns:a16="http://schemas.microsoft.com/office/drawing/2014/main" id="{7D7B00E7-3838-9D7E-4F8E-883BF89236D3}"/>
              </a:ext>
            </a:extLst>
          </p:cNvPr>
          <p:cNvCxnSpPr>
            <a:cxnSpLocks/>
          </p:cNvCxnSpPr>
          <p:nvPr/>
        </p:nvCxnSpPr>
        <p:spPr>
          <a:xfrm>
            <a:off x="1940985" y="1295286"/>
            <a:ext cx="925200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E217D6-89B6-2BF1-0B05-A79BCC067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>
                <a:solidFill>
                  <a:srgbClr val="EC0000"/>
                </a:solidFill>
              </a:rPr>
              <a:pPr/>
              <a:t>19</a:t>
            </a:fld>
            <a:endParaRPr lang="es-ES" dirty="0">
              <a:solidFill>
                <a:srgbClr val="EC0000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23C105-7140-5E2F-2A58-7518B80F464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s-ES" dirty="0"/>
              <a:t>Cronograma | 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Hitos principales</a:t>
            </a:r>
            <a:endParaRPr lang="es-ES" dirty="0"/>
          </a:p>
        </p:txBody>
      </p:sp>
      <p:sp>
        <p:nvSpPr>
          <p:cNvPr id="4" name="Rectángulo redondeado 188">
            <a:extLst>
              <a:ext uri="{FF2B5EF4-FFF2-40B4-BE49-F238E27FC236}">
                <a16:creationId xmlns:a16="http://schemas.microsoft.com/office/drawing/2014/main" id="{9BFCA5E8-0FD8-B41B-B083-57EC5F8525BA}"/>
              </a:ext>
            </a:extLst>
          </p:cNvPr>
          <p:cNvSpPr/>
          <p:nvPr/>
        </p:nvSpPr>
        <p:spPr>
          <a:xfrm>
            <a:off x="7777170" y="820192"/>
            <a:ext cx="1116000" cy="1440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Headline" panose="020B0504020201020104"/>
                <a:ea typeface="+mn-ea"/>
                <a:cs typeface="+mn-cs"/>
              </a:rPr>
              <a:t>May 2026</a:t>
            </a:r>
          </a:p>
        </p:txBody>
      </p:sp>
      <p:sp>
        <p:nvSpPr>
          <p:cNvPr id="5" name="Rectángulo redondeado 188">
            <a:extLst>
              <a:ext uri="{FF2B5EF4-FFF2-40B4-BE49-F238E27FC236}">
                <a16:creationId xmlns:a16="http://schemas.microsoft.com/office/drawing/2014/main" id="{459415EC-C535-AE44-B4ED-DB7D38A5E310}"/>
              </a:ext>
            </a:extLst>
          </p:cNvPr>
          <p:cNvSpPr/>
          <p:nvPr/>
        </p:nvSpPr>
        <p:spPr>
          <a:xfrm>
            <a:off x="8944407" y="820192"/>
            <a:ext cx="1116000" cy="1440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Headline" panose="020B0504020201020104"/>
                <a:ea typeface="+mn-ea"/>
                <a:cs typeface="+mn-cs"/>
              </a:rPr>
              <a:t>Jun 2026</a:t>
            </a:r>
          </a:p>
        </p:txBody>
      </p:sp>
      <p:sp>
        <p:nvSpPr>
          <p:cNvPr id="7" name="Rectángulo redondeado 188">
            <a:extLst>
              <a:ext uri="{FF2B5EF4-FFF2-40B4-BE49-F238E27FC236}">
                <a16:creationId xmlns:a16="http://schemas.microsoft.com/office/drawing/2014/main" id="{01994E20-3CEC-C209-DD4A-15B7A2D4D3B0}"/>
              </a:ext>
            </a:extLst>
          </p:cNvPr>
          <p:cNvSpPr/>
          <p:nvPr/>
        </p:nvSpPr>
        <p:spPr>
          <a:xfrm>
            <a:off x="10111641" y="820192"/>
            <a:ext cx="1116000" cy="1440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Headline" panose="020B0504020201020104"/>
                <a:ea typeface="+mn-ea"/>
                <a:cs typeface="+mn-cs"/>
              </a:rPr>
              <a:t>Jul 2026</a:t>
            </a:r>
          </a:p>
        </p:txBody>
      </p:sp>
      <p:cxnSp>
        <p:nvCxnSpPr>
          <p:cNvPr id="9" name="Straight Connector 32">
            <a:extLst>
              <a:ext uri="{FF2B5EF4-FFF2-40B4-BE49-F238E27FC236}">
                <a16:creationId xmlns:a16="http://schemas.microsoft.com/office/drawing/2014/main" id="{D9CAA155-7131-53FD-0425-08BB5E4DB9E3}"/>
              </a:ext>
            </a:extLst>
          </p:cNvPr>
          <p:cNvCxnSpPr>
            <a:cxnSpLocks/>
          </p:cNvCxnSpPr>
          <p:nvPr/>
        </p:nvCxnSpPr>
        <p:spPr>
          <a:xfrm>
            <a:off x="3073399" y="1030660"/>
            <a:ext cx="0" cy="5040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31">
            <a:extLst>
              <a:ext uri="{FF2B5EF4-FFF2-40B4-BE49-F238E27FC236}">
                <a16:creationId xmlns:a16="http://schemas.microsoft.com/office/drawing/2014/main" id="{6D0FC134-6D6A-8569-0D88-B2C92ADC8CA1}"/>
              </a:ext>
            </a:extLst>
          </p:cNvPr>
          <p:cNvCxnSpPr>
            <a:cxnSpLocks/>
          </p:cNvCxnSpPr>
          <p:nvPr/>
        </p:nvCxnSpPr>
        <p:spPr>
          <a:xfrm>
            <a:off x="4241075" y="1030660"/>
            <a:ext cx="0" cy="5040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31">
            <a:extLst>
              <a:ext uri="{FF2B5EF4-FFF2-40B4-BE49-F238E27FC236}">
                <a16:creationId xmlns:a16="http://schemas.microsoft.com/office/drawing/2014/main" id="{1A7B5647-B74E-C7BF-44AE-3FF7C064A8D8}"/>
              </a:ext>
            </a:extLst>
          </p:cNvPr>
          <p:cNvCxnSpPr>
            <a:cxnSpLocks/>
          </p:cNvCxnSpPr>
          <p:nvPr/>
        </p:nvCxnSpPr>
        <p:spPr>
          <a:xfrm>
            <a:off x="5408751" y="1030660"/>
            <a:ext cx="0" cy="5040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31">
            <a:extLst>
              <a:ext uri="{FF2B5EF4-FFF2-40B4-BE49-F238E27FC236}">
                <a16:creationId xmlns:a16="http://schemas.microsoft.com/office/drawing/2014/main" id="{DB186B12-3D1E-BEDB-3154-A076149BE3D3}"/>
              </a:ext>
            </a:extLst>
          </p:cNvPr>
          <p:cNvCxnSpPr>
            <a:cxnSpLocks/>
          </p:cNvCxnSpPr>
          <p:nvPr/>
        </p:nvCxnSpPr>
        <p:spPr>
          <a:xfrm>
            <a:off x="6576427" y="1030660"/>
            <a:ext cx="0" cy="5040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ángulo redondeado 188">
            <a:extLst>
              <a:ext uri="{FF2B5EF4-FFF2-40B4-BE49-F238E27FC236}">
                <a16:creationId xmlns:a16="http://schemas.microsoft.com/office/drawing/2014/main" id="{A92272C0-BC71-6E2A-BE06-62020EA2169F}"/>
              </a:ext>
            </a:extLst>
          </p:cNvPr>
          <p:cNvSpPr/>
          <p:nvPr/>
        </p:nvSpPr>
        <p:spPr>
          <a:xfrm>
            <a:off x="1940985" y="820192"/>
            <a:ext cx="1116000" cy="1440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Headline" panose="020B0504020201020104"/>
                <a:ea typeface="+mn-ea"/>
                <a:cs typeface="+mn-cs"/>
              </a:rPr>
              <a:t>Dec 2025</a:t>
            </a:r>
          </a:p>
        </p:txBody>
      </p:sp>
      <p:cxnSp>
        <p:nvCxnSpPr>
          <p:cNvPr id="18" name="Straight Connector 31">
            <a:extLst>
              <a:ext uri="{FF2B5EF4-FFF2-40B4-BE49-F238E27FC236}">
                <a16:creationId xmlns:a16="http://schemas.microsoft.com/office/drawing/2014/main" id="{C967CE35-69F1-4939-938E-A795E1AACB92}"/>
              </a:ext>
            </a:extLst>
          </p:cNvPr>
          <p:cNvCxnSpPr>
            <a:cxnSpLocks/>
          </p:cNvCxnSpPr>
          <p:nvPr/>
        </p:nvCxnSpPr>
        <p:spPr>
          <a:xfrm>
            <a:off x="10079457" y="1030660"/>
            <a:ext cx="0" cy="5040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ángulo redondeado 188">
            <a:extLst>
              <a:ext uri="{FF2B5EF4-FFF2-40B4-BE49-F238E27FC236}">
                <a16:creationId xmlns:a16="http://schemas.microsoft.com/office/drawing/2014/main" id="{A92836C8-02C3-AD45-BBD0-A7713F88DFDB}"/>
              </a:ext>
            </a:extLst>
          </p:cNvPr>
          <p:cNvSpPr/>
          <p:nvPr/>
        </p:nvSpPr>
        <p:spPr>
          <a:xfrm>
            <a:off x="4275459" y="820192"/>
            <a:ext cx="1116000" cy="1440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Headline" panose="020B0504020201020104"/>
                <a:ea typeface="+mn-ea"/>
                <a:cs typeface="+mn-cs"/>
              </a:rPr>
              <a:t>Feb 2026</a:t>
            </a:r>
          </a:p>
        </p:txBody>
      </p:sp>
      <p:sp>
        <p:nvSpPr>
          <p:cNvPr id="21" name="Rectángulo redondeado 188">
            <a:extLst>
              <a:ext uri="{FF2B5EF4-FFF2-40B4-BE49-F238E27FC236}">
                <a16:creationId xmlns:a16="http://schemas.microsoft.com/office/drawing/2014/main" id="{6D70E170-9E5D-5BC0-F931-94A44E1BFFA1}"/>
              </a:ext>
            </a:extLst>
          </p:cNvPr>
          <p:cNvSpPr/>
          <p:nvPr/>
        </p:nvSpPr>
        <p:spPr>
          <a:xfrm>
            <a:off x="5442696" y="820192"/>
            <a:ext cx="1116000" cy="1440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Headline" panose="020B0504020201020104"/>
                <a:ea typeface="+mn-ea"/>
                <a:cs typeface="+mn-cs"/>
              </a:rPr>
              <a:t>Mar 2026</a:t>
            </a:r>
          </a:p>
        </p:txBody>
      </p:sp>
      <p:sp>
        <p:nvSpPr>
          <p:cNvPr id="22" name="Rectángulo redondeado 188">
            <a:extLst>
              <a:ext uri="{FF2B5EF4-FFF2-40B4-BE49-F238E27FC236}">
                <a16:creationId xmlns:a16="http://schemas.microsoft.com/office/drawing/2014/main" id="{2D78CED3-D32C-7F7E-5F12-0C304E404C34}"/>
              </a:ext>
            </a:extLst>
          </p:cNvPr>
          <p:cNvSpPr/>
          <p:nvPr/>
        </p:nvSpPr>
        <p:spPr>
          <a:xfrm>
            <a:off x="6609933" y="820192"/>
            <a:ext cx="1116000" cy="1440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Headline" panose="020B0504020201020104"/>
                <a:ea typeface="+mn-ea"/>
                <a:cs typeface="+mn-cs"/>
              </a:rPr>
              <a:t>Apr 2026</a:t>
            </a:r>
          </a:p>
        </p:txBody>
      </p:sp>
      <p:sp>
        <p:nvSpPr>
          <p:cNvPr id="23" name="Rectángulo redondeado 188">
            <a:extLst>
              <a:ext uri="{FF2B5EF4-FFF2-40B4-BE49-F238E27FC236}">
                <a16:creationId xmlns:a16="http://schemas.microsoft.com/office/drawing/2014/main" id="{49B63151-CE64-333B-C2DE-C4FC6F93F1AC}"/>
              </a:ext>
            </a:extLst>
          </p:cNvPr>
          <p:cNvSpPr/>
          <p:nvPr/>
        </p:nvSpPr>
        <p:spPr>
          <a:xfrm>
            <a:off x="3108222" y="820192"/>
            <a:ext cx="1116000" cy="1440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Headline" panose="020B0504020201020104"/>
                <a:ea typeface="+mn-ea"/>
                <a:cs typeface="+mn-cs"/>
              </a:rPr>
              <a:t>Jan 2026</a:t>
            </a:r>
          </a:p>
        </p:txBody>
      </p:sp>
      <p:cxnSp>
        <p:nvCxnSpPr>
          <p:cNvPr id="27" name="Straight Connector 31">
            <a:extLst>
              <a:ext uri="{FF2B5EF4-FFF2-40B4-BE49-F238E27FC236}">
                <a16:creationId xmlns:a16="http://schemas.microsoft.com/office/drawing/2014/main" id="{605AC0E6-2A06-B0CC-7105-93A07108FC2C}"/>
              </a:ext>
            </a:extLst>
          </p:cNvPr>
          <p:cNvCxnSpPr>
            <a:cxnSpLocks/>
          </p:cNvCxnSpPr>
          <p:nvPr/>
        </p:nvCxnSpPr>
        <p:spPr>
          <a:xfrm>
            <a:off x="7744103" y="1030660"/>
            <a:ext cx="0" cy="5040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31">
            <a:extLst>
              <a:ext uri="{FF2B5EF4-FFF2-40B4-BE49-F238E27FC236}">
                <a16:creationId xmlns:a16="http://schemas.microsoft.com/office/drawing/2014/main" id="{466F1ACB-360C-B9A5-DCB4-4E2D477350CC}"/>
              </a:ext>
            </a:extLst>
          </p:cNvPr>
          <p:cNvCxnSpPr>
            <a:cxnSpLocks/>
          </p:cNvCxnSpPr>
          <p:nvPr/>
        </p:nvCxnSpPr>
        <p:spPr>
          <a:xfrm>
            <a:off x="8911779" y="1030660"/>
            <a:ext cx="0" cy="5040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C161E2C8-2EE7-488F-9F29-90E58A3EB309}"/>
              </a:ext>
            </a:extLst>
          </p:cNvPr>
          <p:cNvSpPr/>
          <p:nvPr/>
        </p:nvSpPr>
        <p:spPr>
          <a:xfrm>
            <a:off x="180973" y="1195013"/>
            <a:ext cx="1728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ES" sz="1100" dirty="0">
                <a:solidFill>
                  <a:schemeClr val="accent1"/>
                </a:solidFill>
              </a:rPr>
              <a:t>Diseño y aprobación de la solución (CTO)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2C58553-5608-21DF-57E4-9E41B6998B68}"/>
              </a:ext>
            </a:extLst>
          </p:cNvPr>
          <p:cNvSpPr/>
          <p:nvPr/>
        </p:nvSpPr>
        <p:spPr>
          <a:xfrm>
            <a:off x="180973" y="1760051"/>
            <a:ext cx="1728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ES" sz="1100" dirty="0">
                <a:solidFill>
                  <a:schemeClr val="accent1"/>
                </a:solidFill>
              </a:rPr>
              <a:t>Alta instancia BBDD y </a:t>
            </a:r>
            <a:r>
              <a:rPr lang="es-ES" sz="1100" dirty="0" err="1">
                <a:solidFill>
                  <a:schemeClr val="accent1"/>
                </a:solidFill>
              </a:rPr>
              <a:t>filesystem</a:t>
            </a:r>
            <a:endParaRPr lang="es-ES" sz="1100" dirty="0">
              <a:solidFill>
                <a:schemeClr val="accent1"/>
              </a:solidFill>
            </a:endParaRPr>
          </a:p>
        </p:txBody>
      </p:sp>
      <p:cxnSp>
        <p:nvCxnSpPr>
          <p:cNvPr id="42" name="Straight Connector 32">
            <a:extLst>
              <a:ext uri="{FF2B5EF4-FFF2-40B4-BE49-F238E27FC236}">
                <a16:creationId xmlns:a16="http://schemas.microsoft.com/office/drawing/2014/main" id="{04B0B5ED-BE2C-1370-9CA4-0E3BBE17D70A}"/>
              </a:ext>
            </a:extLst>
          </p:cNvPr>
          <p:cNvCxnSpPr>
            <a:cxnSpLocks/>
          </p:cNvCxnSpPr>
          <p:nvPr/>
        </p:nvCxnSpPr>
        <p:spPr>
          <a:xfrm>
            <a:off x="1969920" y="2431006"/>
            <a:ext cx="925200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C3724FC6-CDAE-BF6A-90F4-DD1DF831610D}"/>
              </a:ext>
            </a:extLst>
          </p:cNvPr>
          <p:cNvSpPr/>
          <p:nvPr/>
        </p:nvSpPr>
        <p:spPr>
          <a:xfrm>
            <a:off x="175252" y="2325089"/>
            <a:ext cx="1728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ES" sz="1100" dirty="0">
                <a:solidFill>
                  <a:schemeClr val="accent1"/>
                </a:solidFill>
              </a:rPr>
              <a:t>Definición del mapa de procesos (Control-M)</a:t>
            </a:r>
          </a:p>
        </p:txBody>
      </p:sp>
      <p:cxnSp>
        <p:nvCxnSpPr>
          <p:cNvPr id="47" name="Straight Connector 32">
            <a:extLst>
              <a:ext uri="{FF2B5EF4-FFF2-40B4-BE49-F238E27FC236}">
                <a16:creationId xmlns:a16="http://schemas.microsoft.com/office/drawing/2014/main" id="{6C85FA82-52A0-75C1-9D5D-3EF2ABD8B5CE}"/>
              </a:ext>
            </a:extLst>
          </p:cNvPr>
          <p:cNvCxnSpPr>
            <a:cxnSpLocks/>
          </p:cNvCxnSpPr>
          <p:nvPr/>
        </p:nvCxnSpPr>
        <p:spPr>
          <a:xfrm>
            <a:off x="1969920" y="2998866"/>
            <a:ext cx="925200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0600EA0E-44F4-2EFB-4698-9458BC05802D}"/>
              </a:ext>
            </a:extLst>
          </p:cNvPr>
          <p:cNvSpPr/>
          <p:nvPr/>
        </p:nvSpPr>
        <p:spPr>
          <a:xfrm>
            <a:off x="175252" y="2890127"/>
            <a:ext cx="1728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ES" sz="1100" dirty="0">
                <a:solidFill>
                  <a:schemeClr val="accent1"/>
                </a:solidFill>
              </a:rPr>
              <a:t>Adaptación de scripts de automatización Grupo 1</a:t>
            </a:r>
          </a:p>
        </p:txBody>
      </p:sp>
      <p:cxnSp>
        <p:nvCxnSpPr>
          <p:cNvPr id="50" name="Straight Connector 32">
            <a:extLst>
              <a:ext uri="{FF2B5EF4-FFF2-40B4-BE49-F238E27FC236}">
                <a16:creationId xmlns:a16="http://schemas.microsoft.com/office/drawing/2014/main" id="{C1F438AA-0F19-6F32-9349-FE03A46AB586}"/>
              </a:ext>
            </a:extLst>
          </p:cNvPr>
          <p:cNvCxnSpPr>
            <a:cxnSpLocks/>
          </p:cNvCxnSpPr>
          <p:nvPr/>
        </p:nvCxnSpPr>
        <p:spPr>
          <a:xfrm>
            <a:off x="1940985" y="3566726"/>
            <a:ext cx="925200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CC462FF8-E88E-B27A-6DAF-CC9A1B7173C4}"/>
              </a:ext>
            </a:extLst>
          </p:cNvPr>
          <p:cNvSpPr/>
          <p:nvPr/>
        </p:nvSpPr>
        <p:spPr>
          <a:xfrm>
            <a:off x="146317" y="3455165"/>
            <a:ext cx="1728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ES" sz="1100" dirty="0">
                <a:solidFill>
                  <a:schemeClr val="accent1"/>
                </a:solidFill>
              </a:rPr>
              <a:t>Adaptación de scripts de automatización Grupo 2</a:t>
            </a:r>
          </a:p>
        </p:txBody>
      </p:sp>
      <p:cxnSp>
        <p:nvCxnSpPr>
          <p:cNvPr id="53" name="Straight Connector 32">
            <a:extLst>
              <a:ext uri="{FF2B5EF4-FFF2-40B4-BE49-F238E27FC236}">
                <a16:creationId xmlns:a16="http://schemas.microsoft.com/office/drawing/2014/main" id="{3ED9305E-D507-C85F-F9E8-677690B768DF}"/>
              </a:ext>
            </a:extLst>
          </p:cNvPr>
          <p:cNvCxnSpPr>
            <a:cxnSpLocks/>
          </p:cNvCxnSpPr>
          <p:nvPr/>
        </p:nvCxnSpPr>
        <p:spPr>
          <a:xfrm>
            <a:off x="1960035" y="4134586"/>
            <a:ext cx="925200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E067CB75-C971-B7BE-306B-B02F80FFF5DB}"/>
              </a:ext>
            </a:extLst>
          </p:cNvPr>
          <p:cNvSpPr/>
          <p:nvPr/>
        </p:nvSpPr>
        <p:spPr>
          <a:xfrm>
            <a:off x="165367" y="4020203"/>
            <a:ext cx="1728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ES" sz="1100" dirty="0">
                <a:solidFill>
                  <a:schemeClr val="accent1"/>
                </a:solidFill>
              </a:rPr>
              <a:t>Adaptación de scripts de automatización Grupo 3</a:t>
            </a:r>
          </a:p>
        </p:txBody>
      </p:sp>
      <p:cxnSp>
        <p:nvCxnSpPr>
          <p:cNvPr id="56" name="Straight Connector 32">
            <a:extLst>
              <a:ext uri="{FF2B5EF4-FFF2-40B4-BE49-F238E27FC236}">
                <a16:creationId xmlns:a16="http://schemas.microsoft.com/office/drawing/2014/main" id="{E395D194-A73C-6E5C-FBE4-243FDE021463}"/>
              </a:ext>
            </a:extLst>
          </p:cNvPr>
          <p:cNvCxnSpPr>
            <a:cxnSpLocks/>
          </p:cNvCxnSpPr>
          <p:nvPr/>
        </p:nvCxnSpPr>
        <p:spPr>
          <a:xfrm>
            <a:off x="1991884" y="4702446"/>
            <a:ext cx="925200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32">
            <a:extLst>
              <a:ext uri="{FF2B5EF4-FFF2-40B4-BE49-F238E27FC236}">
                <a16:creationId xmlns:a16="http://schemas.microsoft.com/office/drawing/2014/main" id="{12569EAA-E720-8C16-29C4-A0D2FEE809BC}"/>
              </a:ext>
            </a:extLst>
          </p:cNvPr>
          <p:cNvCxnSpPr>
            <a:cxnSpLocks/>
          </p:cNvCxnSpPr>
          <p:nvPr/>
        </p:nvCxnSpPr>
        <p:spPr>
          <a:xfrm>
            <a:off x="1960035" y="5270306"/>
            <a:ext cx="925200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9B870D09-1F67-7481-7479-A6788F683788}"/>
              </a:ext>
            </a:extLst>
          </p:cNvPr>
          <p:cNvSpPr/>
          <p:nvPr/>
        </p:nvSpPr>
        <p:spPr>
          <a:xfrm>
            <a:off x="165367" y="4576537"/>
            <a:ext cx="1728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ES" sz="1100" dirty="0">
                <a:solidFill>
                  <a:schemeClr val="accent1"/>
                </a:solidFill>
              </a:rPr>
              <a:t>Automatización </a:t>
            </a:r>
            <a:r>
              <a:rPr lang="es-ES" sz="1100" dirty="0" err="1">
                <a:solidFill>
                  <a:schemeClr val="accent1"/>
                </a:solidFill>
              </a:rPr>
              <a:t>Thetaray</a:t>
            </a:r>
            <a:r>
              <a:rPr lang="es-ES" sz="1100" dirty="0">
                <a:solidFill>
                  <a:schemeClr val="accent1"/>
                </a:solidFill>
              </a:rPr>
              <a:t> Chile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31AEAD9-66C8-0B03-9700-0E03F79DC037}"/>
              </a:ext>
            </a:extLst>
          </p:cNvPr>
          <p:cNvSpPr/>
          <p:nvPr/>
        </p:nvSpPr>
        <p:spPr>
          <a:xfrm>
            <a:off x="197216" y="5141573"/>
            <a:ext cx="1728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ES" sz="1100" dirty="0">
                <a:solidFill>
                  <a:schemeClr val="accent1"/>
                </a:solidFill>
              </a:rPr>
              <a:t>Automatización </a:t>
            </a:r>
            <a:r>
              <a:rPr lang="es-ES" sz="1100" dirty="0" err="1">
                <a:solidFill>
                  <a:schemeClr val="accent1"/>
                </a:solidFill>
              </a:rPr>
              <a:t>Thetaray</a:t>
            </a:r>
            <a:r>
              <a:rPr lang="es-ES" sz="1100" dirty="0">
                <a:solidFill>
                  <a:schemeClr val="accent1"/>
                </a:solidFill>
              </a:rPr>
              <a:t> Uruguay</a:t>
            </a:r>
          </a:p>
        </p:txBody>
      </p:sp>
      <p:cxnSp>
        <p:nvCxnSpPr>
          <p:cNvPr id="44" name="414 Conector recto de flecha">
            <a:extLst>
              <a:ext uri="{FF2B5EF4-FFF2-40B4-BE49-F238E27FC236}">
                <a16:creationId xmlns:a16="http://schemas.microsoft.com/office/drawing/2014/main" id="{EBBB8334-F4AC-720E-B35A-E72425944EAB}"/>
              </a:ext>
            </a:extLst>
          </p:cNvPr>
          <p:cNvCxnSpPr>
            <a:cxnSpLocks/>
          </p:cNvCxnSpPr>
          <p:nvPr/>
        </p:nvCxnSpPr>
        <p:spPr bwMode="auto">
          <a:xfrm>
            <a:off x="1925739" y="2430808"/>
            <a:ext cx="1929085" cy="0"/>
          </a:xfrm>
          <a:prstGeom prst="straightConnector1">
            <a:avLst/>
          </a:prstGeom>
          <a:noFill/>
          <a:ln w="3810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49" name="414 Conector recto de flecha">
            <a:extLst>
              <a:ext uri="{FF2B5EF4-FFF2-40B4-BE49-F238E27FC236}">
                <a16:creationId xmlns:a16="http://schemas.microsoft.com/office/drawing/2014/main" id="{25B3E084-A715-9D88-B6BA-8774657CA236}"/>
              </a:ext>
            </a:extLst>
          </p:cNvPr>
          <p:cNvCxnSpPr>
            <a:cxnSpLocks/>
          </p:cNvCxnSpPr>
          <p:nvPr/>
        </p:nvCxnSpPr>
        <p:spPr bwMode="auto">
          <a:xfrm>
            <a:off x="3415553" y="2998866"/>
            <a:ext cx="2041141" cy="6011"/>
          </a:xfrm>
          <a:prstGeom prst="straightConnector1">
            <a:avLst/>
          </a:prstGeom>
          <a:noFill/>
          <a:ln w="3810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52" name="414 Conector recto de flecha">
            <a:extLst>
              <a:ext uri="{FF2B5EF4-FFF2-40B4-BE49-F238E27FC236}">
                <a16:creationId xmlns:a16="http://schemas.microsoft.com/office/drawing/2014/main" id="{098AFCFC-8B65-4A98-1173-24CBAEA5D99A}"/>
              </a:ext>
            </a:extLst>
          </p:cNvPr>
          <p:cNvCxnSpPr>
            <a:cxnSpLocks/>
          </p:cNvCxnSpPr>
          <p:nvPr/>
        </p:nvCxnSpPr>
        <p:spPr bwMode="auto">
          <a:xfrm flipV="1">
            <a:off x="4733365" y="3559515"/>
            <a:ext cx="1849214" cy="7211"/>
          </a:xfrm>
          <a:prstGeom prst="straightConnector1">
            <a:avLst/>
          </a:prstGeom>
          <a:noFill/>
          <a:ln w="3810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55" name="414 Conector recto de flecha">
            <a:extLst>
              <a:ext uri="{FF2B5EF4-FFF2-40B4-BE49-F238E27FC236}">
                <a16:creationId xmlns:a16="http://schemas.microsoft.com/office/drawing/2014/main" id="{725BCAFE-4672-1169-A3F0-A6F22FED851C}"/>
              </a:ext>
            </a:extLst>
          </p:cNvPr>
          <p:cNvCxnSpPr>
            <a:cxnSpLocks/>
          </p:cNvCxnSpPr>
          <p:nvPr/>
        </p:nvCxnSpPr>
        <p:spPr bwMode="auto">
          <a:xfrm>
            <a:off x="5745571" y="4134586"/>
            <a:ext cx="2018108" cy="5954"/>
          </a:xfrm>
          <a:prstGeom prst="straightConnector1">
            <a:avLst/>
          </a:prstGeom>
          <a:noFill/>
          <a:ln w="3810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58" name="414 Conector recto de flecha">
            <a:extLst>
              <a:ext uri="{FF2B5EF4-FFF2-40B4-BE49-F238E27FC236}">
                <a16:creationId xmlns:a16="http://schemas.microsoft.com/office/drawing/2014/main" id="{37AC545E-AA2D-EBE6-018F-FA9B41A56F41}"/>
              </a:ext>
            </a:extLst>
          </p:cNvPr>
          <p:cNvCxnSpPr>
            <a:cxnSpLocks/>
          </p:cNvCxnSpPr>
          <p:nvPr/>
        </p:nvCxnSpPr>
        <p:spPr bwMode="auto">
          <a:xfrm>
            <a:off x="3066491" y="4694445"/>
            <a:ext cx="2081097" cy="0"/>
          </a:xfrm>
          <a:prstGeom prst="straightConnector1">
            <a:avLst/>
          </a:prstGeom>
          <a:noFill/>
          <a:ln w="3810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61" name="414 Conector recto de flecha">
            <a:extLst>
              <a:ext uri="{FF2B5EF4-FFF2-40B4-BE49-F238E27FC236}">
                <a16:creationId xmlns:a16="http://schemas.microsoft.com/office/drawing/2014/main" id="{38A52B51-D4E0-E5F6-3FA8-EA81C17AD4A7}"/>
              </a:ext>
            </a:extLst>
          </p:cNvPr>
          <p:cNvCxnSpPr>
            <a:cxnSpLocks/>
          </p:cNvCxnSpPr>
          <p:nvPr/>
        </p:nvCxnSpPr>
        <p:spPr bwMode="auto">
          <a:xfrm>
            <a:off x="4199966" y="5277986"/>
            <a:ext cx="2114859" cy="0"/>
          </a:xfrm>
          <a:prstGeom prst="straightConnector1">
            <a:avLst/>
          </a:prstGeom>
          <a:noFill/>
          <a:ln w="3810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64" name="Star: 5 Points 14">
            <a:extLst>
              <a:ext uri="{FF2B5EF4-FFF2-40B4-BE49-F238E27FC236}">
                <a16:creationId xmlns:a16="http://schemas.microsoft.com/office/drawing/2014/main" id="{73E3762C-4C4F-D5DB-3126-28A8FD92B7F3}"/>
              </a:ext>
            </a:extLst>
          </p:cNvPr>
          <p:cNvSpPr/>
          <p:nvPr/>
        </p:nvSpPr>
        <p:spPr>
          <a:xfrm>
            <a:off x="5077273" y="4577989"/>
            <a:ext cx="180000" cy="180000"/>
          </a:xfrm>
          <a:prstGeom prst="star5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AB299F7-872F-DAAF-3BDB-9C4275D9AE61}"/>
              </a:ext>
            </a:extLst>
          </p:cNvPr>
          <p:cNvSpPr/>
          <p:nvPr/>
        </p:nvSpPr>
        <p:spPr>
          <a:xfrm>
            <a:off x="5745571" y="4424458"/>
            <a:ext cx="2380936" cy="54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>
                <a:solidFill>
                  <a:schemeClr val="tx1"/>
                </a:solidFill>
              </a:rPr>
              <a:t>El BAU deja de ejecutar los procesos de </a:t>
            </a:r>
            <a:r>
              <a:rPr lang="es-ES" sz="1100" dirty="0" err="1">
                <a:solidFill>
                  <a:schemeClr val="tx1"/>
                </a:solidFill>
              </a:rPr>
              <a:t>Thetaray</a:t>
            </a:r>
            <a:r>
              <a:rPr lang="es-ES" sz="1100" dirty="0">
                <a:solidFill>
                  <a:schemeClr val="tx1"/>
                </a:solidFill>
              </a:rPr>
              <a:t> Chile manualmente. Dependencia con US en </a:t>
            </a:r>
            <a:r>
              <a:rPr lang="es-ES" sz="1100" dirty="0" err="1">
                <a:solidFill>
                  <a:schemeClr val="tx1"/>
                </a:solidFill>
              </a:rPr>
              <a:t>Thetaray</a:t>
            </a:r>
            <a:r>
              <a:rPr lang="es-ES" sz="11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F970CD6-54F4-7679-1B9A-D4D07B82F2E9}"/>
              </a:ext>
            </a:extLst>
          </p:cNvPr>
          <p:cNvSpPr/>
          <p:nvPr/>
        </p:nvSpPr>
        <p:spPr>
          <a:xfrm>
            <a:off x="6838649" y="5009590"/>
            <a:ext cx="2380936" cy="54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>
                <a:solidFill>
                  <a:schemeClr val="tx1"/>
                </a:solidFill>
              </a:rPr>
              <a:t>El BAU deja de ejecutar los procesos de </a:t>
            </a:r>
            <a:r>
              <a:rPr lang="es-ES" sz="1100" dirty="0" err="1">
                <a:solidFill>
                  <a:schemeClr val="tx1"/>
                </a:solidFill>
              </a:rPr>
              <a:t>Thetaray</a:t>
            </a:r>
            <a:r>
              <a:rPr lang="es-ES" sz="1100" dirty="0">
                <a:solidFill>
                  <a:schemeClr val="tx1"/>
                </a:solidFill>
              </a:rPr>
              <a:t> Uruguay manualmente. Dependencia con US en </a:t>
            </a:r>
            <a:r>
              <a:rPr lang="es-ES" sz="1100" dirty="0" err="1">
                <a:solidFill>
                  <a:schemeClr val="tx1"/>
                </a:solidFill>
              </a:rPr>
              <a:t>Thetaray</a:t>
            </a:r>
            <a:r>
              <a:rPr lang="es-ES" sz="11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67" name="Star: 5 Points 14">
            <a:extLst>
              <a:ext uri="{FF2B5EF4-FFF2-40B4-BE49-F238E27FC236}">
                <a16:creationId xmlns:a16="http://schemas.microsoft.com/office/drawing/2014/main" id="{1FCF0B1C-4973-20BB-822B-7FB057CB02F0}"/>
              </a:ext>
            </a:extLst>
          </p:cNvPr>
          <p:cNvSpPr/>
          <p:nvPr/>
        </p:nvSpPr>
        <p:spPr>
          <a:xfrm>
            <a:off x="7691127" y="4015828"/>
            <a:ext cx="180000" cy="180000"/>
          </a:xfrm>
          <a:prstGeom prst="star5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08DE030-87EF-6CB2-F473-64F7328DC61C}"/>
              </a:ext>
            </a:extLst>
          </p:cNvPr>
          <p:cNvSpPr/>
          <p:nvPr/>
        </p:nvSpPr>
        <p:spPr>
          <a:xfrm>
            <a:off x="8019725" y="3095156"/>
            <a:ext cx="2380936" cy="10894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>
                <a:solidFill>
                  <a:schemeClr val="tx1"/>
                </a:solidFill>
              </a:rPr>
              <a:t>Las tareas operativas del BAU </a:t>
            </a:r>
            <a:r>
              <a:rPr lang="es-ES" sz="1100" b="1" dirty="0">
                <a:solidFill>
                  <a:schemeClr val="tx1"/>
                </a:solidFill>
              </a:rPr>
              <a:t>no incluirán procesos</a:t>
            </a:r>
            <a:r>
              <a:rPr lang="es-ES" sz="1100" dirty="0">
                <a:solidFill>
                  <a:schemeClr val="tx1"/>
                </a:solidFill>
              </a:rPr>
              <a:t> manuales.</a:t>
            </a:r>
          </a:p>
          <a:p>
            <a:pPr algn="ctr"/>
            <a:r>
              <a:rPr lang="es-ES" sz="1100" dirty="0">
                <a:solidFill>
                  <a:schemeClr val="tx1"/>
                </a:solidFill>
              </a:rPr>
              <a:t>A partir de este momento, </a:t>
            </a:r>
            <a:r>
              <a:rPr lang="es-ES" sz="1100" b="1" dirty="0">
                <a:solidFill>
                  <a:schemeClr val="tx1"/>
                </a:solidFill>
              </a:rPr>
              <a:t>nuevas unidade</a:t>
            </a:r>
            <a:r>
              <a:rPr lang="es-ES" sz="1100" dirty="0">
                <a:solidFill>
                  <a:schemeClr val="tx1"/>
                </a:solidFill>
              </a:rPr>
              <a:t>s únicamente implican un </a:t>
            </a:r>
            <a:r>
              <a:rPr lang="es-ES" sz="1100" b="1" dirty="0">
                <a:solidFill>
                  <a:schemeClr val="tx1"/>
                </a:solidFill>
              </a:rPr>
              <a:t>esfuerzo puntual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0B3B298-4719-574C-B6D3-72A867B6BC24}"/>
              </a:ext>
            </a:extLst>
          </p:cNvPr>
          <p:cNvSpPr/>
          <p:nvPr/>
        </p:nvSpPr>
        <p:spPr>
          <a:xfrm>
            <a:off x="4487282" y="1023449"/>
            <a:ext cx="2380936" cy="108580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>
                <a:solidFill>
                  <a:schemeClr val="tx1"/>
                </a:solidFill>
              </a:rPr>
              <a:t>Se parte de la premisa que los componentes estarán disponibles para empezar los desarrollos en el mes de enero.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5EC4788-1593-323E-C746-AEDC95EA63F0}"/>
              </a:ext>
            </a:extLst>
          </p:cNvPr>
          <p:cNvSpPr/>
          <p:nvPr/>
        </p:nvSpPr>
        <p:spPr>
          <a:xfrm>
            <a:off x="8335170" y="2246829"/>
            <a:ext cx="3024000" cy="3590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Equipo de Automatización</a:t>
            </a:r>
          </a:p>
        </p:txBody>
      </p:sp>
      <p:sp>
        <p:nvSpPr>
          <p:cNvPr id="90" name="Star: 5 Points 14">
            <a:extLst>
              <a:ext uri="{FF2B5EF4-FFF2-40B4-BE49-F238E27FC236}">
                <a16:creationId xmlns:a16="http://schemas.microsoft.com/office/drawing/2014/main" id="{67B533B4-1E4D-A496-4350-35FF8DEF0C36}"/>
              </a:ext>
            </a:extLst>
          </p:cNvPr>
          <p:cNvSpPr/>
          <p:nvPr/>
        </p:nvSpPr>
        <p:spPr>
          <a:xfrm>
            <a:off x="6210023" y="5146951"/>
            <a:ext cx="180000" cy="180000"/>
          </a:xfrm>
          <a:prstGeom prst="star5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" name="414 Conector recto de flecha">
            <a:extLst>
              <a:ext uri="{FF2B5EF4-FFF2-40B4-BE49-F238E27FC236}">
                <a16:creationId xmlns:a16="http://schemas.microsoft.com/office/drawing/2014/main" id="{E94E4EDA-FAE3-8C5C-2050-38500B863010}"/>
              </a:ext>
            </a:extLst>
          </p:cNvPr>
          <p:cNvCxnSpPr>
            <a:cxnSpLocks/>
          </p:cNvCxnSpPr>
          <p:nvPr/>
        </p:nvCxnSpPr>
        <p:spPr bwMode="auto">
          <a:xfrm>
            <a:off x="2503963" y="1863146"/>
            <a:ext cx="1152000" cy="0"/>
          </a:xfrm>
          <a:prstGeom prst="straightConnector1">
            <a:avLst/>
          </a:prstGeom>
          <a:noFill/>
          <a:ln w="3810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16" name="Star: 5 Points 14">
            <a:extLst>
              <a:ext uri="{FF2B5EF4-FFF2-40B4-BE49-F238E27FC236}">
                <a16:creationId xmlns:a16="http://schemas.microsoft.com/office/drawing/2014/main" id="{540E500B-7FB8-0E7E-2068-F5F674755A15}"/>
              </a:ext>
            </a:extLst>
          </p:cNvPr>
          <p:cNvSpPr/>
          <p:nvPr/>
        </p:nvSpPr>
        <p:spPr>
          <a:xfrm>
            <a:off x="3567579" y="1745901"/>
            <a:ext cx="180000" cy="180000"/>
          </a:xfrm>
          <a:prstGeom prst="star5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Star: 5 Points 14">
            <a:extLst>
              <a:ext uri="{FF2B5EF4-FFF2-40B4-BE49-F238E27FC236}">
                <a16:creationId xmlns:a16="http://schemas.microsoft.com/office/drawing/2014/main" id="{6FA68016-F8BD-DE36-6DBB-BB58BF04A709}"/>
              </a:ext>
            </a:extLst>
          </p:cNvPr>
          <p:cNvSpPr/>
          <p:nvPr/>
        </p:nvSpPr>
        <p:spPr>
          <a:xfrm>
            <a:off x="5501518" y="6439439"/>
            <a:ext cx="180000" cy="180000"/>
          </a:xfrm>
          <a:prstGeom prst="star5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25715E-8399-5688-78F0-0CA801C15FBF}"/>
              </a:ext>
            </a:extLst>
          </p:cNvPr>
          <p:cNvSpPr txBox="1"/>
          <p:nvPr/>
        </p:nvSpPr>
        <p:spPr>
          <a:xfrm>
            <a:off x="5715738" y="6390940"/>
            <a:ext cx="29563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chemeClr val="tx2"/>
                </a:solidFill>
              </a:rPr>
              <a:t>Evaluación del impacto de la automatización</a:t>
            </a:r>
          </a:p>
        </p:txBody>
      </p:sp>
      <p:sp>
        <p:nvSpPr>
          <p:cNvPr id="24" name="Star: 5 Points 14">
            <a:extLst>
              <a:ext uri="{FF2B5EF4-FFF2-40B4-BE49-F238E27FC236}">
                <a16:creationId xmlns:a16="http://schemas.microsoft.com/office/drawing/2014/main" id="{1B93C0BD-A1FA-157B-D4DA-14899CF7C664}"/>
              </a:ext>
            </a:extLst>
          </p:cNvPr>
          <p:cNvSpPr/>
          <p:nvPr/>
        </p:nvSpPr>
        <p:spPr>
          <a:xfrm>
            <a:off x="5501518" y="6210939"/>
            <a:ext cx="180000" cy="180000"/>
          </a:xfrm>
          <a:prstGeom prst="star5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C7802E-CAC8-E3C1-9A82-E0EAB65F207B}"/>
              </a:ext>
            </a:extLst>
          </p:cNvPr>
          <p:cNvSpPr txBox="1"/>
          <p:nvPr/>
        </p:nvSpPr>
        <p:spPr>
          <a:xfrm>
            <a:off x="5715738" y="6162440"/>
            <a:ext cx="4476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chemeClr val="tx2"/>
                </a:solidFill>
              </a:rPr>
              <a:t>Hito</a:t>
            </a:r>
          </a:p>
        </p:txBody>
      </p:sp>
      <p:sp>
        <p:nvSpPr>
          <p:cNvPr id="26" name="Star: 5 Points 14">
            <a:extLst>
              <a:ext uri="{FF2B5EF4-FFF2-40B4-BE49-F238E27FC236}">
                <a16:creationId xmlns:a16="http://schemas.microsoft.com/office/drawing/2014/main" id="{5B68FF4E-3E91-9AE6-74E9-09EA32C6766C}"/>
              </a:ext>
            </a:extLst>
          </p:cNvPr>
          <p:cNvSpPr/>
          <p:nvPr/>
        </p:nvSpPr>
        <p:spPr>
          <a:xfrm>
            <a:off x="5367351" y="2879482"/>
            <a:ext cx="180000" cy="180000"/>
          </a:xfrm>
          <a:prstGeom prst="star5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Star: 5 Points 14">
            <a:extLst>
              <a:ext uri="{FF2B5EF4-FFF2-40B4-BE49-F238E27FC236}">
                <a16:creationId xmlns:a16="http://schemas.microsoft.com/office/drawing/2014/main" id="{BECA6294-E7D6-EC47-8E45-A3EEE048DA50}"/>
              </a:ext>
            </a:extLst>
          </p:cNvPr>
          <p:cNvSpPr/>
          <p:nvPr/>
        </p:nvSpPr>
        <p:spPr>
          <a:xfrm>
            <a:off x="6503780" y="3437261"/>
            <a:ext cx="180000" cy="180000"/>
          </a:xfrm>
          <a:prstGeom prst="star5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9213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4B2A2-5852-B040-0861-BB01668F3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2BE89-9589-21AF-4986-5940014C0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Anexo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DCA51-ADB3-44AA-21E2-1446901F5F1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263204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A63B8-DFB1-2DFF-2571-03245FA21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C6CA23-99D5-A195-2909-6375BD878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>
                <a:solidFill>
                  <a:srgbClr val="EC0000"/>
                </a:solidFill>
              </a:rPr>
              <a:pPr/>
              <a:t>21</a:t>
            </a:fld>
            <a:endParaRPr lang="es-ES">
              <a:solidFill>
                <a:srgbClr val="EC0000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1C6EF07-13E2-4BA6-296B-05246966FA5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s-ES" dirty="0"/>
              <a:t>Anexo 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| Dependencias externas</a:t>
            </a:r>
          </a:p>
        </p:txBody>
      </p:sp>
      <p:sp>
        <p:nvSpPr>
          <p:cNvPr id="48" name="Title 1">
            <a:extLst>
              <a:ext uri="{FF2B5EF4-FFF2-40B4-BE49-F238E27FC236}">
                <a16:creationId xmlns:a16="http://schemas.microsoft.com/office/drawing/2014/main" id="{2557937D-553C-601B-E633-3F75E7E469D3}"/>
              </a:ext>
            </a:extLst>
          </p:cNvPr>
          <p:cNvSpPr txBox="1">
            <a:spLocks/>
          </p:cNvSpPr>
          <p:nvPr/>
        </p:nvSpPr>
        <p:spPr>
          <a:xfrm>
            <a:off x="752288" y="764728"/>
            <a:ext cx="10758735" cy="3651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800" kern="1200" dirty="0">
                <a:solidFill>
                  <a:schemeClr val="accent1"/>
                </a:solidFill>
                <a:latin typeface="Santander Headline" panose="020B0504020201020104" pitchFamily="34" charset="0"/>
                <a:ea typeface="+mj-ea"/>
                <a:cs typeface="+mj-cs"/>
              </a:defRPr>
            </a:lvl1pPr>
          </a:lstStyle>
          <a:p>
            <a:r>
              <a:rPr lang="es-ES" sz="1400" dirty="0">
                <a:solidFill>
                  <a:schemeClr val="tx1"/>
                </a:solidFill>
              </a:rPr>
              <a:t>Se identifican las siguientes </a:t>
            </a:r>
            <a:r>
              <a:rPr lang="es-ES" sz="1400">
                <a:solidFill>
                  <a:schemeClr val="tx1"/>
                </a:solidFill>
              </a:rPr>
              <a:t>dependencias para </a:t>
            </a:r>
            <a:r>
              <a:rPr lang="es-ES" sz="1400" dirty="0">
                <a:solidFill>
                  <a:schemeClr val="tx1"/>
                </a:solidFill>
              </a:rPr>
              <a:t>la ejecución correcta del proyecto.</a:t>
            </a:r>
          </a:p>
        </p:txBody>
      </p:sp>
      <p:sp>
        <p:nvSpPr>
          <p:cNvPr id="16" name="CuadroTexto 1">
            <a:extLst>
              <a:ext uri="{FF2B5EF4-FFF2-40B4-BE49-F238E27FC236}">
                <a16:creationId xmlns:a16="http://schemas.microsoft.com/office/drawing/2014/main" id="{BE0AB844-06AE-DEA0-B7F9-7624AABC6CCF}"/>
              </a:ext>
            </a:extLst>
          </p:cNvPr>
          <p:cNvSpPr txBox="1"/>
          <p:nvPr/>
        </p:nvSpPr>
        <p:spPr>
          <a:xfrm>
            <a:off x="711024" y="1123793"/>
            <a:ext cx="10833192" cy="4906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1400" b="1" dirty="0"/>
              <a:t>COMPONENTES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dirty="0"/>
              <a:t>Estrategia final: Planificación Externa vs patrón Evento – Función, Espacio de memoria vs Azure Functions.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dirty="0"/>
              <a:t>¿Qué impacto tiene el “Integration Layer”?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dirty="0"/>
              <a:t>Pipeline de despliegue: Se reutilizará la pipeline que permite el despliegue de SW relacionado con </a:t>
            </a:r>
            <a:r>
              <a:rPr lang="es-ES" sz="1400"/>
              <a:t>Databricks.</a:t>
            </a:r>
            <a:endParaRPr lang="es-ES" sz="1400" dirty="0"/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dirty="0"/>
              <a:t>Aplicación Service Now: Se reutilizará la aplicación que hay existente. 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dirty="0"/>
              <a:t>Confirmar qué recursos / quota de Databricks se va a utilizar. </a:t>
            </a:r>
          </a:p>
          <a:p>
            <a:pPr algn="just">
              <a:lnSpc>
                <a:spcPct val="150000"/>
              </a:lnSpc>
            </a:pPr>
            <a:r>
              <a:rPr lang="es-ES" sz="1400" b="1" dirty="0"/>
              <a:t>BASE DE DATOS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dirty="0"/>
              <a:t>Se reutilizará CosmosDB para almacenar la información a registrar. Pendiente identificar si, nuevas tablas o un nuevo esquema. </a:t>
            </a:r>
          </a:p>
          <a:p>
            <a:pPr algn="just">
              <a:lnSpc>
                <a:spcPct val="150000"/>
              </a:lnSpc>
            </a:pPr>
            <a:r>
              <a:rPr lang="es-ES" sz="1400" b="1" dirty="0"/>
              <a:t>COORDINACIÓN ENTRE ORQUESTADORES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dirty="0"/>
              <a:t>Intercambio de ficheros, intercambio de eventos, notificaciones…</a:t>
            </a:r>
          </a:p>
          <a:p>
            <a:pPr algn="just">
              <a:lnSpc>
                <a:spcPct val="150000"/>
              </a:lnSpc>
            </a:pPr>
            <a:r>
              <a:rPr lang="es-ES" sz="1400" b="1" dirty="0"/>
              <a:t>NOTIFICACIONES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dirty="0"/>
              <a:t>Envío de correo electrónico desde Databricks para notificar la correcta ejecución de los procesos.</a:t>
            </a:r>
          </a:p>
          <a:p>
            <a:pPr algn="just">
              <a:lnSpc>
                <a:spcPct val="150000"/>
              </a:lnSpc>
            </a:pPr>
            <a:r>
              <a:rPr lang="es-ES" sz="1400" b="1" dirty="0"/>
              <a:t>ALERTAS DUPLICADAS</a:t>
            </a:r>
            <a:endParaRPr lang="es-ES" sz="1400" dirty="0"/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dirty="0"/>
              <a:t>Pendiente de definir una solución para asegurar que no generamos incidencias duplicadas durante el tiempo de resolución de las mismas. </a:t>
            </a:r>
          </a:p>
        </p:txBody>
      </p:sp>
    </p:spTree>
    <p:extLst>
      <p:ext uri="{BB962C8B-B14F-4D97-AF65-F5344CB8AC3E}">
        <p14:creationId xmlns:p14="http://schemas.microsoft.com/office/powerpoint/2010/main" val="3693304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9813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Tema de Office">
  <a:themeElements>
    <a:clrScheme name="SANTANDER 2018">
      <a:dk1>
        <a:sysClr val="windowText" lastClr="000000"/>
      </a:dk1>
      <a:lt1>
        <a:srgbClr val="FFFFFF"/>
      </a:lt1>
      <a:dk2>
        <a:srgbClr val="595959"/>
      </a:dk2>
      <a:lt2>
        <a:srgbClr val="E7E6E6"/>
      </a:lt2>
      <a:accent1>
        <a:srgbClr val="EC0000"/>
      </a:accent1>
      <a:accent2>
        <a:srgbClr val="C00000"/>
      </a:accent2>
      <a:accent3>
        <a:srgbClr val="9E3667"/>
      </a:accent3>
      <a:accent4>
        <a:srgbClr val="63BA68"/>
      </a:accent4>
      <a:accent5>
        <a:srgbClr val="9BC3D3"/>
      </a:accent5>
      <a:accent6>
        <a:srgbClr val="FFCC33"/>
      </a:accent6>
      <a:hlink>
        <a:srgbClr val="9E3667"/>
      </a:hlink>
      <a:folHlink>
        <a:srgbClr val="C3DEE7"/>
      </a:folHlink>
    </a:clrScheme>
    <a:fontScheme name="Santander Text">
      <a:majorFont>
        <a:latin typeface="santander Headline"/>
        <a:ea typeface=""/>
        <a:cs typeface=""/>
      </a:majorFont>
      <a:minorFont>
        <a:latin typeface="Santander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4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C9A0623D60064FAB444D7CB49FD482" ma:contentTypeVersion="3" ma:contentTypeDescription="Create a new document." ma:contentTypeScope="" ma:versionID="4d6498bd439f82af734f50a0b6648b9c">
  <xsd:schema xmlns:xsd="http://www.w3.org/2001/XMLSchema" xmlns:xs="http://www.w3.org/2001/XMLSchema" xmlns:p="http://schemas.microsoft.com/office/2006/metadata/properties" xmlns:ns2="4e55518d-96df-4eab-8a18-3b114a1e2840" targetNamespace="http://schemas.microsoft.com/office/2006/metadata/properties" ma:root="true" ma:fieldsID="b96155f8c6d9298bd224dfe43eb06cb8" ns2:_="">
    <xsd:import namespace="4e55518d-96df-4eab-8a18-3b114a1e28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5518d-96df-4eab-8a18-3b114a1e28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3A6EC3E-D3B7-4C6B-8AD8-290EB9DCFE4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58C8427-13F9-44A9-A938-DAC6F6855F4B}">
  <ds:schemaRefs>
    <ds:schemaRef ds:uri="http://purl.org/dc/elements/1.1/"/>
    <ds:schemaRef ds:uri="http://www.w3.org/XML/1998/namespace"/>
    <ds:schemaRef ds:uri="http://purl.org/dc/dcmitype/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4e55518d-96df-4eab-8a18-3b114a1e2840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6724E1E6-DAC6-4C45-BC43-AE153B8826E1}">
  <ds:schemaRefs>
    <ds:schemaRef ds:uri="4e55518d-96df-4eab-8a18-3b114a1e284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3048dc87-43f0-4100-9acb-ae1971c79395}" enabled="0" method="" siteId="{3048dc87-43f0-4100-9acb-ae1971c7939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2314</TotalTime>
  <Words>1606</Words>
  <Application>Microsoft Office PowerPoint</Application>
  <PresentationFormat>Widescreen</PresentationFormat>
  <Paragraphs>302</Paragraphs>
  <Slides>22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4" baseType="lpstr">
      <vt:lpstr>Arial</vt:lpstr>
      <vt:lpstr>Calibri</vt:lpstr>
      <vt:lpstr>Roboto</vt:lpstr>
      <vt:lpstr>Roboto Black</vt:lpstr>
      <vt:lpstr>santander Headline</vt:lpstr>
      <vt:lpstr>santander Headline</vt:lpstr>
      <vt:lpstr>Santander Text</vt:lpstr>
      <vt:lpstr>Santander Text Light</vt:lpstr>
      <vt:lpstr>Univers 45 Light</vt:lpstr>
      <vt:lpstr>Wingdings</vt:lpstr>
      <vt:lpstr>1_Tema de Office</vt:lpstr>
      <vt:lpstr>Worksheet</vt:lpstr>
      <vt:lpstr>PowerPoint Presentation</vt:lpstr>
      <vt:lpstr>PowerPoint Presentation</vt:lpstr>
      <vt:lpstr>Introducción</vt:lpstr>
      <vt:lpstr>PowerPoint Presentation</vt:lpstr>
      <vt:lpstr>PowerPoint Presentation</vt:lpstr>
      <vt:lpstr>PowerPoint Presentation</vt:lpstr>
      <vt:lpstr>PowerPoint Presentation</vt:lpstr>
      <vt:lpstr>Plan de acción</vt:lpstr>
      <vt:lpstr>PowerPoint Presentation</vt:lpstr>
      <vt:lpstr>PowerPoint Presentation</vt:lpstr>
      <vt:lpstr>PowerPoint Presentation</vt:lpstr>
      <vt:lpstr>Modelo de gobierno</vt:lpstr>
      <vt:lpstr>Para cubrir las necesidades identificadas se propone un equipo formado por los siguientes perfiles.</vt:lpstr>
      <vt:lpstr>PowerPoint Presentation</vt:lpstr>
      <vt:lpstr>Alcance y presupuesto</vt:lpstr>
      <vt:lpstr>PowerPoint Presentation</vt:lpstr>
      <vt:lpstr>Nuestros honorarios profesionales se estiman en función de la dedicación prevista y de las tarifas correspondientes a los profesionales asignados al proyecto considerando las características particulares del mismo, y por tanto el perfil, la cualificación y la experiencia de los recursos necesarios para su realización.  El importe asociado para la presente colaboración asciende a:</vt:lpstr>
      <vt:lpstr>Cronograma y evolución</vt:lpstr>
      <vt:lpstr>PowerPoint Presentation</vt:lpstr>
      <vt:lpstr>Anexo</vt:lpstr>
      <vt:lpstr>PowerPoint Presentation</vt:lpstr>
      <vt:lpstr>PowerPoint Presentation</vt:lpstr>
    </vt:vector>
  </TitlesOfParts>
  <Company>Grupo Santander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Regulatory Reporting @ a glance</dc:title>
  <dc:creator>Álvaro Alonso</dc:creator>
  <cp:lastModifiedBy>Lopez Castillo Andres</cp:lastModifiedBy>
  <cp:revision>441</cp:revision>
  <dcterms:created xsi:type="dcterms:W3CDTF">2022-01-24T12:37:22Z</dcterms:created>
  <dcterms:modified xsi:type="dcterms:W3CDTF">2025-12-23T11:59:28Z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1b88ec2-a72b-4523-9e84-0458a1764731_Enabled">
    <vt:lpwstr>true</vt:lpwstr>
  </property>
  <property fmtid="{D5CDD505-2E9C-101B-9397-08002B2CF9AE}" pid="3" name="MSIP_Label_41b88ec2-a72b-4523-9e84-0458a1764731_SetDate">
    <vt:lpwstr>2022-01-24T12:37:58Z</vt:lpwstr>
  </property>
  <property fmtid="{D5CDD505-2E9C-101B-9397-08002B2CF9AE}" pid="4" name="MSIP_Label_41b88ec2-a72b-4523-9e84-0458a1764731_Method">
    <vt:lpwstr>Privileged</vt:lpwstr>
  </property>
  <property fmtid="{D5CDD505-2E9C-101B-9397-08002B2CF9AE}" pid="5" name="MSIP_Label_41b88ec2-a72b-4523-9e84-0458a1764731_Name">
    <vt:lpwstr>Public O365</vt:lpwstr>
  </property>
  <property fmtid="{D5CDD505-2E9C-101B-9397-08002B2CF9AE}" pid="6" name="MSIP_Label_41b88ec2-a72b-4523-9e84-0458a1764731_SiteId">
    <vt:lpwstr>35595a02-4d6d-44ac-99e1-f9ab4cd872db</vt:lpwstr>
  </property>
  <property fmtid="{D5CDD505-2E9C-101B-9397-08002B2CF9AE}" pid="7" name="MSIP_Label_41b88ec2-a72b-4523-9e84-0458a1764731_ActionId">
    <vt:lpwstr>85ee008b-eb91-4769-a061-aa85e736dc1d</vt:lpwstr>
  </property>
  <property fmtid="{D5CDD505-2E9C-101B-9397-08002B2CF9AE}" pid="8" name="MSIP_Label_41b88ec2-a72b-4523-9e84-0458a1764731_ContentBits">
    <vt:lpwstr>0</vt:lpwstr>
  </property>
  <property fmtid="{D5CDD505-2E9C-101B-9397-08002B2CF9AE}" pid="9" name="ContentTypeId">
    <vt:lpwstr>0x010100F4C9A0623D60064FAB444D7CB49FD482</vt:lpwstr>
  </property>
</Properties>
</file>